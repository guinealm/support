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0D8ED9-88F3-4550-B563-05EB063A87EE}" v="36" dt="2026-04-28T15:00:38.8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484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Guinea" userId="f040cd607ac8806d" providerId="LiveId" clId="{89890A16-D95C-48D1-8D5A-F39C0C2B1E7F}"/>
    <pc:docChg chg="undo custSel addSld modSld">
      <pc:chgData name="Luis Guinea" userId="f040cd607ac8806d" providerId="LiveId" clId="{89890A16-D95C-48D1-8D5A-F39C0C2B1E7F}" dt="2026-04-28T15:01:27.419" v="885" actId="20577"/>
      <pc:docMkLst>
        <pc:docMk/>
      </pc:docMkLst>
      <pc:sldChg chg="modSp mod">
        <pc:chgData name="Luis Guinea" userId="f040cd607ac8806d" providerId="LiveId" clId="{89890A16-D95C-48D1-8D5A-F39C0C2B1E7F}" dt="2026-04-27T18:54:35.227" v="44" actId="20577"/>
        <pc:sldMkLst>
          <pc:docMk/>
          <pc:sldMk cId="2299845327" sldId="258"/>
        </pc:sldMkLst>
        <pc:spChg chg="mod">
          <ac:chgData name="Luis Guinea" userId="f040cd607ac8806d" providerId="LiveId" clId="{89890A16-D95C-48D1-8D5A-F39C0C2B1E7F}" dt="2026-04-27T18:54:35.227" v="44" actId="20577"/>
          <ac:spMkLst>
            <pc:docMk/>
            <pc:sldMk cId="2299845327" sldId="258"/>
            <ac:spMk id="3" creationId="{FA371B97-4645-A4DE-DBA9-50F8CB92839B}"/>
          </ac:spMkLst>
        </pc:spChg>
      </pc:sldChg>
      <pc:sldChg chg="addSp delSp modSp new mod">
        <pc:chgData name="Luis Guinea" userId="f040cd607ac8806d" providerId="LiveId" clId="{89890A16-D95C-48D1-8D5A-F39C0C2B1E7F}" dt="2026-04-28T10:27:23.136" v="144" actId="1076"/>
        <pc:sldMkLst>
          <pc:docMk/>
          <pc:sldMk cId="520824280" sldId="260"/>
        </pc:sldMkLst>
        <pc:spChg chg="del">
          <ac:chgData name="Luis Guinea" userId="f040cd607ac8806d" providerId="LiveId" clId="{89890A16-D95C-48D1-8D5A-F39C0C2B1E7F}" dt="2026-04-28T09:15:43.691" v="47" actId="478"/>
          <ac:spMkLst>
            <pc:docMk/>
            <pc:sldMk cId="520824280" sldId="260"/>
            <ac:spMk id="2" creationId="{7AE153DB-B8EE-A7C9-2962-03FE232ADE4E}"/>
          </ac:spMkLst>
        </pc:spChg>
        <pc:spChg chg="del">
          <ac:chgData name="Luis Guinea" userId="f040cd607ac8806d" providerId="LiveId" clId="{89890A16-D95C-48D1-8D5A-F39C0C2B1E7F}" dt="2026-04-28T09:15:41.150" v="46" actId="478"/>
          <ac:spMkLst>
            <pc:docMk/>
            <pc:sldMk cId="520824280" sldId="260"/>
            <ac:spMk id="3" creationId="{A86B3CE1-94F4-1FC3-3F47-DD9C8C05E111}"/>
          </ac:spMkLst>
        </pc:spChg>
        <pc:spChg chg="add mod">
          <ac:chgData name="Luis Guinea" userId="f040cd607ac8806d" providerId="LiveId" clId="{89890A16-D95C-48D1-8D5A-F39C0C2B1E7F}" dt="2026-04-28T10:25:50.906" v="132" actId="207"/>
          <ac:spMkLst>
            <pc:docMk/>
            <pc:sldMk cId="520824280" sldId="260"/>
            <ac:spMk id="13" creationId="{2B1D05ED-3BE8-6C2A-9DC8-36E8BD626A8F}"/>
          </ac:spMkLst>
        </pc:spChg>
        <pc:picChg chg="add del mod">
          <ac:chgData name="Luis Guinea" userId="f040cd607ac8806d" providerId="LiveId" clId="{89890A16-D95C-48D1-8D5A-F39C0C2B1E7F}" dt="2026-04-28T10:15:25.617" v="78" actId="21"/>
          <ac:picMkLst>
            <pc:docMk/>
            <pc:sldMk cId="520824280" sldId="260"/>
            <ac:picMk id="5" creationId="{8DE4DB66-AC61-E02D-BDCF-5F9D2CAF1328}"/>
          </ac:picMkLst>
        </pc:picChg>
        <pc:picChg chg="add del mod">
          <ac:chgData name="Luis Guinea" userId="f040cd607ac8806d" providerId="LiveId" clId="{89890A16-D95C-48D1-8D5A-F39C0C2B1E7F}" dt="2026-04-28T10:14:24.774" v="69" actId="21"/>
          <ac:picMkLst>
            <pc:docMk/>
            <pc:sldMk cId="520824280" sldId="260"/>
            <ac:picMk id="7" creationId="{B7D32D45-3406-51F5-E654-9643357789AF}"/>
          </ac:picMkLst>
        </pc:picChg>
        <pc:picChg chg="add del mod">
          <ac:chgData name="Luis Guinea" userId="f040cd607ac8806d" providerId="LiveId" clId="{89890A16-D95C-48D1-8D5A-F39C0C2B1E7F}" dt="2026-04-28T10:14:49.922" v="75" actId="21"/>
          <ac:picMkLst>
            <pc:docMk/>
            <pc:sldMk cId="520824280" sldId="260"/>
            <ac:picMk id="9" creationId="{6A5D6635-FBCA-D530-30A8-A611D4BC97B6}"/>
          </ac:picMkLst>
        </pc:picChg>
        <pc:picChg chg="add del mod">
          <ac:chgData name="Luis Guinea" userId="f040cd607ac8806d" providerId="LiveId" clId="{89890A16-D95C-48D1-8D5A-F39C0C2B1E7F}" dt="2026-04-28T10:25:02.916" v="126" actId="21"/>
          <ac:picMkLst>
            <pc:docMk/>
            <pc:sldMk cId="520824280" sldId="260"/>
            <ac:picMk id="11" creationId="{6AA7FBEF-DAB4-9592-2C55-6171530C41AE}"/>
          </ac:picMkLst>
        </pc:picChg>
        <pc:picChg chg="add mod modCrop">
          <ac:chgData name="Luis Guinea" userId="f040cd607ac8806d" providerId="LiveId" clId="{89890A16-D95C-48D1-8D5A-F39C0C2B1E7F}" dt="2026-04-28T10:25:29.629" v="130" actId="732"/>
          <ac:picMkLst>
            <pc:docMk/>
            <pc:sldMk cId="520824280" sldId="260"/>
            <ac:picMk id="12" creationId="{180BBDFA-C748-0437-CC03-5756F3F04133}"/>
          </ac:picMkLst>
        </pc:picChg>
        <pc:picChg chg="add mod modCrop">
          <ac:chgData name="Luis Guinea" userId="f040cd607ac8806d" providerId="LiveId" clId="{89890A16-D95C-48D1-8D5A-F39C0C2B1E7F}" dt="2026-04-28T10:26:44.905" v="138" actId="1076"/>
          <ac:picMkLst>
            <pc:docMk/>
            <pc:sldMk cId="520824280" sldId="260"/>
            <ac:picMk id="14" creationId="{EFF9F596-963E-62EE-6BCA-1268BF4ECF12}"/>
          </ac:picMkLst>
        </pc:picChg>
        <pc:picChg chg="add mod modCrop">
          <ac:chgData name="Luis Guinea" userId="f040cd607ac8806d" providerId="LiveId" clId="{89890A16-D95C-48D1-8D5A-F39C0C2B1E7F}" dt="2026-04-28T10:27:23.136" v="144" actId="1076"/>
          <ac:picMkLst>
            <pc:docMk/>
            <pc:sldMk cId="520824280" sldId="260"/>
            <ac:picMk id="15" creationId="{CEB45C5E-0E55-90AA-23A3-505D3EE9980F}"/>
          </ac:picMkLst>
        </pc:picChg>
      </pc:sldChg>
      <pc:sldChg chg="addSp delSp modSp new mod">
        <pc:chgData name="Luis Guinea" userId="f040cd607ac8806d" providerId="LiveId" clId="{89890A16-D95C-48D1-8D5A-F39C0C2B1E7F}" dt="2026-04-28T10:17:38.386" v="98" actId="732"/>
        <pc:sldMkLst>
          <pc:docMk/>
          <pc:sldMk cId="3681185008" sldId="261"/>
        </pc:sldMkLst>
        <pc:spChg chg="del">
          <ac:chgData name="Luis Guinea" userId="f040cd607ac8806d" providerId="LiveId" clId="{89890A16-D95C-48D1-8D5A-F39C0C2B1E7F}" dt="2026-04-28T10:14:41.368" v="73" actId="478"/>
          <ac:spMkLst>
            <pc:docMk/>
            <pc:sldMk cId="3681185008" sldId="261"/>
            <ac:spMk id="2" creationId="{0E1248B0-3D77-D547-21DC-2083A16D5700}"/>
          </ac:spMkLst>
        </pc:spChg>
        <pc:spChg chg="del">
          <ac:chgData name="Luis Guinea" userId="f040cd607ac8806d" providerId="LiveId" clId="{89890A16-D95C-48D1-8D5A-F39C0C2B1E7F}" dt="2026-04-28T10:14:38.824" v="72" actId="478"/>
          <ac:spMkLst>
            <pc:docMk/>
            <pc:sldMk cId="3681185008" sldId="261"/>
            <ac:spMk id="3" creationId="{94ABCCB5-64BE-4790-0786-22ECF3DC13A3}"/>
          </ac:spMkLst>
        </pc:spChg>
        <pc:picChg chg="add mod ord modCrop">
          <ac:chgData name="Luis Guinea" userId="f040cd607ac8806d" providerId="LiveId" clId="{89890A16-D95C-48D1-8D5A-F39C0C2B1E7F}" dt="2026-04-28T10:17:15.745" v="95" actId="732"/>
          <ac:picMkLst>
            <pc:docMk/>
            <pc:sldMk cId="3681185008" sldId="261"/>
            <ac:picMk id="4" creationId="{9FDB0F35-3980-9246-4E6C-13EA6EC483C5}"/>
          </ac:picMkLst>
        </pc:picChg>
        <pc:picChg chg="add mod modCrop">
          <ac:chgData name="Luis Guinea" userId="f040cd607ac8806d" providerId="LiveId" clId="{89890A16-D95C-48D1-8D5A-F39C0C2B1E7F}" dt="2026-04-28T10:16:39.675" v="93" actId="1076"/>
          <ac:picMkLst>
            <pc:docMk/>
            <pc:sldMk cId="3681185008" sldId="261"/>
            <ac:picMk id="5" creationId="{BF939EB7-B838-859B-1F78-732E638AAFD6}"/>
          </ac:picMkLst>
        </pc:picChg>
        <pc:picChg chg="add mod modCrop">
          <ac:chgData name="Luis Guinea" userId="f040cd607ac8806d" providerId="LiveId" clId="{89890A16-D95C-48D1-8D5A-F39C0C2B1E7F}" dt="2026-04-28T10:17:38.386" v="98" actId="732"/>
          <ac:picMkLst>
            <pc:docMk/>
            <pc:sldMk cId="3681185008" sldId="261"/>
            <ac:picMk id="9" creationId="{6A5D6635-FBCA-D530-30A8-A611D4BC97B6}"/>
          </ac:picMkLst>
        </pc:picChg>
      </pc:sldChg>
      <pc:sldChg chg="addSp delSp modSp new mod">
        <pc:chgData name="Luis Guinea" userId="f040cd607ac8806d" providerId="LiveId" clId="{89890A16-D95C-48D1-8D5A-F39C0C2B1E7F}" dt="2026-04-28T10:21:28.777" v="124" actId="732"/>
        <pc:sldMkLst>
          <pc:docMk/>
          <pc:sldMk cId="2528222610" sldId="262"/>
        </pc:sldMkLst>
        <pc:spChg chg="del">
          <ac:chgData name="Luis Guinea" userId="f040cd607ac8806d" providerId="LiveId" clId="{89890A16-D95C-48D1-8D5A-F39C0C2B1E7F}" dt="2026-04-28T10:18:14.247" v="100" actId="478"/>
          <ac:spMkLst>
            <pc:docMk/>
            <pc:sldMk cId="2528222610" sldId="262"/>
            <ac:spMk id="2" creationId="{145809F1-E574-F724-8873-50BE91B0B99D}"/>
          </ac:spMkLst>
        </pc:spChg>
        <pc:spChg chg="del">
          <ac:chgData name="Luis Guinea" userId="f040cd607ac8806d" providerId="LiveId" clId="{89890A16-D95C-48D1-8D5A-F39C0C2B1E7F}" dt="2026-04-28T10:18:16.490" v="101" actId="478"/>
          <ac:spMkLst>
            <pc:docMk/>
            <pc:sldMk cId="2528222610" sldId="262"/>
            <ac:spMk id="3" creationId="{95074A3A-E375-1CDA-6C6C-C2A912FD3E24}"/>
          </ac:spMkLst>
        </pc:spChg>
        <pc:picChg chg="add mod modCrop">
          <ac:chgData name="Luis Guinea" userId="f040cd607ac8806d" providerId="LiveId" clId="{89890A16-D95C-48D1-8D5A-F39C0C2B1E7F}" dt="2026-04-28T10:21:28.777" v="124" actId="732"/>
          <ac:picMkLst>
            <pc:docMk/>
            <pc:sldMk cId="2528222610" sldId="262"/>
            <ac:picMk id="4" creationId="{94FE9D45-3363-B3DE-90E9-4C783860CBED}"/>
          </ac:picMkLst>
        </pc:picChg>
        <pc:picChg chg="add mod modCrop">
          <ac:chgData name="Luis Guinea" userId="f040cd607ac8806d" providerId="LiveId" clId="{89890A16-D95C-48D1-8D5A-F39C0C2B1E7F}" dt="2026-04-28T10:19:48.704" v="115" actId="1076"/>
          <ac:picMkLst>
            <pc:docMk/>
            <pc:sldMk cId="2528222610" sldId="262"/>
            <ac:picMk id="5" creationId="{2B0D08F9-14F9-EEB5-3887-FA392FDC1BDC}"/>
          </ac:picMkLst>
        </pc:picChg>
        <pc:picChg chg="add mod">
          <ac:chgData name="Luis Guinea" userId="f040cd607ac8806d" providerId="LiveId" clId="{89890A16-D95C-48D1-8D5A-F39C0C2B1E7F}" dt="2026-04-28T10:20:09.547" v="116" actId="1076"/>
          <ac:picMkLst>
            <pc:docMk/>
            <pc:sldMk cId="2528222610" sldId="262"/>
            <ac:picMk id="6" creationId="{E02E981B-DC6D-1905-DF05-6A7658BB7A4E}"/>
          </ac:picMkLst>
        </pc:picChg>
        <pc:picChg chg="add mod modCrop">
          <ac:chgData name="Luis Guinea" userId="f040cd607ac8806d" providerId="LiveId" clId="{89890A16-D95C-48D1-8D5A-F39C0C2B1E7F}" dt="2026-04-28T10:19:45.873" v="114" actId="1076"/>
          <ac:picMkLst>
            <pc:docMk/>
            <pc:sldMk cId="2528222610" sldId="262"/>
            <ac:picMk id="7" creationId="{056F132B-1D62-D91D-DD74-202CB40B1DA8}"/>
          </ac:picMkLst>
        </pc:picChg>
        <pc:picChg chg="add mod modCrop">
          <ac:chgData name="Luis Guinea" userId="f040cd607ac8806d" providerId="LiveId" clId="{89890A16-D95C-48D1-8D5A-F39C0C2B1E7F}" dt="2026-04-28T10:21:08.500" v="123" actId="732"/>
          <ac:picMkLst>
            <pc:docMk/>
            <pc:sldMk cId="2528222610" sldId="262"/>
            <ac:picMk id="8" creationId="{215B88CC-9B8E-DB7F-E072-740E310A20BF}"/>
          </ac:picMkLst>
        </pc:picChg>
      </pc:sldChg>
      <pc:sldChg chg="addSp delSp modSp new mod">
        <pc:chgData name="Luis Guinea" userId="f040cd607ac8806d" providerId="LiveId" clId="{89890A16-D95C-48D1-8D5A-F39C0C2B1E7F}" dt="2026-04-28T11:29:49.469" v="642" actId="14100"/>
        <pc:sldMkLst>
          <pc:docMk/>
          <pc:sldMk cId="3348402838" sldId="263"/>
        </pc:sldMkLst>
        <pc:spChg chg="del">
          <ac:chgData name="Luis Guinea" userId="f040cd607ac8806d" providerId="LiveId" clId="{89890A16-D95C-48D1-8D5A-F39C0C2B1E7F}" dt="2026-04-28T10:36:31.865" v="147" actId="478"/>
          <ac:spMkLst>
            <pc:docMk/>
            <pc:sldMk cId="3348402838" sldId="263"/>
            <ac:spMk id="2" creationId="{985330DD-8FDF-5D4B-BED7-E04258451FE0}"/>
          </ac:spMkLst>
        </pc:spChg>
        <pc:spChg chg="del">
          <ac:chgData name="Luis Guinea" userId="f040cd607ac8806d" providerId="LiveId" clId="{89890A16-D95C-48D1-8D5A-F39C0C2B1E7F}" dt="2026-04-28T10:36:28.536" v="146"/>
          <ac:spMkLst>
            <pc:docMk/>
            <pc:sldMk cId="3348402838" sldId="263"/>
            <ac:spMk id="3" creationId="{4753905F-43C2-B821-B2E1-8685C2381C89}"/>
          </ac:spMkLst>
        </pc:spChg>
        <pc:spChg chg="add del mod">
          <ac:chgData name="Luis Guinea" userId="f040cd607ac8806d" providerId="LiveId" clId="{89890A16-D95C-48D1-8D5A-F39C0C2B1E7F}" dt="2026-04-28T10:51:02.465" v="374" actId="478"/>
          <ac:spMkLst>
            <pc:docMk/>
            <pc:sldMk cId="3348402838" sldId="263"/>
            <ac:spMk id="28" creationId="{B5F28F46-11DE-ADC2-0DFF-E8A96C79548A}"/>
          </ac:spMkLst>
        </pc:spChg>
        <pc:spChg chg="add del mod">
          <ac:chgData name="Luis Guinea" userId="f040cd607ac8806d" providerId="LiveId" clId="{89890A16-D95C-48D1-8D5A-F39C0C2B1E7F}" dt="2026-04-28T10:51:02.465" v="374" actId="478"/>
          <ac:spMkLst>
            <pc:docMk/>
            <pc:sldMk cId="3348402838" sldId="263"/>
            <ac:spMk id="30" creationId="{6E8267C2-D0AE-99DC-F650-7B5954ECD26D}"/>
          </ac:spMkLst>
        </pc:spChg>
        <pc:spChg chg="add del mod">
          <ac:chgData name="Luis Guinea" userId="f040cd607ac8806d" providerId="LiveId" clId="{89890A16-D95C-48D1-8D5A-F39C0C2B1E7F}" dt="2026-04-28T10:51:02.465" v="374" actId="478"/>
          <ac:spMkLst>
            <pc:docMk/>
            <pc:sldMk cId="3348402838" sldId="263"/>
            <ac:spMk id="32" creationId="{E0EBD865-53E6-ADDF-4ED9-B8F126C47E1C}"/>
          </ac:spMkLst>
        </pc:spChg>
        <pc:spChg chg="add del mod">
          <ac:chgData name="Luis Guinea" userId="f040cd607ac8806d" providerId="LiveId" clId="{89890A16-D95C-48D1-8D5A-F39C0C2B1E7F}" dt="2026-04-28T10:51:02.465" v="374" actId="478"/>
          <ac:spMkLst>
            <pc:docMk/>
            <pc:sldMk cId="3348402838" sldId="263"/>
            <ac:spMk id="56" creationId="{D025BBE9-EDBB-B1AD-6D99-1A5420403CE6}"/>
          </ac:spMkLst>
        </pc:spChg>
        <pc:spChg chg="add del mod">
          <ac:chgData name="Luis Guinea" userId="f040cd607ac8806d" providerId="LiveId" clId="{89890A16-D95C-48D1-8D5A-F39C0C2B1E7F}" dt="2026-04-28T10:51:02.465" v="374" actId="478"/>
          <ac:spMkLst>
            <pc:docMk/>
            <pc:sldMk cId="3348402838" sldId="263"/>
            <ac:spMk id="60" creationId="{0AB8DC83-2568-0A2A-3367-B830393DFD4E}"/>
          </ac:spMkLst>
        </pc:spChg>
        <pc:spChg chg="add del mod">
          <ac:chgData name="Luis Guinea" userId="f040cd607ac8806d" providerId="LiveId" clId="{89890A16-D95C-48D1-8D5A-F39C0C2B1E7F}" dt="2026-04-28T10:51:02.465" v="374" actId="478"/>
          <ac:spMkLst>
            <pc:docMk/>
            <pc:sldMk cId="3348402838" sldId="263"/>
            <ac:spMk id="61" creationId="{3CAD5554-C473-6C7F-D8D7-156D0C594674}"/>
          </ac:spMkLst>
        </pc:spChg>
        <pc:spChg chg="add del mod">
          <ac:chgData name="Luis Guinea" userId="f040cd607ac8806d" providerId="LiveId" clId="{89890A16-D95C-48D1-8D5A-F39C0C2B1E7F}" dt="2026-04-28T10:51:02.465" v="374" actId="478"/>
          <ac:spMkLst>
            <pc:docMk/>
            <pc:sldMk cId="3348402838" sldId="263"/>
            <ac:spMk id="62" creationId="{EB8D8EBE-BA95-BC5C-7995-E6C49AA79B08}"/>
          </ac:spMkLst>
        </pc:spChg>
        <pc:spChg chg="add del mod">
          <ac:chgData name="Luis Guinea" userId="f040cd607ac8806d" providerId="LiveId" clId="{89890A16-D95C-48D1-8D5A-F39C0C2B1E7F}" dt="2026-04-28T10:51:02.465" v="374" actId="478"/>
          <ac:spMkLst>
            <pc:docMk/>
            <pc:sldMk cId="3348402838" sldId="263"/>
            <ac:spMk id="70" creationId="{7BB94447-A999-234E-BC34-A451310A566E}"/>
          </ac:spMkLst>
        </pc:spChg>
        <pc:picChg chg="add mod">
          <ac:chgData name="Luis Guinea" userId="f040cd607ac8806d" providerId="LiveId" clId="{89890A16-D95C-48D1-8D5A-F39C0C2B1E7F}" dt="2026-04-28T10:41:34.171" v="180" actId="1076"/>
          <ac:picMkLst>
            <pc:docMk/>
            <pc:sldMk cId="3348402838" sldId="263"/>
            <ac:picMk id="4" creationId="{24C007E7-DD87-F94D-D444-F5EA0AF20F30}"/>
          </ac:picMkLst>
        </pc:picChg>
        <pc:cxnChg chg="add mod">
          <ac:chgData name="Luis Guinea" userId="f040cd607ac8806d" providerId="LiveId" clId="{89890A16-D95C-48D1-8D5A-F39C0C2B1E7F}" dt="2026-04-28T10:41:34.171" v="180" actId="1076"/>
          <ac:cxnSpMkLst>
            <pc:docMk/>
            <pc:sldMk cId="3348402838" sldId="263"/>
            <ac:cxnSpMk id="6" creationId="{1DDC0F0E-84C9-86C3-6586-1C6C39349A4E}"/>
          </ac:cxnSpMkLst>
        </pc:cxnChg>
        <pc:cxnChg chg="add mod">
          <ac:chgData name="Luis Guinea" userId="f040cd607ac8806d" providerId="LiveId" clId="{89890A16-D95C-48D1-8D5A-F39C0C2B1E7F}" dt="2026-04-28T10:41:34.171" v="180" actId="1076"/>
          <ac:cxnSpMkLst>
            <pc:docMk/>
            <pc:sldMk cId="3348402838" sldId="263"/>
            <ac:cxnSpMk id="8" creationId="{5C365045-6998-B1A1-D840-DBE3E3684C44}"/>
          </ac:cxnSpMkLst>
        </pc:cxnChg>
        <pc:cxnChg chg="add mod">
          <ac:chgData name="Luis Guinea" userId="f040cd607ac8806d" providerId="LiveId" clId="{89890A16-D95C-48D1-8D5A-F39C0C2B1E7F}" dt="2026-04-28T10:41:34.171" v="180" actId="1076"/>
          <ac:cxnSpMkLst>
            <pc:docMk/>
            <pc:sldMk cId="3348402838" sldId="263"/>
            <ac:cxnSpMk id="12" creationId="{250BC8B1-1CDB-57C4-62BA-FCF596CEE627}"/>
          </ac:cxnSpMkLst>
        </pc:cxnChg>
        <pc:cxnChg chg="add mod">
          <ac:chgData name="Luis Guinea" userId="f040cd607ac8806d" providerId="LiveId" clId="{89890A16-D95C-48D1-8D5A-F39C0C2B1E7F}" dt="2026-04-28T10:41:34.171" v="180" actId="1076"/>
          <ac:cxnSpMkLst>
            <pc:docMk/>
            <pc:sldMk cId="3348402838" sldId="263"/>
            <ac:cxnSpMk id="14" creationId="{135BAE67-76CD-E5E4-7093-C15E351BB26B}"/>
          </ac:cxnSpMkLst>
        </pc:cxnChg>
        <pc:cxnChg chg="add mod">
          <ac:chgData name="Luis Guinea" userId="f040cd607ac8806d" providerId="LiveId" clId="{89890A16-D95C-48D1-8D5A-F39C0C2B1E7F}" dt="2026-04-28T11:28:35.333" v="628" actId="692"/>
          <ac:cxnSpMkLst>
            <pc:docMk/>
            <pc:sldMk cId="3348402838" sldId="263"/>
            <ac:cxnSpMk id="15" creationId="{FFD0D216-82CD-DCF8-CAAD-1145F3324166}"/>
          </ac:cxnSpMkLst>
        </pc:cxnChg>
        <pc:cxnChg chg="add mod">
          <ac:chgData name="Luis Guinea" userId="f040cd607ac8806d" providerId="LiveId" clId="{89890A16-D95C-48D1-8D5A-F39C0C2B1E7F}" dt="2026-04-28T11:28:42.125" v="629" actId="692"/>
          <ac:cxnSpMkLst>
            <pc:docMk/>
            <pc:sldMk cId="3348402838" sldId="263"/>
            <ac:cxnSpMk id="16" creationId="{FF7A881E-65F4-5C45-0892-7208E42A401F}"/>
          </ac:cxnSpMkLst>
        </pc:cxnChg>
        <pc:cxnChg chg="add del mod">
          <ac:chgData name="Luis Guinea" userId="f040cd607ac8806d" providerId="LiveId" clId="{89890A16-D95C-48D1-8D5A-F39C0C2B1E7F}" dt="2026-04-28T10:51:02.465" v="374" actId="478"/>
          <ac:cxnSpMkLst>
            <pc:docMk/>
            <pc:sldMk cId="3348402838" sldId="263"/>
            <ac:cxnSpMk id="25" creationId="{005F0E0B-EB3A-8F11-A314-A75F2ACF3843}"/>
          </ac:cxnSpMkLst>
        </pc:cxnChg>
        <pc:cxnChg chg="add mod">
          <ac:chgData name="Luis Guinea" userId="f040cd607ac8806d" providerId="LiveId" clId="{89890A16-D95C-48D1-8D5A-F39C0C2B1E7F}" dt="2026-04-28T10:48:01.733" v="326" actId="1076"/>
          <ac:cxnSpMkLst>
            <pc:docMk/>
            <pc:sldMk cId="3348402838" sldId="263"/>
            <ac:cxnSpMk id="26" creationId="{7537A364-7A25-B20C-3402-D659BEC96B91}"/>
          </ac:cxnSpMkLst>
        </pc:cxnChg>
        <pc:cxnChg chg="add del mod">
          <ac:chgData name="Luis Guinea" userId="f040cd607ac8806d" providerId="LiveId" clId="{89890A16-D95C-48D1-8D5A-F39C0C2B1E7F}" dt="2026-04-28T10:51:02.465" v="374" actId="478"/>
          <ac:cxnSpMkLst>
            <pc:docMk/>
            <pc:sldMk cId="3348402838" sldId="263"/>
            <ac:cxnSpMk id="27" creationId="{E4D3BC4E-067C-490E-CF81-55D06C91FFE7}"/>
          </ac:cxnSpMkLst>
        </pc:cxnChg>
        <pc:cxnChg chg="add mod">
          <ac:chgData name="Luis Guinea" userId="f040cd607ac8806d" providerId="LiveId" clId="{89890A16-D95C-48D1-8D5A-F39C0C2B1E7F}" dt="2026-04-28T10:48:01.733" v="326" actId="1076"/>
          <ac:cxnSpMkLst>
            <pc:docMk/>
            <pc:sldMk cId="3348402838" sldId="263"/>
            <ac:cxnSpMk id="33" creationId="{D769A9F5-71FF-2C0A-B8DA-A40BA16F4D18}"/>
          </ac:cxnSpMkLst>
        </pc:cxnChg>
        <pc:cxnChg chg="add mod">
          <ac:chgData name="Luis Guinea" userId="f040cd607ac8806d" providerId="LiveId" clId="{89890A16-D95C-48D1-8D5A-F39C0C2B1E7F}" dt="2026-04-28T10:46:19.052" v="314" actId="14100"/>
          <ac:cxnSpMkLst>
            <pc:docMk/>
            <pc:sldMk cId="3348402838" sldId="263"/>
            <ac:cxnSpMk id="34" creationId="{9355C6F1-F0D1-318E-B262-4411EB36FC9E}"/>
          </ac:cxnSpMkLst>
        </pc:cxnChg>
        <pc:cxnChg chg="add mod">
          <ac:chgData name="Luis Guinea" userId="f040cd607ac8806d" providerId="LiveId" clId="{89890A16-D95C-48D1-8D5A-F39C0C2B1E7F}" dt="2026-04-28T10:46:19.052" v="314" actId="14100"/>
          <ac:cxnSpMkLst>
            <pc:docMk/>
            <pc:sldMk cId="3348402838" sldId="263"/>
            <ac:cxnSpMk id="35" creationId="{673BE265-8544-3A49-4EF0-89C951ACC6E0}"/>
          </ac:cxnSpMkLst>
        </pc:cxnChg>
        <pc:cxnChg chg="add mod">
          <ac:chgData name="Luis Guinea" userId="f040cd607ac8806d" providerId="LiveId" clId="{89890A16-D95C-48D1-8D5A-F39C0C2B1E7F}" dt="2026-04-28T10:46:19.052" v="314" actId="14100"/>
          <ac:cxnSpMkLst>
            <pc:docMk/>
            <pc:sldMk cId="3348402838" sldId="263"/>
            <ac:cxnSpMk id="36" creationId="{FE6BACB2-BCE2-AF6C-D296-CBA8C4047754}"/>
          </ac:cxnSpMkLst>
        </pc:cxnChg>
        <pc:cxnChg chg="add mod">
          <ac:chgData name="Luis Guinea" userId="f040cd607ac8806d" providerId="LiveId" clId="{89890A16-D95C-48D1-8D5A-F39C0C2B1E7F}" dt="2026-04-28T10:46:19.052" v="314" actId="14100"/>
          <ac:cxnSpMkLst>
            <pc:docMk/>
            <pc:sldMk cId="3348402838" sldId="263"/>
            <ac:cxnSpMk id="37" creationId="{9F3043D0-4B2D-F6CB-02D2-F109640F6F01}"/>
          </ac:cxnSpMkLst>
        </pc:cxnChg>
        <pc:cxnChg chg="add mod">
          <ac:chgData name="Luis Guinea" userId="f040cd607ac8806d" providerId="LiveId" clId="{89890A16-D95C-48D1-8D5A-F39C0C2B1E7F}" dt="2026-04-28T10:46:33.457" v="317" actId="14100"/>
          <ac:cxnSpMkLst>
            <pc:docMk/>
            <pc:sldMk cId="3348402838" sldId="263"/>
            <ac:cxnSpMk id="42" creationId="{AC244FD2-EA65-21F9-8E0B-C85D1E0A93E2}"/>
          </ac:cxnSpMkLst>
        </pc:cxnChg>
        <pc:cxnChg chg="add mod">
          <ac:chgData name="Luis Guinea" userId="f040cd607ac8806d" providerId="LiveId" clId="{89890A16-D95C-48D1-8D5A-F39C0C2B1E7F}" dt="2026-04-28T10:46:33.457" v="317" actId="14100"/>
          <ac:cxnSpMkLst>
            <pc:docMk/>
            <pc:sldMk cId="3348402838" sldId="263"/>
            <ac:cxnSpMk id="43" creationId="{C41D65DB-DD35-E8A4-2B30-CA7E7CCE63B2}"/>
          </ac:cxnSpMkLst>
        </pc:cxnChg>
        <pc:cxnChg chg="add mod">
          <ac:chgData name="Luis Guinea" userId="f040cd607ac8806d" providerId="LiveId" clId="{89890A16-D95C-48D1-8D5A-F39C0C2B1E7F}" dt="2026-04-28T10:46:33.457" v="317" actId="14100"/>
          <ac:cxnSpMkLst>
            <pc:docMk/>
            <pc:sldMk cId="3348402838" sldId="263"/>
            <ac:cxnSpMk id="44" creationId="{4D890572-9072-70E8-36E0-58197C0CAE14}"/>
          </ac:cxnSpMkLst>
        </pc:cxnChg>
        <pc:cxnChg chg="add mod">
          <ac:chgData name="Luis Guinea" userId="f040cd607ac8806d" providerId="LiveId" clId="{89890A16-D95C-48D1-8D5A-F39C0C2B1E7F}" dt="2026-04-28T10:46:33.457" v="317" actId="14100"/>
          <ac:cxnSpMkLst>
            <pc:docMk/>
            <pc:sldMk cId="3348402838" sldId="263"/>
            <ac:cxnSpMk id="45" creationId="{F4B15824-C335-CF91-9355-729B89FD67CA}"/>
          </ac:cxnSpMkLst>
        </pc:cxnChg>
        <pc:cxnChg chg="add mod">
          <ac:chgData name="Luis Guinea" userId="f040cd607ac8806d" providerId="LiveId" clId="{89890A16-D95C-48D1-8D5A-F39C0C2B1E7F}" dt="2026-04-28T10:48:01.733" v="326" actId="1076"/>
          <ac:cxnSpMkLst>
            <pc:docMk/>
            <pc:sldMk cId="3348402838" sldId="263"/>
            <ac:cxnSpMk id="50" creationId="{25EEE1C8-3535-408F-FADE-F9D1834613DD}"/>
          </ac:cxnSpMkLst>
        </pc:cxnChg>
        <pc:cxnChg chg="add mod">
          <ac:chgData name="Luis Guinea" userId="f040cd607ac8806d" providerId="LiveId" clId="{89890A16-D95C-48D1-8D5A-F39C0C2B1E7F}" dt="2026-04-28T10:47:11.023" v="324" actId="14100"/>
          <ac:cxnSpMkLst>
            <pc:docMk/>
            <pc:sldMk cId="3348402838" sldId="263"/>
            <ac:cxnSpMk id="54" creationId="{4C263234-6311-9FDC-A459-1C7CEC618C82}"/>
          </ac:cxnSpMkLst>
        </pc:cxnChg>
        <pc:cxnChg chg="add mod">
          <ac:chgData name="Luis Guinea" userId="f040cd607ac8806d" providerId="LiveId" clId="{89890A16-D95C-48D1-8D5A-F39C0C2B1E7F}" dt="2026-04-28T10:49:47.677" v="366" actId="1076"/>
          <ac:cxnSpMkLst>
            <pc:docMk/>
            <pc:sldMk cId="3348402838" sldId="263"/>
            <ac:cxnSpMk id="57" creationId="{ED9731DD-5C88-48E8-D247-BF83610784DA}"/>
          </ac:cxnSpMkLst>
        </pc:cxnChg>
        <pc:cxnChg chg="add mod">
          <ac:chgData name="Luis Guinea" userId="f040cd607ac8806d" providerId="LiveId" clId="{89890A16-D95C-48D1-8D5A-F39C0C2B1E7F}" dt="2026-04-28T10:49:47.677" v="366" actId="1076"/>
          <ac:cxnSpMkLst>
            <pc:docMk/>
            <pc:sldMk cId="3348402838" sldId="263"/>
            <ac:cxnSpMk id="58" creationId="{84A0DB86-91B0-3585-5232-94A3CBE86670}"/>
          </ac:cxnSpMkLst>
        </pc:cxnChg>
        <pc:cxnChg chg="add mod">
          <ac:chgData name="Luis Guinea" userId="f040cd607ac8806d" providerId="LiveId" clId="{89890A16-D95C-48D1-8D5A-F39C0C2B1E7F}" dt="2026-04-28T10:49:47.677" v="366" actId="1076"/>
          <ac:cxnSpMkLst>
            <pc:docMk/>
            <pc:sldMk cId="3348402838" sldId="263"/>
            <ac:cxnSpMk id="59" creationId="{D5DB5953-84F9-6D2A-6A9B-9713393E5E99}"/>
          </ac:cxnSpMkLst>
        </pc:cxnChg>
        <pc:cxnChg chg="add mod">
          <ac:chgData name="Luis Guinea" userId="f040cd607ac8806d" providerId="LiveId" clId="{89890A16-D95C-48D1-8D5A-F39C0C2B1E7F}" dt="2026-04-28T10:49:47.677" v="366" actId="1076"/>
          <ac:cxnSpMkLst>
            <pc:docMk/>
            <pc:sldMk cId="3348402838" sldId="263"/>
            <ac:cxnSpMk id="63" creationId="{4A9F7DE8-FEE1-A913-5115-BAC53AB6CF47}"/>
          </ac:cxnSpMkLst>
        </pc:cxnChg>
        <pc:cxnChg chg="add del mod">
          <ac:chgData name="Luis Guinea" userId="f040cd607ac8806d" providerId="LiveId" clId="{89890A16-D95C-48D1-8D5A-F39C0C2B1E7F}" dt="2026-04-28T10:50:25.436" v="372" actId="478"/>
          <ac:cxnSpMkLst>
            <pc:docMk/>
            <pc:sldMk cId="3348402838" sldId="263"/>
            <ac:cxnSpMk id="64" creationId="{D9238DB0-BA57-CF44-58A3-24D3DAEC7A47}"/>
          </ac:cxnSpMkLst>
        </pc:cxnChg>
        <pc:cxnChg chg="add del mod">
          <ac:chgData name="Luis Guinea" userId="f040cd607ac8806d" providerId="LiveId" clId="{89890A16-D95C-48D1-8D5A-F39C0C2B1E7F}" dt="2026-04-28T10:50:25.436" v="372" actId="478"/>
          <ac:cxnSpMkLst>
            <pc:docMk/>
            <pc:sldMk cId="3348402838" sldId="263"/>
            <ac:cxnSpMk id="65" creationId="{F7097F15-CA63-091E-EDBF-1793A4AD68A8}"/>
          </ac:cxnSpMkLst>
        </pc:cxnChg>
        <pc:cxnChg chg="add del mod">
          <ac:chgData name="Luis Guinea" userId="f040cd607ac8806d" providerId="LiveId" clId="{89890A16-D95C-48D1-8D5A-F39C0C2B1E7F}" dt="2026-04-28T10:50:25.436" v="372" actId="478"/>
          <ac:cxnSpMkLst>
            <pc:docMk/>
            <pc:sldMk cId="3348402838" sldId="263"/>
            <ac:cxnSpMk id="66" creationId="{E9DF5B6C-E9BE-23BD-528E-8BE0CC2ACDF4}"/>
          </ac:cxnSpMkLst>
        </pc:cxnChg>
        <pc:cxnChg chg="add del mod">
          <ac:chgData name="Luis Guinea" userId="f040cd607ac8806d" providerId="LiveId" clId="{89890A16-D95C-48D1-8D5A-F39C0C2B1E7F}" dt="2026-04-28T10:50:25.436" v="372" actId="478"/>
          <ac:cxnSpMkLst>
            <pc:docMk/>
            <pc:sldMk cId="3348402838" sldId="263"/>
            <ac:cxnSpMk id="67" creationId="{9D774086-45CF-73F8-CA0F-5C959F59D47E}"/>
          </ac:cxnSpMkLst>
        </pc:cxnChg>
        <pc:cxnChg chg="mod">
          <ac:chgData name="Luis Guinea" userId="f040cd607ac8806d" providerId="LiveId" clId="{89890A16-D95C-48D1-8D5A-F39C0C2B1E7F}" dt="2026-04-28T10:49:47.677" v="366" actId="1076"/>
          <ac:cxnSpMkLst>
            <pc:docMk/>
            <pc:sldMk cId="3348402838" sldId="263"/>
            <ac:cxnSpMk id="68" creationId="{E62F598F-1EA0-9BA1-3A4B-AA5D2B8395FA}"/>
          </ac:cxnSpMkLst>
        </pc:cxnChg>
        <pc:cxnChg chg="add del mod">
          <ac:chgData name="Luis Guinea" userId="f040cd607ac8806d" providerId="LiveId" clId="{89890A16-D95C-48D1-8D5A-F39C0C2B1E7F}" dt="2026-04-28T10:50:25.436" v="372" actId="478"/>
          <ac:cxnSpMkLst>
            <pc:docMk/>
            <pc:sldMk cId="3348402838" sldId="263"/>
            <ac:cxnSpMk id="69" creationId="{F5EC4BAE-814D-1806-66B0-0F176BAF0452}"/>
          </ac:cxnSpMkLst>
        </pc:cxnChg>
        <pc:cxnChg chg="add mod">
          <ac:chgData name="Luis Guinea" userId="f040cd607ac8806d" providerId="LiveId" clId="{89890A16-D95C-48D1-8D5A-F39C0C2B1E7F}" dt="2026-04-28T11:29:42.352" v="641" actId="1076"/>
          <ac:cxnSpMkLst>
            <pc:docMk/>
            <pc:sldMk cId="3348402838" sldId="263"/>
            <ac:cxnSpMk id="72" creationId="{B49966F1-99A5-5578-9D60-7B6098B232E5}"/>
          </ac:cxnSpMkLst>
        </pc:cxnChg>
        <pc:cxnChg chg="add mod">
          <ac:chgData name="Luis Guinea" userId="f040cd607ac8806d" providerId="LiveId" clId="{89890A16-D95C-48D1-8D5A-F39C0C2B1E7F}" dt="2026-04-28T11:29:49.469" v="642" actId="14100"/>
          <ac:cxnSpMkLst>
            <pc:docMk/>
            <pc:sldMk cId="3348402838" sldId="263"/>
            <ac:cxnSpMk id="76" creationId="{96CF2578-0F47-A4F3-A936-8942CED8E599}"/>
          </ac:cxnSpMkLst>
        </pc:cxnChg>
      </pc:sldChg>
      <pc:sldChg chg="addSp delSp modSp add mod">
        <pc:chgData name="Luis Guinea" userId="f040cd607ac8806d" providerId="LiveId" clId="{89890A16-D95C-48D1-8D5A-F39C0C2B1E7F}" dt="2026-04-28T11:33:23.252" v="679" actId="1076"/>
        <pc:sldMkLst>
          <pc:docMk/>
          <pc:sldMk cId="2464733681" sldId="264"/>
        </pc:sldMkLst>
        <pc:spChg chg="add del mod">
          <ac:chgData name="Luis Guinea" userId="f040cd607ac8806d" providerId="LiveId" clId="{89890A16-D95C-48D1-8D5A-F39C0C2B1E7F}" dt="2026-04-28T10:51:36.819" v="378" actId="478"/>
          <ac:spMkLst>
            <pc:docMk/>
            <pc:sldMk cId="2464733681" sldId="264"/>
            <ac:spMk id="3" creationId="{AC495E28-03DF-64AF-4554-20D4D285C6D5}"/>
          </ac:spMkLst>
        </pc:spChg>
        <pc:spChg chg="add mod">
          <ac:chgData name="Luis Guinea" userId="f040cd607ac8806d" providerId="LiveId" clId="{89890A16-D95C-48D1-8D5A-F39C0C2B1E7F}" dt="2026-04-28T11:30:51.034" v="653" actId="1076"/>
          <ac:spMkLst>
            <pc:docMk/>
            <pc:sldMk cId="2464733681" sldId="264"/>
            <ac:spMk id="20" creationId="{2D2F6A91-0C8D-6F2D-54D5-6ED9995E050B}"/>
          </ac:spMkLst>
        </pc:spChg>
        <pc:spChg chg="mod">
          <ac:chgData name="Luis Guinea" userId="f040cd607ac8806d" providerId="LiveId" clId="{89890A16-D95C-48D1-8D5A-F39C0C2B1E7F}" dt="2026-04-28T11:01:08.548" v="572" actId="1076"/>
          <ac:spMkLst>
            <pc:docMk/>
            <pc:sldMk cId="2464733681" sldId="264"/>
            <ac:spMk id="28" creationId="{791D515D-00DC-E3A2-1BC1-89EB9526AB00}"/>
          </ac:spMkLst>
        </pc:spChg>
        <pc:spChg chg="mod">
          <ac:chgData name="Luis Guinea" userId="f040cd607ac8806d" providerId="LiveId" clId="{89890A16-D95C-48D1-8D5A-F39C0C2B1E7F}" dt="2026-04-28T10:53:17.153" v="442" actId="1076"/>
          <ac:spMkLst>
            <pc:docMk/>
            <pc:sldMk cId="2464733681" sldId="264"/>
            <ac:spMk id="30" creationId="{4945E3C7-76EF-3FC6-606A-E7CA2532481F}"/>
          </ac:spMkLst>
        </pc:spChg>
        <pc:spChg chg="mod">
          <ac:chgData name="Luis Guinea" userId="f040cd607ac8806d" providerId="LiveId" clId="{89890A16-D95C-48D1-8D5A-F39C0C2B1E7F}" dt="2026-04-28T11:03:15.617" v="587" actId="20577"/>
          <ac:spMkLst>
            <pc:docMk/>
            <pc:sldMk cId="2464733681" sldId="264"/>
            <ac:spMk id="32" creationId="{F14B7BE2-925C-19A1-26E6-A24E18E64337}"/>
          </ac:spMkLst>
        </pc:spChg>
        <pc:spChg chg="mod">
          <ac:chgData name="Luis Guinea" userId="f040cd607ac8806d" providerId="LiveId" clId="{89890A16-D95C-48D1-8D5A-F39C0C2B1E7F}" dt="2026-04-28T10:52:02.215" v="380" actId="1076"/>
          <ac:spMkLst>
            <pc:docMk/>
            <pc:sldMk cId="2464733681" sldId="264"/>
            <ac:spMk id="56" creationId="{7B194799-EA09-77DB-77F5-B8A2A7B18DC6}"/>
          </ac:spMkLst>
        </pc:spChg>
        <pc:spChg chg="mod">
          <ac:chgData name="Luis Guinea" userId="f040cd607ac8806d" providerId="LiveId" clId="{89890A16-D95C-48D1-8D5A-F39C0C2B1E7F}" dt="2026-04-28T11:08:33.877" v="607" actId="20577"/>
          <ac:spMkLst>
            <pc:docMk/>
            <pc:sldMk cId="2464733681" sldId="264"/>
            <ac:spMk id="60" creationId="{24AE5568-1CDE-4023-567E-4CEBADB6783B}"/>
          </ac:spMkLst>
        </pc:spChg>
        <pc:spChg chg="mod">
          <ac:chgData name="Luis Guinea" userId="f040cd607ac8806d" providerId="LiveId" clId="{89890A16-D95C-48D1-8D5A-F39C0C2B1E7F}" dt="2026-04-28T11:31:03.727" v="670" actId="20577"/>
          <ac:spMkLst>
            <pc:docMk/>
            <pc:sldMk cId="2464733681" sldId="264"/>
            <ac:spMk id="61" creationId="{6422F771-E194-02EE-DD34-6A5592306DAE}"/>
          </ac:spMkLst>
        </pc:spChg>
        <pc:spChg chg="del mod">
          <ac:chgData name="Luis Guinea" userId="f040cd607ac8806d" providerId="LiveId" clId="{89890A16-D95C-48D1-8D5A-F39C0C2B1E7F}" dt="2026-04-28T11:30:33.486" v="644" actId="478"/>
          <ac:spMkLst>
            <pc:docMk/>
            <pc:sldMk cId="2464733681" sldId="264"/>
            <ac:spMk id="62" creationId="{F3DC6B3F-EF3D-F2BF-133D-A44F17B6806B}"/>
          </ac:spMkLst>
        </pc:spChg>
        <pc:spChg chg="mod">
          <ac:chgData name="Luis Guinea" userId="f040cd607ac8806d" providerId="LiveId" clId="{89890A16-D95C-48D1-8D5A-F39C0C2B1E7F}" dt="2026-04-28T10:53:31.820" v="444" actId="1076"/>
          <ac:spMkLst>
            <pc:docMk/>
            <pc:sldMk cId="2464733681" sldId="264"/>
            <ac:spMk id="70" creationId="{FF6029AF-333C-0ABA-9C61-358FBA419DCA}"/>
          </ac:spMkLst>
        </pc:spChg>
        <pc:picChg chg="del">
          <ac:chgData name="Luis Guinea" userId="f040cd607ac8806d" providerId="LiveId" clId="{89890A16-D95C-48D1-8D5A-F39C0C2B1E7F}" dt="2026-04-28T10:51:10.070" v="375" actId="478"/>
          <ac:picMkLst>
            <pc:docMk/>
            <pc:sldMk cId="2464733681" sldId="264"/>
            <ac:picMk id="4" creationId="{263B8F28-DAB7-66EB-3B7E-FC4233A0D8CD}"/>
          </ac:picMkLst>
        </pc:picChg>
        <pc:cxnChg chg="del">
          <ac:chgData name="Luis Guinea" userId="f040cd607ac8806d" providerId="LiveId" clId="{89890A16-D95C-48D1-8D5A-F39C0C2B1E7F}" dt="2026-04-28T10:51:19.503" v="376" actId="478"/>
          <ac:cxnSpMkLst>
            <pc:docMk/>
            <pc:sldMk cId="2464733681" sldId="264"/>
            <ac:cxnSpMk id="6" creationId="{D41E8CBA-B39E-C6B6-2330-8B6D79952B51}"/>
          </ac:cxnSpMkLst>
        </pc:cxnChg>
        <pc:cxnChg chg="del">
          <ac:chgData name="Luis Guinea" userId="f040cd607ac8806d" providerId="LiveId" clId="{89890A16-D95C-48D1-8D5A-F39C0C2B1E7F}" dt="2026-04-28T10:51:19.503" v="376" actId="478"/>
          <ac:cxnSpMkLst>
            <pc:docMk/>
            <pc:sldMk cId="2464733681" sldId="264"/>
            <ac:cxnSpMk id="8" creationId="{7402E870-F5B6-3C0E-60E3-BB337B27E090}"/>
          </ac:cxnSpMkLst>
        </pc:cxnChg>
        <pc:cxnChg chg="add mod">
          <ac:chgData name="Luis Guinea" userId="f040cd607ac8806d" providerId="LiveId" clId="{89890A16-D95C-48D1-8D5A-F39C0C2B1E7F}" dt="2026-04-28T11:01:21.715" v="574" actId="1076"/>
          <ac:cxnSpMkLst>
            <pc:docMk/>
            <pc:sldMk cId="2464733681" sldId="264"/>
            <ac:cxnSpMk id="11" creationId="{6AB4A6E9-0EA7-D347-729C-6E74F74FFB33}"/>
          </ac:cxnSpMkLst>
        </pc:cxnChg>
        <pc:cxnChg chg="del">
          <ac:chgData name="Luis Guinea" userId="f040cd607ac8806d" providerId="LiveId" clId="{89890A16-D95C-48D1-8D5A-F39C0C2B1E7F}" dt="2026-04-28T10:51:19.503" v="376" actId="478"/>
          <ac:cxnSpMkLst>
            <pc:docMk/>
            <pc:sldMk cId="2464733681" sldId="264"/>
            <ac:cxnSpMk id="12" creationId="{378C9196-6DD8-E86B-2412-F268F7FBC325}"/>
          </ac:cxnSpMkLst>
        </pc:cxnChg>
        <pc:cxnChg chg="add mod">
          <ac:chgData name="Luis Guinea" userId="f040cd607ac8806d" providerId="LiveId" clId="{89890A16-D95C-48D1-8D5A-F39C0C2B1E7F}" dt="2026-04-28T11:01:21.715" v="574" actId="1076"/>
          <ac:cxnSpMkLst>
            <pc:docMk/>
            <pc:sldMk cId="2464733681" sldId="264"/>
            <ac:cxnSpMk id="13" creationId="{12FC1832-AC8E-6D2D-F1A4-2A1FACDBA7A2}"/>
          </ac:cxnSpMkLst>
        </pc:cxnChg>
        <pc:cxnChg chg="del">
          <ac:chgData name="Luis Guinea" userId="f040cd607ac8806d" providerId="LiveId" clId="{89890A16-D95C-48D1-8D5A-F39C0C2B1E7F}" dt="2026-04-28T10:51:19.503" v="376" actId="478"/>
          <ac:cxnSpMkLst>
            <pc:docMk/>
            <pc:sldMk cId="2464733681" sldId="264"/>
            <ac:cxnSpMk id="14" creationId="{B47C08F4-6654-8E21-AFFD-5F99827CD249}"/>
          </ac:cxnSpMkLst>
        </pc:cxnChg>
        <pc:cxnChg chg="del">
          <ac:chgData name="Luis Guinea" userId="f040cd607ac8806d" providerId="LiveId" clId="{89890A16-D95C-48D1-8D5A-F39C0C2B1E7F}" dt="2026-04-28T10:51:19.503" v="376" actId="478"/>
          <ac:cxnSpMkLst>
            <pc:docMk/>
            <pc:sldMk cId="2464733681" sldId="264"/>
            <ac:cxnSpMk id="15" creationId="{5E096977-0BE4-C624-38CC-1756A4D4D63D}"/>
          </ac:cxnSpMkLst>
        </pc:cxnChg>
        <pc:cxnChg chg="del">
          <ac:chgData name="Luis Guinea" userId="f040cd607ac8806d" providerId="LiveId" clId="{89890A16-D95C-48D1-8D5A-F39C0C2B1E7F}" dt="2026-04-28T10:51:19.503" v="376" actId="478"/>
          <ac:cxnSpMkLst>
            <pc:docMk/>
            <pc:sldMk cId="2464733681" sldId="264"/>
            <ac:cxnSpMk id="16" creationId="{B3AFBAF9-08D7-ADAA-F019-713175AC8412}"/>
          </ac:cxnSpMkLst>
        </pc:cxnChg>
        <pc:cxnChg chg="add mod">
          <ac:chgData name="Luis Guinea" userId="f040cd607ac8806d" providerId="LiveId" clId="{89890A16-D95C-48D1-8D5A-F39C0C2B1E7F}" dt="2026-04-28T11:01:21.715" v="574" actId="1076"/>
          <ac:cxnSpMkLst>
            <pc:docMk/>
            <pc:sldMk cId="2464733681" sldId="264"/>
            <ac:cxnSpMk id="17" creationId="{7CAED4E6-EA85-93D7-5B00-1A58B0658E73}"/>
          </ac:cxnSpMkLst>
        </pc:cxnChg>
        <pc:cxnChg chg="add del mod">
          <ac:chgData name="Luis Guinea" userId="f040cd607ac8806d" providerId="LiveId" clId="{89890A16-D95C-48D1-8D5A-F39C0C2B1E7F}" dt="2026-04-28T11:01:58.937" v="575" actId="478"/>
          <ac:cxnSpMkLst>
            <pc:docMk/>
            <pc:sldMk cId="2464733681" sldId="264"/>
            <ac:cxnSpMk id="18" creationId="{83938DCF-A77F-6571-1904-F9D620608CF9}"/>
          </ac:cxnSpMkLst>
        </pc:cxnChg>
        <pc:cxnChg chg="add del mod">
          <ac:chgData name="Luis Guinea" userId="f040cd607ac8806d" providerId="LiveId" clId="{89890A16-D95C-48D1-8D5A-F39C0C2B1E7F}" dt="2026-04-28T11:02:00.997" v="576" actId="478"/>
          <ac:cxnSpMkLst>
            <pc:docMk/>
            <pc:sldMk cId="2464733681" sldId="264"/>
            <ac:cxnSpMk id="19" creationId="{5A9F5F91-4F9D-C097-FA0C-9130E795801A}"/>
          </ac:cxnSpMkLst>
        </pc:cxnChg>
        <pc:cxnChg chg="add del mod">
          <ac:chgData name="Luis Guinea" userId="f040cd607ac8806d" providerId="LiveId" clId="{89890A16-D95C-48D1-8D5A-F39C0C2B1E7F}" dt="2026-04-28T11:05:55.985" v="600" actId="478"/>
          <ac:cxnSpMkLst>
            <pc:docMk/>
            <pc:sldMk cId="2464733681" sldId="264"/>
            <ac:cxnSpMk id="21" creationId="{84162C34-CFFE-E064-85E9-E0943AF1DB30}"/>
          </ac:cxnSpMkLst>
        </pc:cxnChg>
        <pc:cxnChg chg="add del mod">
          <ac:chgData name="Luis Guinea" userId="f040cd607ac8806d" providerId="LiveId" clId="{89890A16-D95C-48D1-8D5A-F39C0C2B1E7F}" dt="2026-04-28T11:33:23.252" v="679" actId="1076"/>
          <ac:cxnSpMkLst>
            <pc:docMk/>
            <pc:sldMk cId="2464733681" sldId="264"/>
            <ac:cxnSpMk id="22" creationId="{3A8309FD-3D28-E3ED-8FF1-D2F832AD0474}"/>
          </ac:cxnSpMkLst>
        </pc:cxnChg>
        <pc:cxnChg chg="add mod">
          <ac:chgData name="Luis Guinea" userId="f040cd607ac8806d" providerId="LiveId" clId="{89890A16-D95C-48D1-8D5A-F39C0C2B1E7F}" dt="2026-04-28T11:33:14.503" v="678" actId="1076"/>
          <ac:cxnSpMkLst>
            <pc:docMk/>
            <pc:sldMk cId="2464733681" sldId="264"/>
            <ac:cxnSpMk id="23" creationId="{650E2790-FDB0-ABA7-91AD-88A80EA749B6}"/>
          </ac:cxnSpMkLst>
        </pc:cxnChg>
        <pc:cxnChg chg="add mod">
          <ac:chgData name="Luis Guinea" userId="f040cd607ac8806d" providerId="LiveId" clId="{89890A16-D95C-48D1-8D5A-F39C0C2B1E7F}" dt="2026-04-28T11:33:10.596" v="677" actId="1076"/>
          <ac:cxnSpMkLst>
            <pc:docMk/>
            <pc:sldMk cId="2464733681" sldId="264"/>
            <ac:cxnSpMk id="24" creationId="{BB8885E2-1D19-7D6F-F762-C70E3E413DE2}"/>
          </ac:cxnSpMkLst>
        </pc:cxnChg>
        <pc:cxnChg chg="mod">
          <ac:chgData name="Luis Guinea" userId="f040cd607ac8806d" providerId="LiveId" clId="{89890A16-D95C-48D1-8D5A-F39C0C2B1E7F}" dt="2026-04-28T10:52:02.215" v="380" actId="1076"/>
          <ac:cxnSpMkLst>
            <pc:docMk/>
            <pc:sldMk cId="2464733681" sldId="264"/>
            <ac:cxnSpMk id="25" creationId="{5B3B68D6-EB14-AACB-EE91-ED0F7F3DA3F1}"/>
          </ac:cxnSpMkLst>
        </pc:cxnChg>
        <pc:cxnChg chg="mod">
          <ac:chgData name="Luis Guinea" userId="f040cd607ac8806d" providerId="LiveId" clId="{89890A16-D95C-48D1-8D5A-F39C0C2B1E7F}" dt="2026-04-28T10:52:02.215" v="380" actId="1076"/>
          <ac:cxnSpMkLst>
            <pc:docMk/>
            <pc:sldMk cId="2464733681" sldId="264"/>
            <ac:cxnSpMk id="26" creationId="{11DF7D25-C6AF-8B0F-6104-9DCE179D56F0}"/>
          </ac:cxnSpMkLst>
        </pc:cxnChg>
        <pc:cxnChg chg="mod">
          <ac:chgData name="Luis Guinea" userId="f040cd607ac8806d" providerId="LiveId" clId="{89890A16-D95C-48D1-8D5A-F39C0C2B1E7F}" dt="2026-04-28T10:51:49.735" v="379" actId="1076"/>
          <ac:cxnSpMkLst>
            <pc:docMk/>
            <pc:sldMk cId="2464733681" sldId="264"/>
            <ac:cxnSpMk id="27" creationId="{0D221EA0-EB91-868E-3500-E7B47BA20DAC}"/>
          </ac:cxnSpMkLst>
        </pc:cxnChg>
        <pc:cxnChg chg="mod">
          <ac:chgData name="Luis Guinea" userId="f040cd607ac8806d" providerId="LiveId" clId="{89890A16-D95C-48D1-8D5A-F39C0C2B1E7F}" dt="2026-04-28T10:52:02.215" v="380" actId="1076"/>
          <ac:cxnSpMkLst>
            <pc:docMk/>
            <pc:sldMk cId="2464733681" sldId="264"/>
            <ac:cxnSpMk id="33" creationId="{8BD3581A-0DDC-3A10-38B5-7852C08B95F2}"/>
          </ac:cxnSpMkLst>
        </pc:cxnChg>
        <pc:cxnChg chg="mod">
          <ac:chgData name="Luis Guinea" userId="f040cd607ac8806d" providerId="LiveId" clId="{89890A16-D95C-48D1-8D5A-F39C0C2B1E7F}" dt="2026-04-28T10:52:02.215" v="380" actId="1076"/>
          <ac:cxnSpMkLst>
            <pc:docMk/>
            <pc:sldMk cId="2464733681" sldId="264"/>
            <ac:cxnSpMk id="34" creationId="{11D47C76-983F-FF14-7F40-FAFA26F6EA71}"/>
          </ac:cxnSpMkLst>
        </pc:cxnChg>
        <pc:cxnChg chg="mod">
          <ac:chgData name="Luis Guinea" userId="f040cd607ac8806d" providerId="LiveId" clId="{89890A16-D95C-48D1-8D5A-F39C0C2B1E7F}" dt="2026-04-28T10:52:02.215" v="380" actId="1076"/>
          <ac:cxnSpMkLst>
            <pc:docMk/>
            <pc:sldMk cId="2464733681" sldId="264"/>
            <ac:cxnSpMk id="36" creationId="{05C12C34-511A-6D48-B97B-7E7D54226222}"/>
          </ac:cxnSpMkLst>
        </pc:cxnChg>
        <pc:cxnChg chg="mod">
          <ac:chgData name="Luis Guinea" userId="f040cd607ac8806d" providerId="LiveId" clId="{89890A16-D95C-48D1-8D5A-F39C0C2B1E7F}" dt="2026-04-28T10:52:02.215" v="380" actId="1076"/>
          <ac:cxnSpMkLst>
            <pc:docMk/>
            <pc:sldMk cId="2464733681" sldId="264"/>
            <ac:cxnSpMk id="50" creationId="{AED4803F-B704-DDF9-9975-1CB403828081}"/>
          </ac:cxnSpMkLst>
        </pc:cxnChg>
        <pc:cxnChg chg="mod">
          <ac:chgData name="Luis Guinea" userId="f040cd607ac8806d" providerId="LiveId" clId="{89890A16-D95C-48D1-8D5A-F39C0C2B1E7F}" dt="2026-04-28T10:52:02.215" v="380" actId="1076"/>
          <ac:cxnSpMkLst>
            <pc:docMk/>
            <pc:sldMk cId="2464733681" sldId="264"/>
            <ac:cxnSpMk id="54" creationId="{1798684B-C779-B823-6CDE-357A819C91BF}"/>
          </ac:cxnSpMkLst>
        </pc:cxnChg>
        <pc:cxnChg chg="mod">
          <ac:chgData name="Luis Guinea" userId="f040cd607ac8806d" providerId="LiveId" clId="{89890A16-D95C-48D1-8D5A-F39C0C2B1E7F}" dt="2026-04-28T11:03:34.305" v="588" actId="1076"/>
          <ac:cxnSpMkLst>
            <pc:docMk/>
            <pc:sldMk cId="2464733681" sldId="264"/>
            <ac:cxnSpMk id="57" creationId="{CF14CF7A-6673-27F1-9C09-81A70601489E}"/>
          </ac:cxnSpMkLst>
        </pc:cxnChg>
        <pc:cxnChg chg="mod">
          <ac:chgData name="Luis Guinea" userId="f040cd607ac8806d" providerId="LiveId" clId="{89890A16-D95C-48D1-8D5A-F39C0C2B1E7F}" dt="2026-04-28T11:03:34.305" v="588" actId="1076"/>
          <ac:cxnSpMkLst>
            <pc:docMk/>
            <pc:sldMk cId="2464733681" sldId="264"/>
            <ac:cxnSpMk id="58" creationId="{36E9D48D-6F64-4D32-48C0-C42585DDA93B}"/>
          </ac:cxnSpMkLst>
        </pc:cxnChg>
        <pc:cxnChg chg="del">
          <ac:chgData name="Luis Guinea" userId="f040cd607ac8806d" providerId="LiveId" clId="{89890A16-D95C-48D1-8D5A-F39C0C2B1E7F}" dt="2026-04-28T10:55:56.370" v="470" actId="478"/>
          <ac:cxnSpMkLst>
            <pc:docMk/>
            <pc:sldMk cId="2464733681" sldId="264"/>
            <ac:cxnSpMk id="59" creationId="{427627DC-CA8B-A74D-36DD-62C4E511C473}"/>
          </ac:cxnSpMkLst>
        </pc:cxnChg>
        <pc:cxnChg chg="mod">
          <ac:chgData name="Luis Guinea" userId="f040cd607ac8806d" providerId="LiveId" clId="{89890A16-D95C-48D1-8D5A-F39C0C2B1E7F}" dt="2026-04-28T11:03:34.305" v="588" actId="1076"/>
          <ac:cxnSpMkLst>
            <pc:docMk/>
            <pc:sldMk cId="2464733681" sldId="264"/>
            <ac:cxnSpMk id="63" creationId="{AA875272-A168-07CD-DA07-0AA4F0B3EE83}"/>
          </ac:cxnSpMkLst>
        </pc:cxnChg>
        <pc:cxnChg chg="mod">
          <ac:chgData name="Luis Guinea" userId="f040cd607ac8806d" providerId="LiveId" clId="{89890A16-D95C-48D1-8D5A-F39C0C2B1E7F}" dt="2026-04-28T11:31:15.212" v="671" actId="1076"/>
          <ac:cxnSpMkLst>
            <pc:docMk/>
            <pc:sldMk cId="2464733681" sldId="264"/>
            <ac:cxnSpMk id="64" creationId="{FB2B80D4-3FD9-ABF2-B1AE-A04008A5686C}"/>
          </ac:cxnSpMkLst>
        </pc:cxnChg>
        <pc:cxnChg chg="mod">
          <ac:chgData name="Luis Guinea" userId="f040cd607ac8806d" providerId="LiveId" clId="{89890A16-D95C-48D1-8D5A-F39C0C2B1E7F}" dt="2026-04-28T11:31:15.212" v="671" actId="1076"/>
          <ac:cxnSpMkLst>
            <pc:docMk/>
            <pc:sldMk cId="2464733681" sldId="264"/>
            <ac:cxnSpMk id="65" creationId="{5DE6EBB8-BCE0-E964-E542-509486014317}"/>
          </ac:cxnSpMkLst>
        </pc:cxnChg>
        <pc:cxnChg chg="del mod">
          <ac:chgData name="Luis Guinea" userId="f040cd607ac8806d" providerId="LiveId" clId="{89890A16-D95C-48D1-8D5A-F39C0C2B1E7F}" dt="2026-04-28T11:30:26.612" v="643" actId="478"/>
          <ac:cxnSpMkLst>
            <pc:docMk/>
            <pc:sldMk cId="2464733681" sldId="264"/>
            <ac:cxnSpMk id="66" creationId="{A828E9AB-97BC-114B-96B8-56D1E1419D1C}"/>
          </ac:cxnSpMkLst>
        </pc:cxnChg>
        <pc:cxnChg chg="mod">
          <ac:chgData name="Luis Guinea" userId="f040cd607ac8806d" providerId="LiveId" clId="{89890A16-D95C-48D1-8D5A-F39C0C2B1E7F}" dt="2026-04-28T11:31:15.212" v="671" actId="1076"/>
          <ac:cxnSpMkLst>
            <pc:docMk/>
            <pc:sldMk cId="2464733681" sldId="264"/>
            <ac:cxnSpMk id="67" creationId="{6ACF19A5-9E96-56E4-EBDB-E33FE046AAB9}"/>
          </ac:cxnSpMkLst>
        </pc:cxnChg>
        <pc:cxnChg chg="mod">
          <ac:chgData name="Luis Guinea" userId="f040cd607ac8806d" providerId="LiveId" clId="{89890A16-D95C-48D1-8D5A-F39C0C2B1E7F}" dt="2026-04-28T11:03:34.305" v="588" actId="1076"/>
          <ac:cxnSpMkLst>
            <pc:docMk/>
            <pc:sldMk cId="2464733681" sldId="264"/>
            <ac:cxnSpMk id="68" creationId="{47A2E175-3AD5-C0E2-63B0-DF451FF0E129}"/>
          </ac:cxnSpMkLst>
        </pc:cxnChg>
        <pc:cxnChg chg="mod">
          <ac:chgData name="Luis Guinea" userId="f040cd607ac8806d" providerId="LiveId" clId="{89890A16-D95C-48D1-8D5A-F39C0C2B1E7F}" dt="2026-04-28T11:31:32.512" v="674" actId="14100"/>
          <ac:cxnSpMkLst>
            <pc:docMk/>
            <pc:sldMk cId="2464733681" sldId="264"/>
            <ac:cxnSpMk id="69" creationId="{D3A92924-55CA-C13A-31A0-577AF5BB8667}"/>
          </ac:cxnSpMkLst>
        </pc:cxnChg>
      </pc:sldChg>
      <pc:sldChg chg="addSp delSp modSp new mod">
        <pc:chgData name="Luis Guinea" userId="f040cd607ac8806d" providerId="LiveId" clId="{89890A16-D95C-48D1-8D5A-F39C0C2B1E7F}" dt="2026-04-28T14:44:33.901" v="709" actId="478"/>
        <pc:sldMkLst>
          <pc:docMk/>
          <pc:sldMk cId="710589559" sldId="265"/>
        </pc:sldMkLst>
        <pc:spChg chg="del">
          <ac:chgData name="Luis Guinea" userId="f040cd607ac8806d" providerId="LiveId" clId="{89890A16-D95C-48D1-8D5A-F39C0C2B1E7F}" dt="2026-04-28T14:41:30.036" v="685" actId="478"/>
          <ac:spMkLst>
            <pc:docMk/>
            <pc:sldMk cId="710589559" sldId="265"/>
            <ac:spMk id="2" creationId="{B8FB73B4-0350-8967-70A3-A2F92F92C17D}"/>
          </ac:spMkLst>
        </pc:spChg>
        <pc:spChg chg="del">
          <ac:chgData name="Luis Guinea" userId="f040cd607ac8806d" providerId="LiveId" clId="{89890A16-D95C-48D1-8D5A-F39C0C2B1E7F}" dt="2026-04-28T14:41:27.989" v="684" actId="478"/>
          <ac:spMkLst>
            <pc:docMk/>
            <pc:sldMk cId="710589559" sldId="265"/>
            <ac:spMk id="3" creationId="{3F200992-8BDB-9DCA-D1B2-6630DC325F08}"/>
          </ac:spMkLst>
        </pc:spChg>
        <pc:picChg chg="add del mod">
          <ac:chgData name="Luis Guinea" userId="f040cd607ac8806d" providerId="LiveId" clId="{89890A16-D95C-48D1-8D5A-F39C0C2B1E7F}" dt="2026-04-28T14:42:59.689" v="691" actId="478"/>
          <ac:picMkLst>
            <pc:docMk/>
            <pc:sldMk cId="710589559" sldId="265"/>
            <ac:picMk id="5" creationId="{BBD71DD0-C278-1A7B-79E4-DC34F3B029D3}"/>
          </ac:picMkLst>
        </pc:picChg>
        <pc:picChg chg="add mod">
          <ac:chgData name="Luis Guinea" userId="f040cd607ac8806d" providerId="LiveId" clId="{89890A16-D95C-48D1-8D5A-F39C0C2B1E7F}" dt="2026-04-28T14:41:46.668" v="690" actId="14100"/>
          <ac:picMkLst>
            <pc:docMk/>
            <pc:sldMk cId="710589559" sldId="265"/>
            <ac:picMk id="7" creationId="{63C1F6BD-22D9-A749-7427-9E9FFCFF0BEC}"/>
          </ac:picMkLst>
        </pc:picChg>
        <pc:picChg chg="add mod">
          <ac:chgData name="Luis Guinea" userId="f040cd607ac8806d" providerId="LiveId" clId="{89890A16-D95C-48D1-8D5A-F39C0C2B1E7F}" dt="2026-04-28T14:43:14.333" v="697" actId="1076"/>
          <ac:picMkLst>
            <pc:docMk/>
            <pc:sldMk cId="710589559" sldId="265"/>
            <ac:picMk id="9" creationId="{D8CBE73F-DFF8-8BFC-99B7-63C2CD9FAF74}"/>
          </ac:picMkLst>
        </pc:picChg>
        <pc:cxnChg chg="add del mod">
          <ac:chgData name="Luis Guinea" userId="f040cd607ac8806d" providerId="LiveId" clId="{89890A16-D95C-48D1-8D5A-F39C0C2B1E7F}" dt="2026-04-28T14:44:31.495" v="708" actId="478"/>
          <ac:cxnSpMkLst>
            <pc:docMk/>
            <pc:sldMk cId="710589559" sldId="265"/>
            <ac:cxnSpMk id="11" creationId="{C1CE5309-B4DF-48C1-CEF0-BA9B2157B23D}"/>
          </ac:cxnSpMkLst>
        </pc:cxnChg>
        <pc:cxnChg chg="add del mod">
          <ac:chgData name="Luis Guinea" userId="f040cd607ac8806d" providerId="LiveId" clId="{89890A16-D95C-48D1-8D5A-F39C0C2B1E7F}" dt="2026-04-28T14:44:33.901" v="709" actId="478"/>
          <ac:cxnSpMkLst>
            <pc:docMk/>
            <pc:sldMk cId="710589559" sldId="265"/>
            <ac:cxnSpMk id="13" creationId="{5EEC3DA8-5CBD-A207-049A-23E59D0907CD}"/>
          </ac:cxnSpMkLst>
        </pc:cxnChg>
        <pc:cxnChg chg="add mod">
          <ac:chgData name="Luis Guinea" userId="f040cd607ac8806d" providerId="LiveId" clId="{89890A16-D95C-48D1-8D5A-F39C0C2B1E7F}" dt="2026-04-28T14:44:27.993" v="707" actId="1076"/>
          <ac:cxnSpMkLst>
            <pc:docMk/>
            <pc:sldMk cId="710589559" sldId="265"/>
            <ac:cxnSpMk id="18" creationId="{D45A27CB-8CA9-8A97-881E-D5F367CA20D9}"/>
          </ac:cxnSpMkLst>
        </pc:cxnChg>
        <pc:cxnChg chg="add mod">
          <ac:chgData name="Luis Guinea" userId="f040cd607ac8806d" providerId="LiveId" clId="{89890A16-D95C-48D1-8D5A-F39C0C2B1E7F}" dt="2026-04-28T14:44:27.993" v="707" actId="1076"/>
          <ac:cxnSpMkLst>
            <pc:docMk/>
            <pc:sldMk cId="710589559" sldId="265"/>
            <ac:cxnSpMk id="19" creationId="{363A4B67-55D0-5559-EF99-7D7F7A21E44C}"/>
          </ac:cxnSpMkLst>
        </pc:cxnChg>
      </pc:sldChg>
      <pc:sldChg chg="addSp delSp modSp new mod">
        <pc:chgData name="Luis Guinea" userId="f040cd607ac8806d" providerId="LiveId" clId="{89890A16-D95C-48D1-8D5A-F39C0C2B1E7F}" dt="2026-04-28T15:01:27.419" v="885" actId="20577"/>
        <pc:sldMkLst>
          <pc:docMk/>
          <pc:sldMk cId="3893442623" sldId="266"/>
        </pc:sldMkLst>
        <pc:spChg chg="del">
          <ac:chgData name="Luis Guinea" userId="f040cd607ac8806d" providerId="LiveId" clId="{89890A16-D95C-48D1-8D5A-F39C0C2B1E7F}" dt="2026-04-28T14:53:51.577" v="711" actId="478"/>
          <ac:spMkLst>
            <pc:docMk/>
            <pc:sldMk cId="3893442623" sldId="266"/>
            <ac:spMk id="2" creationId="{5A421FD0-EA7F-8103-E5CA-FF11FEC3DE23}"/>
          </ac:spMkLst>
        </pc:spChg>
        <pc:spChg chg="del">
          <ac:chgData name="Luis Guinea" userId="f040cd607ac8806d" providerId="LiveId" clId="{89890A16-D95C-48D1-8D5A-F39C0C2B1E7F}" dt="2026-04-28T14:53:54.026" v="712" actId="478"/>
          <ac:spMkLst>
            <pc:docMk/>
            <pc:sldMk cId="3893442623" sldId="266"/>
            <ac:spMk id="3" creationId="{392A034E-F08D-2599-6A76-1B2F19AD93E3}"/>
          </ac:spMkLst>
        </pc:spChg>
        <pc:spChg chg="add mod">
          <ac:chgData name="Luis Guinea" userId="f040cd607ac8806d" providerId="LiveId" clId="{89890A16-D95C-48D1-8D5A-F39C0C2B1E7F}" dt="2026-04-28T14:58:30.766" v="762" actId="1076"/>
          <ac:spMkLst>
            <pc:docMk/>
            <pc:sldMk cId="3893442623" sldId="266"/>
            <ac:spMk id="13" creationId="{6DF8C9A7-4D63-D577-B593-1B004D6FED7F}"/>
          </ac:spMkLst>
        </pc:spChg>
        <pc:spChg chg="add mod">
          <ac:chgData name="Luis Guinea" userId="f040cd607ac8806d" providerId="LiveId" clId="{89890A16-D95C-48D1-8D5A-F39C0C2B1E7F}" dt="2026-04-28T14:59:31.306" v="827" actId="313"/>
          <ac:spMkLst>
            <pc:docMk/>
            <pc:sldMk cId="3893442623" sldId="266"/>
            <ac:spMk id="14" creationId="{6659941C-AE27-EA3A-E0FE-CACD418694B7}"/>
          </ac:spMkLst>
        </pc:spChg>
        <pc:spChg chg="add mod">
          <ac:chgData name="Luis Guinea" userId="f040cd607ac8806d" providerId="LiveId" clId="{89890A16-D95C-48D1-8D5A-F39C0C2B1E7F}" dt="2026-04-28T15:00:31.474" v="863" actId="20577"/>
          <ac:spMkLst>
            <pc:docMk/>
            <pc:sldMk cId="3893442623" sldId="266"/>
            <ac:spMk id="15" creationId="{FF342D0C-3E41-AA9B-CD40-6B5C93CECFDD}"/>
          </ac:spMkLst>
        </pc:spChg>
        <pc:spChg chg="add mod">
          <ac:chgData name="Luis Guinea" userId="f040cd607ac8806d" providerId="LiveId" clId="{89890A16-D95C-48D1-8D5A-F39C0C2B1E7F}" dt="2026-04-28T15:01:27.419" v="885" actId="20577"/>
          <ac:spMkLst>
            <pc:docMk/>
            <pc:sldMk cId="3893442623" sldId="266"/>
            <ac:spMk id="16" creationId="{31006128-625F-F1FA-630C-9E9EC0FC8C4E}"/>
          </ac:spMkLst>
        </pc:spChg>
        <pc:picChg chg="add mod modCrop">
          <ac:chgData name="Luis Guinea" userId="f040cd607ac8806d" providerId="LiveId" clId="{89890A16-D95C-48D1-8D5A-F39C0C2B1E7F}" dt="2026-04-28T14:57:59.741" v="730" actId="1076"/>
          <ac:picMkLst>
            <pc:docMk/>
            <pc:sldMk cId="3893442623" sldId="266"/>
            <ac:picMk id="7" creationId="{7955ACF8-5E15-63E8-99CE-45EEF028360F}"/>
          </ac:picMkLst>
        </pc:picChg>
        <pc:picChg chg="add mod">
          <ac:chgData name="Luis Guinea" userId="f040cd607ac8806d" providerId="LiveId" clId="{89890A16-D95C-48D1-8D5A-F39C0C2B1E7F}" dt="2026-04-28T14:58:05.353" v="733" actId="1076"/>
          <ac:picMkLst>
            <pc:docMk/>
            <pc:sldMk cId="3893442623" sldId="266"/>
            <ac:picMk id="9" creationId="{51F5144C-9868-A56D-5485-71AE03D3B551}"/>
          </ac:picMkLst>
        </pc:picChg>
        <pc:picChg chg="add mod modCrop">
          <ac:chgData name="Luis Guinea" userId="f040cd607ac8806d" providerId="LiveId" clId="{89890A16-D95C-48D1-8D5A-F39C0C2B1E7F}" dt="2026-04-28T14:58:03.114" v="732" actId="1076"/>
          <ac:picMkLst>
            <pc:docMk/>
            <pc:sldMk cId="3893442623" sldId="266"/>
            <ac:picMk id="10" creationId="{B2FFE8A7-7FA3-7314-98C8-332092A377EA}"/>
          </ac:picMkLst>
        </pc:picChg>
        <pc:picChg chg="add mod">
          <ac:chgData name="Luis Guinea" userId="f040cd607ac8806d" providerId="LiveId" clId="{89890A16-D95C-48D1-8D5A-F39C0C2B1E7F}" dt="2026-04-28T14:58:01.130" v="731" actId="1076"/>
          <ac:picMkLst>
            <pc:docMk/>
            <pc:sldMk cId="3893442623" sldId="266"/>
            <ac:picMk id="12" creationId="{2901EB31-ABDA-56DD-1E98-35F76DA8A728}"/>
          </ac:picMkLst>
        </pc:picChg>
        <pc:cxnChg chg="add mod">
          <ac:chgData name="Luis Guinea" userId="f040cd607ac8806d" providerId="LiveId" clId="{89890A16-D95C-48D1-8D5A-F39C0C2B1E7F}" dt="2026-04-28T14:53:55.490" v="713"/>
          <ac:cxnSpMkLst>
            <pc:docMk/>
            <pc:sldMk cId="3893442623" sldId="266"/>
            <ac:cxnSpMk id="4" creationId="{8F66338A-81DA-C257-DF59-4A73CDF36751}"/>
          </ac:cxnSpMkLst>
        </pc:cxnChg>
        <pc:cxnChg chg="add mod">
          <ac:chgData name="Luis Guinea" userId="f040cd607ac8806d" providerId="LiveId" clId="{89890A16-D95C-48D1-8D5A-F39C0C2B1E7F}" dt="2026-04-28T14:53:55.490" v="713"/>
          <ac:cxnSpMkLst>
            <pc:docMk/>
            <pc:sldMk cId="3893442623" sldId="266"/>
            <ac:cxnSpMk id="5" creationId="{13758097-3258-B8FE-36F1-507B103C710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583B-67FD-466C-894F-C4C7C4AC903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E1767-B53F-4769-B399-955E95E14B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2657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583B-67FD-466C-894F-C4C7C4AC903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E1767-B53F-4769-B399-955E95E14B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1085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583B-67FD-466C-894F-C4C7C4AC903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E1767-B53F-4769-B399-955E95E14B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2965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583B-67FD-466C-894F-C4C7C4AC903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E1767-B53F-4769-B399-955E95E14B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01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583B-67FD-466C-894F-C4C7C4AC903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E1767-B53F-4769-B399-955E95E14B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3506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583B-67FD-466C-894F-C4C7C4AC903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E1767-B53F-4769-B399-955E95E14B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566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583B-67FD-466C-894F-C4C7C4AC903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E1767-B53F-4769-B399-955E95E14B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357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583B-67FD-466C-894F-C4C7C4AC903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E1767-B53F-4769-B399-955E95E14B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536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583B-67FD-466C-894F-C4C7C4AC903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E1767-B53F-4769-B399-955E95E14B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19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583B-67FD-466C-894F-C4C7C4AC903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E1767-B53F-4769-B399-955E95E14B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7973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583B-67FD-466C-894F-C4C7C4AC903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E1767-B53F-4769-B399-955E95E14B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687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A583B-67FD-466C-894F-C4C7C4AC903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E1767-B53F-4769-B399-955E95E14B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4289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076B9CB-E920-C8B4-1EA6-9AE2905BF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26" b="15585"/>
          <a:stretch>
            <a:fillRect/>
          </a:stretch>
        </p:blipFill>
        <p:spPr>
          <a:xfrm>
            <a:off x="1005496" y="2057399"/>
            <a:ext cx="4847008" cy="731520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0F910E0-4373-9B53-3714-B7E531BB5F22}"/>
              </a:ext>
            </a:extLst>
          </p:cNvPr>
          <p:cNvSpPr/>
          <p:nvPr/>
        </p:nvSpPr>
        <p:spPr>
          <a:xfrm>
            <a:off x="2661557" y="4588329"/>
            <a:ext cx="1436914" cy="816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AA658C2-8360-A835-DA8D-F4F472F676F3}"/>
              </a:ext>
            </a:extLst>
          </p:cNvPr>
          <p:cNvCxnSpPr>
            <a:cxnSpLocks/>
          </p:cNvCxnSpPr>
          <p:nvPr/>
        </p:nvCxnSpPr>
        <p:spPr>
          <a:xfrm>
            <a:off x="1959429" y="4833257"/>
            <a:ext cx="1469571" cy="0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DAD9E27-ABCD-302C-E795-864027195530}"/>
              </a:ext>
            </a:extLst>
          </p:cNvPr>
          <p:cNvCxnSpPr>
            <a:cxnSpLocks/>
          </p:cNvCxnSpPr>
          <p:nvPr/>
        </p:nvCxnSpPr>
        <p:spPr>
          <a:xfrm flipH="1">
            <a:off x="3429000" y="4833257"/>
            <a:ext cx="1469571" cy="0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28B0060-47A0-7B55-D36F-73E6504D92C3}"/>
              </a:ext>
            </a:extLst>
          </p:cNvPr>
          <p:cNvSpPr/>
          <p:nvPr/>
        </p:nvSpPr>
        <p:spPr>
          <a:xfrm>
            <a:off x="1730829" y="4903596"/>
            <a:ext cx="930728" cy="11923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CEB3B84-2127-D37A-EFF5-E377D7136A67}"/>
              </a:ext>
            </a:extLst>
          </p:cNvPr>
          <p:cNvSpPr/>
          <p:nvPr/>
        </p:nvSpPr>
        <p:spPr>
          <a:xfrm>
            <a:off x="4196445" y="4902340"/>
            <a:ext cx="930728" cy="11923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5E1C251-0634-2B97-537C-F98302088B9B}"/>
              </a:ext>
            </a:extLst>
          </p:cNvPr>
          <p:cNvCxnSpPr>
            <a:cxnSpLocks/>
          </p:cNvCxnSpPr>
          <p:nvPr/>
        </p:nvCxnSpPr>
        <p:spPr>
          <a:xfrm>
            <a:off x="3421552" y="4902340"/>
            <a:ext cx="7448" cy="596199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C4D021F-99C2-CE67-BE25-2F6C4B0B7C3F}"/>
              </a:ext>
            </a:extLst>
          </p:cNvPr>
          <p:cNvCxnSpPr>
            <a:cxnSpLocks/>
          </p:cNvCxnSpPr>
          <p:nvPr/>
        </p:nvCxnSpPr>
        <p:spPr>
          <a:xfrm flipH="1">
            <a:off x="2381459" y="8671727"/>
            <a:ext cx="794824" cy="0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olar, batería icono - vector. sencillo elemento ilustración desde ui ...">
            <a:extLst>
              <a:ext uri="{FF2B5EF4-FFF2-40B4-BE49-F238E27FC236}">
                <a16:creationId xmlns:a16="http://schemas.microsoft.com/office/drawing/2014/main" id="{6B46E6B0-F459-EFE0-D28C-3732704F7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372" y="7609116"/>
            <a:ext cx="1192398" cy="119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3194DDA6-ED85-3118-7807-E81D65013FE3}"/>
              </a:ext>
            </a:extLst>
          </p:cNvPr>
          <p:cNvCxnSpPr>
            <a:cxnSpLocks/>
          </p:cNvCxnSpPr>
          <p:nvPr/>
        </p:nvCxnSpPr>
        <p:spPr>
          <a:xfrm>
            <a:off x="3583625" y="8671727"/>
            <a:ext cx="807505" cy="0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08D7B72-6658-FDC1-DE87-7CCA9BEA24D0}"/>
              </a:ext>
            </a:extLst>
          </p:cNvPr>
          <p:cNvCxnSpPr>
            <a:cxnSpLocks/>
          </p:cNvCxnSpPr>
          <p:nvPr/>
        </p:nvCxnSpPr>
        <p:spPr>
          <a:xfrm flipH="1">
            <a:off x="3724596" y="8580455"/>
            <a:ext cx="666534" cy="0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07243D5-32E0-9E3A-0CE0-19ABC09BFAB4}"/>
              </a:ext>
            </a:extLst>
          </p:cNvPr>
          <p:cNvCxnSpPr>
            <a:cxnSpLocks/>
          </p:cNvCxnSpPr>
          <p:nvPr/>
        </p:nvCxnSpPr>
        <p:spPr>
          <a:xfrm flipV="1">
            <a:off x="3724596" y="7506956"/>
            <a:ext cx="0" cy="1073499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A9BA3D5D-E416-78D7-5FA4-E27F9038075A}"/>
              </a:ext>
            </a:extLst>
          </p:cNvPr>
          <p:cNvCxnSpPr>
            <a:cxnSpLocks/>
          </p:cNvCxnSpPr>
          <p:nvPr/>
        </p:nvCxnSpPr>
        <p:spPr>
          <a:xfrm flipH="1">
            <a:off x="3583625" y="7526215"/>
            <a:ext cx="18337" cy="1145512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F61A34D-F603-E762-5776-F409E993084E}"/>
              </a:ext>
            </a:extLst>
          </p:cNvPr>
          <p:cNvSpPr txBox="1"/>
          <p:nvPr/>
        </p:nvSpPr>
        <p:spPr>
          <a:xfrm>
            <a:off x="1185705" y="2819400"/>
            <a:ext cx="1990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Importaciones desde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8E4E9AFE-117B-FF29-A6A9-B39EA9EF4C91}"/>
              </a:ext>
            </a:extLst>
          </p:cNvPr>
          <p:cNvSpPr txBox="1"/>
          <p:nvPr/>
        </p:nvSpPr>
        <p:spPr>
          <a:xfrm>
            <a:off x="1185705" y="9362964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Exportaciones hacia Red eléctrica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C34C3142-8B75-75E9-2E2F-C69E73549DFF}"/>
              </a:ext>
            </a:extLst>
          </p:cNvPr>
          <p:cNvSpPr/>
          <p:nvPr/>
        </p:nvSpPr>
        <p:spPr>
          <a:xfrm>
            <a:off x="2803490" y="5498539"/>
            <a:ext cx="1258306" cy="1145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6" name="Marcador de contenido 10">
            <a:extLst>
              <a:ext uri="{FF2B5EF4-FFF2-40B4-BE49-F238E27FC236}">
                <a16:creationId xmlns:a16="http://schemas.microsoft.com/office/drawing/2014/main" id="{F09655BA-6087-3188-3B85-EA06F8F73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18" t="46257" r="34778" b="42043"/>
          <a:stretch>
            <a:fillRect/>
          </a:stretch>
        </p:blipFill>
        <p:spPr>
          <a:xfrm>
            <a:off x="1883811" y="5572111"/>
            <a:ext cx="875720" cy="766255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A5D99B32-BF07-C313-B736-2165A0C9A92B}"/>
              </a:ext>
            </a:extLst>
          </p:cNvPr>
          <p:cNvSpPr txBox="1"/>
          <p:nvPr/>
        </p:nvSpPr>
        <p:spPr>
          <a:xfrm>
            <a:off x="2661557" y="7026709"/>
            <a:ext cx="1828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400" dirty="0"/>
              <a:t>Consumo Total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1D2E819C-0EDE-48C3-2A22-7437CC9AE944}"/>
              </a:ext>
            </a:extLst>
          </p:cNvPr>
          <p:cNvSpPr/>
          <p:nvPr/>
        </p:nvSpPr>
        <p:spPr>
          <a:xfrm>
            <a:off x="1588896" y="5498539"/>
            <a:ext cx="3788732" cy="18601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D925BBB-60AE-5782-5A2B-D0E60E596A8D}"/>
              </a:ext>
            </a:extLst>
          </p:cNvPr>
          <p:cNvSpPr txBox="1"/>
          <p:nvPr/>
        </p:nvSpPr>
        <p:spPr>
          <a:xfrm>
            <a:off x="1686546" y="6325565"/>
            <a:ext cx="9307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200" dirty="0"/>
              <a:t>Doméstico</a:t>
            </a:r>
          </a:p>
          <a:p>
            <a:r>
              <a:rPr lang="es-ES" sz="1200" dirty="0"/>
              <a:t>150w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B46F72A-E8AD-42CD-8EEB-64DD52DF6FAB}"/>
              </a:ext>
            </a:extLst>
          </p:cNvPr>
          <p:cNvSpPr txBox="1"/>
          <p:nvPr/>
        </p:nvSpPr>
        <p:spPr>
          <a:xfrm>
            <a:off x="4433207" y="6238957"/>
            <a:ext cx="9307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200" dirty="0"/>
              <a:t>Tela</a:t>
            </a:r>
          </a:p>
          <a:p>
            <a:r>
              <a:rPr lang="es-ES" sz="1200" dirty="0"/>
              <a:t>176w</a:t>
            </a:r>
          </a:p>
        </p:txBody>
      </p:sp>
      <p:pic>
        <p:nvPicPr>
          <p:cNvPr id="1028" name="Picture 4" descr="How to Draw a Tesla - Easy Drawing Tutorial For Kids">
            <a:extLst>
              <a:ext uri="{FF2B5EF4-FFF2-40B4-BE49-F238E27FC236}">
                <a16:creationId xmlns:a16="http://schemas.microsoft.com/office/drawing/2014/main" id="{898DF953-9F45-DD8F-9658-7BDAD88097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30" b="18235"/>
          <a:stretch>
            <a:fillRect/>
          </a:stretch>
        </p:blipFill>
        <p:spPr bwMode="auto">
          <a:xfrm>
            <a:off x="3828123" y="5580843"/>
            <a:ext cx="1440981" cy="68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20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708CE344-B0BD-7117-CD34-9B2BE4555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114536"/>
              </p:ext>
            </p:extLst>
          </p:nvPr>
        </p:nvGraphicFramePr>
        <p:xfrm>
          <a:off x="1032468" y="2170444"/>
          <a:ext cx="4572000" cy="33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090">
                  <a:extLst>
                    <a:ext uri="{9D8B030D-6E8A-4147-A177-3AD203B41FA5}">
                      <a16:colId xmlns:a16="http://schemas.microsoft.com/office/drawing/2014/main" val="2866643006"/>
                    </a:ext>
                  </a:extLst>
                </a:gridCol>
                <a:gridCol w="2301910">
                  <a:extLst>
                    <a:ext uri="{9D8B030D-6E8A-4147-A177-3AD203B41FA5}">
                      <a16:colId xmlns:a16="http://schemas.microsoft.com/office/drawing/2014/main" val="397772094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81929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Cálculo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538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Importaciones desde red eléctrica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438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Paneles solares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Discrecional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806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Consumo domestico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Discrecional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345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Tesla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Discrecional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575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Exportaciones hacia Red eléctrica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840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17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063360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E07DAC82-24B2-03DA-7A3E-F6B9AC767115}"/>
              </a:ext>
            </a:extLst>
          </p:cNvPr>
          <p:cNvSpPr txBox="1"/>
          <p:nvPr/>
        </p:nvSpPr>
        <p:spPr>
          <a:xfrm>
            <a:off x="681069" y="6096000"/>
            <a:ext cx="5769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Balance positivo: PS-(DO+VE)&gt;0 -&gt; Exceso se exporta, se representa en 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Balance negativo: PS-(DO+VE)&lt;0 -&gt; Defecto se importa, se representa en IM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A00D864-66F5-CB69-C931-5D779992A98B}"/>
              </a:ext>
            </a:extLst>
          </p:cNvPr>
          <p:cNvSpPr txBox="1"/>
          <p:nvPr/>
        </p:nvSpPr>
        <p:spPr>
          <a:xfrm>
            <a:off x="681068" y="5726668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Cálculo</a:t>
            </a:r>
          </a:p>
        </p:txBody>
      </p:sp>
    </p:spTree>
    <p:extLst>
      <p:ext uri="{BB962C8B-B14F-4D97-AF65-F5344CB8AC3E}">
        <p14:creationId xmlns:p14="http://schemas.microsoft.com/office/powerpoint/2010/main" val="41982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57F82-E26D-40E1-2BD9-8C9E6B1C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0037BF9B-5E99-7681-595A-716A97941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668462"/>
              </p:ext>
            </p:extLst>
          </p:nvPr>
        </p:nvGraphicFramePr>
        <p:xfrm>
          <a:off x="1032468" y="2170444"/>
          <a:ext cx="4572000" cy="33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090">
                  <a:extLst>
                    <a:ext uri="{9D8B030D-6E8A-4147-A177-3AD203B41FA5}">
                      <a16:colId xmlns:a16="http://schemas.microsoft.com/office/drawing/2014/main" val="2866643006"/>
                    </a:ext>
                  </a:extLst>
                </a:gridCol>
                <a:gridCol w="2301910">
                  <a:extLst>
                    <a:ext uri="{9D8B030D-6E8A-4147-A177-3AD203B41FA5}">
                      <a16:colId xmlns:a16="http://schemas.microsoft.com/office/drawing/2014/main" val="397772094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81929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Cálculo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538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Importaciones desde red eléctrica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438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Paneles solares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Discrecional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806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Consumo domestico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Discrecional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345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Tesla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Discrecional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575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Exportaciones hacia Red eléctrica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840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Carga real Batería.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17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BAmax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Carga Máxima de la Batería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Discrecional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063360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A3B13FD0-C8A3-4BB8-1F8D-E3428F9939BB}"/>
              </a:ext>
            </a:extLst>
          </p:cNvPr>
          <p:cNvSpPr txBox="1"/>
          <p:nvPr/>
        </p:nvSpPr>
        <p:spPr>
          <a:xfrm>
            <a:off x="681069" y="6096000"/>
            <a:ext cx="530600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Balance positivo: PS-(DO+VE)&gt;0 -&gt;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Si la carga real de la batería &lt; BAmax la batería se carga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Si la carga real de la batería es = BA todo el exceso a EX</a:t>
            </a:r>
          </a:p>
          <a:p>
            <a:r>
              <a:rPr lang="es-ES" dirty="0"/>
              <a:t>Balance negativo: PS-(DO+VE)&lt;0 -&gt;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Si la carga real de la batería &gt;0 la batería se descarga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Si la carga real de la batería = 0 toda la demanda por IM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AECC039-6EEE-6261-ABE9-0A1B87488E19}"/>
              </a:ext>
            </a:extLst>
          </p:cNvPr>
          <p:cNvSpPr txBox="1"/>
          <p:nvPr/>
        </p:nvSpPr>
        <p:spPr>
          <a:xfrm>
            <a:off x="681068" y="5726668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Cálculo</a:t>
            </a:r>
          </a:p>
        </p:txBody>
      </p:sp>
    </p:spTree>
    <p:extLst>
      <p:ext uri="{BB962C8B-B14F-4D97-AF65-F5344CB8AC3E}">
        <p14:creationId xmlns:p14="http://schemas.microsoft.com/office/powerpoint/2010/main" val="68589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371B97-4645-A4DE-DBA9-50F8CB928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Me haces una página web con el diseño adjunto “Control”. Se trata de un domicilio con placas solares, con tratamiento de excesos (EX) y acceso a la Red Eléctrica para importar el defecto (IM). Estos datos se calculan, no son editables</a:t>
            </a:r>
          </a:p>
          <a:p>
            <a:r>
              <a:rPr lang="es-ES" dirty="0"/>
              <a:t>Las placas solares  PS generan unos </a:t>
            </a:r>
            <a:r>
              <a:rPr lang="es-ES" dirty="0" err="1"/>
              <a:t>kw</a:t>
            </a:r>
            <a:r>
              <a:rPr lang="es-ES" dirty="0"/>
              <a:t> (máximo 5). El dato es discrecional. </a:t>
            </a:r>
          </a:p>
          <a:p>
            <a:r>
              <a:rPr lang="es-ES" dirty="0"/>
              <a:t>El consumo total es la suma del consumo doméstico (DO) y el cargador del coche (VE). Los datos son discrecionales. El consumo total es la suma</a:t>
            </a:r>
          </a:p>
          <a:p>
            <a:pPr marL="0" indent="0">
              <a:buNone/>
            </a:pPr>
            <a:r>
              <a:rPr lang="es-ES" dirty="0"/>
              <a:t>Resumen de cálculo en el dibujo anexo “Cálculo”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El tratamiento de la batería para luego</a:t>
            </a:r>
          </a:p>
        </p:txBody>
      </p:sp>
    </p:spTree>
    <p:extLst>
      <p:ext uri="{BB962C8B-B14F-4D97-AF65-F5344CB8AC3E}">
        <p14:creationId xmlns:p14="http://schemas.microsoft.com/office/powerpoint/2010/main" val="229984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6AA7FBEF-DAB4-9592-2C55-6171530C4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21" y="445870"/>
            <a:ext cx="5956075" cy="429663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80BBDFA-C748-0437-CC03-5756F3F041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55" r="72781"/>
          <a:stretch>
            <a:fillRect/>
          </a:stretch>
        </p:blipFill>
        <p:spPr>
          <a:xfrm>
            <a:off x="1045029" y="5126727"/>
            <a:ext cx="1117600" cy="4296637"/>
          </a:xfrm>
          <a:prstGeom prst="rect">
            <a:avLst/>
          </a:prstGeom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B1D05ED-3BE8-6C2A-9DC8-36E8BD626A8F}"/>
              </a:ext>
            </a:extLst>
          </p:cNvPr>
          <p:cNvSpPr/>
          <p:nvPr/>
        </p:nvSpPr>
        <p:spPr>
          <a:xfrm>
            <a:off x="1016000" y="6763657"/>
            <a:ext cx="1132114" cy="126274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FF9F596-963E-62EE-6BCA-1268BF4ECF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26" r="38895"/>
          <a:stretch>
            <a:fillRect/>
          </a:stretch>
        </p:blipFill>
        <p:spPr>
          <a:xfrm>
            <a:off x="2173514" y="5126726"/>
            <a:ext cx="1255486" cy="429663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EB45C5E-0E55-90AA-23A3-505D3EE998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286" r="3635"/>
          <a:stretch>
            <a:fillRect/>
          </a:stretch>
        </p:blipFill>
        <p:spPr>
          <a:xfrm>
            <a:off x="3280229" y="5126726"/>
            <a:ext cx="1255486" cy="429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2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A5D6635-FBCA-D530-30A8-A611D4BC9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683"/>
          <a:stretch>
            <a:fillRect/>
          </a:stretch>
        </p:blipFill>
        <p:spPr>
          <a:xfrm>
            <a:off x="2648550" y="5856887"/>
            <a:ext cx="2471808" cy="377371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F939EB7-B838-859B-1F78-732E638AA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28"/>
          <a:stretch>
            <a:fillRect/>
          </a:stretch>
        </p:blipFill>
        <p:spPr>
          <a:xfrm>
            <a:off x="2648550" y="943427"/>
            <a:ext cx="2569336" cy="377371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FDB0F35-3980-9246-4E6C-13EA6EC48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36" b="31129"/>
          <a:stretch>
            <a:fillRect/>
          </a:stretch>
        </p:blipFill>
        <p:spPr>
          <a:xfrm>
            <a:off x="2648551" y="4085398"/>
            <a:ext cx="2471808" cy="307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85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4FE9D45-3363-B3DE-90E9-4C783860C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98" b="48660"/>
          <a:stretch>
            <a:fillRect/>
          </a:stretch>
        </p:blipFill>
        <p:spPr>
          <a:xfrm>
            <a:off x="176742" y="7962203"/>
            <a:ext cx="2471808" cy="124934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B0D08F9-14F9-EEB5-3887-FA392FDC1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28" b="35997"/>
          <a:stretch>
            <a:fillRect/>
          </a:stretch>
        </p:blipFill>
        <p:spPr>
          <a:xfrm>
            <a:off x="79214" y="2097313"/>
            <a:ext cx="2569336" cy="18211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02E981B-DC6D-1905-DF05-6A7658BB7A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36" b="31129"/>
          <a:stretch>
            <a:fillRect/>
          </a:stretch>
        </p:blipFill>
        <p:spPr>
          <a:xfrm>
            <a:off x="2193096" y="4321814"/>
            <a:ext cx="2471808" cy="307014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56F132B-1D62-D91D-DD74-202CB40B1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9" t="65340" r="19471" b="14310"/>
          <a:stretch>
            <a:fillRect/>
          </a:stretch>
        </p:blipFill>
        <p:spPr>
          <a:xfrm>
            <a:off x="4099825" y="2647737"/>
            <a:ext cx="1633317" cy="110383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15B88CC-9B8E-DB7F-E072-740E310A2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77" b="27682"/>
          <a:stretch>
            <a:fillRect/>
          </a:stretch>
        </p:blipFill>
        <p:spPr>
          <a:xfrm>
            <a:off x="3680579" y="9056914"/>
            <a:ext cx="2471808" cy="124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222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4C007E7-DD87-F94D-D444-F5EA0AF20F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487" y="393877"/>
            <a:ext cx="5915025" cy="4267023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1DDC0F0E-84C9-86C3-6586-1C6C39349A4E}"/>
              </a:ext>
            </a:extLst>
          </p:cNvPr>
          <p:cNvCxnSpPr>
            <a:cxnSpLocks/>
          </p:cNvCxnSpPr>
          <p:nvPr/>
        </p:nvCxnSpPr>
        <p:spPr>
          <a:xfrm>
            <a:off x="2324100" y="1355725"/>
            <a:ext cx="10287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C365045-6998-B1A1-D840-DBE3E3684C44}"/>
              </a:ext>
            </a:extLst>
          </p:cNvPr>
          <p:cNvCxnSpPr>
            <a:cxnSpLocks/>
          </p:cNvCxnSpPr>
          <p:nvPr/>
        </p:nvCxnSpPr>
        <p:spPr>
          <a:xfrm flipH="1">
            <a:off x="3352800" y="1355725"/>
            <a:ext cx="115252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50BC8B1-1CDB-57C4-62BA-FCF596CEE627}"/>
              </a:ext>
            </a:extLst>
          </p:cNvPr>
          <p:cNvCxnSpPr>
            <a:cxnSpLocks/>
          </p:cNvCxnSpPr>
          <p:nvPr/>
        </p:nvCxnSpPr>
        <p:spPr>
          <a:xfrm>
            <a:off x="3352800" y="1355725"/>
            <a:ext cx="0" cy="68580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135BAE67-76CD-E5E4-7093-C15E351BB26B}"/>
              </a:ext>
            </a:extLst>
          </p:cNvPr>
          <p:cNvCxnSpPr>
            <a:cxnSpLocks/>
          </p:cNvCxnSpPr>
          <p:nvPr/>
        </p:nvCxnSpPr>
        <p:spPr>
          <a:xfrm flipH="1">
            <a:off x="2286000" y="3965575"/>
            <a:ext cx="11430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FD0D216-82CD-DCF8-CAAD-1145F3324166}"/>
              </a:ext>
            </a:extLst>
          </p:cNvPr>
          <p:cNvCxnSpPr>
            <a:cxnSpLocks/>
          </p:cNvCxnSpPr>
          <p:nvPr/>
        </p:nvCxnSpPr>
        <p:spPr>
          <a:xfrm>
            <a:off x="3352800" y="3965575"/>
            <a:ext cx="1152525" cy="0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F7A881E-65F4-5C45-0892-7208E42A401F}"/>
              </a:ext>
            </a:extLst>
          </p:cNvPr>
          <p:cNvCxnSpPr>
            <a:cxnSpLocks/>
          </p:cNvCxnSpPr>
          <p:nvPr/>
        </p:nvCxnSpPr>
        <p:spPr>
          <a:xfrm>
            <a:off x="3352800" y="3327400"/>
            <a:ext cx="0" cy="638175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B49966F1-99A5-5578-9D60-7B6098B232E5}"/>
              </a:ext>
            </a:extLst>
          </p:cNvPr>
          <p:cNvCxnSpPr>
            <a:cxnSpLocks/>
          </p:cNvCxnSpPr>
          <p:nvPr/>
        </p:nvCxnSpPr>
        <p:spPr>
          <a:xfrm flipV="1">
            <a:off x="3505201" y="3327400"/>
            <a:ext cx="12700" cy="546100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96CF2578-0F47-A4F3-A936-8942CED8E599}"/>
              </a:ext>
            </a:extLst>
          </p:cNvPr>
          <p:cNvCxnSpPr>
            <a:cxnSpLocks/>
          </p:cNvCxnSpPr>
          <p:nvPr/>
        </p:nvCxnSpPr>
        <p:spPr>
          <a:xfrm flipH="1">
            <a:off x="3505201" y="3873500"/>
            <a:ext cx="876299" cy="0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402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4B3FF-C1FB-6F57-4B51-241AD518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5B3B68D6-EB14-AACB-EE91-ED0F7F3DA3F1}"/>
              </a:ext>
            </a:extLst>
          </p:cNvPr>
          <p:cNvCxnSpPr>
            <a:cxnSpLocks/>
          </p:cNvCxnSpPr>
          <p:nvPr/>
        </p:nvCxnSpPr>
        <p:spPr>
          <a:xfrm>
            <a:off x="3748309" y="814453"/>
            <a:ext cx="1028700" cy="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11DF7D25-C6AF-8B0F-6104-9DCE179D56F0}"/>
              </a:ext>
            </a:extLst>
          </p:cNvPr>
          <p:cNvCxnSpPr>
            <a:cxnSpLocks/>
          </p:cNvCxnSpPr>
          <p:nvPr/>
        </p:nvCxnSpPr>
        <p:spPr>
          <a:xfrm flipH="1">
            <a:off x="4777009" y="814453"/>
            <a:ext cx="1152525" cy="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D221EA0-EB91-868E-3500-E7B47BA20DAC}"/>
              </a:ext>
            </a:extLst>
          </p:cNvPr>
          <p:cNvCxnSpPr>
            <a:cxnSpLocks/>
          </p:cNvCxnSpPr>
          <p:nvPr/>
        </p:nvCxnSpPr>
        <p:spPr>
          <a:xfrm>
            <a:off x="4777009" y="814453"/>
            <a:ext cx="0" cy="68580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91D515D-00DC-E3A2-1BC1-89EB9526AB00}"/>
              </a:ext>
            </a:extLst>
          </p:cNvPr>
          <p:cNvSpPr txBox="1"/>
          <p:nvPr/>
        </p:nvSpPr>
        <p:spPr>
          <a:xfrm>
            <a:off x="522830" y="871351"/>
            <a:ext cx="3153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 hay paneles solares. Hay que recurrir a importación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945E3C7-76EF-3FC6-606A-E7CA2532481F}"/>
              </a:ext>
            </a:extLst>
          </p:cNvPr>
          <p:cNvSpPr txBox="1"/>
          <p:nvPr/>
        </p:nvSpPr>
        <p:spPr>
          <a:xfrm>
            <a:off x="479970" y="1674329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Con los paneles sobra (no se importa)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14B7BE2-925C-19A1-26E6-A24E18E64337}"/>
              </a:ext>
            </a:extLst>
          </p:cNvPr>
          <p:cNvSpPr txBox="1"/>
          <p:nvPr/>
        </p:nvSpPr>
        <p:spPr>
          <a:xfrm>
            <a:off x="522829" y="2703458"/>
            <a:ext cx="5314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Apagón y de noche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BD3581A-0DDC-3A10-38B5-7852C08B95F2}"/>
              </a:ext>
            </a:extLst>
          </p:cNvPr>
          <p:cNvCxnSpPr>
            <a:cxnSpLocks/>
          </p:cNvCxnSpPr>
          <p:nvPr/>
        </p:nvCxnSpPr>
        <p:spPr>
          <a:xfrm>
            <a:off x="3781327" y="814453"/>
            <a:ext cx="1028700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11D47C76-983F-FF14-7F40-FAFA26F6EA71}"/>
              </a:ext>
            </a:extLst>
          </p:cNvPr>
          <p:cNvCxnSpPr>
            <a:cxnSpLocks/>
          </p:cNvCxnSpPr>
          <p:nvPr/>
        </p:nvCxnSpPr>
        <p:spPr>
          <a:xfrm>
            <a:off x="3780695" y="1747218"/>
            <a:ext cx="1028700" cy="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5C8AF8CC-2BA7-88BB-ABB5-FEF7AACC24D2}"/>
              </a:ext>
            </a:extLst>
          </p:cNvPr>
          <p:cNvCxnSpPr>
            <a:cxnSpLocks/>
          </p:cNvCxnSpPr>
          <p:nvPr/>
        </p:nvCxnSpPr>
        <p:spPr>
          <a:xfrm flipH="1">
            <a:off x="4809395" y="1747218"/>
            <a:ext cx="1152525" cy="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05C12C34-511A-6D48-B97B-7E7D54226222}"/>
              </a:ext>
            </a:extLst>
          </p:cNvPr>
          <p:cNvCxnSpPr>
            <a:cxnSpLocks/>
          </p:cNvCxnSpPr>
          <p:nvPr/>
        </p:nvCxnSpPr>
        <p:spPr>
          <a:xfrm>
            <a:off x="4809395" y="1747218"/>
            <a:ext cx="0" cy="68580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C3907827-1CC8-DE1F-2AB5-94ABFEF204C7}"/>
              </a:ext>
            </a:extLst>
          </p:cNvPr>
          <p:cNvCxnSpPr>
            <a:cxnSpLocks/>
          </p:cNvCxnSpPr>
          <p:nvPr/>
        </p:nvCxnSpPr>
        <p:spPr>
          <a:xfrm flipH="1">
            <a:off x="4842413" y="1747218"/>
            <a:ext cx="1190630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AED4803F-B704-DDF9-9975-1CB403828081}"/>
              </a:ext>
            </a:extLst>
          </p:cNvPr>
          <p:cNvCxnSpPr>
            <a:cxnSpLocks/>
          </p:cNvCxnSpPr>
          <p:nvPr/>
        </p:nvCxnSpPr>
        <p:spPr>
          <a:xfrm>
            <a:off x="4777009" y="805445"/>
            <a:ext cx="16510" cy="657918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1798684B-C779-B823-6CDE-357A819C91BF}"/>
              </a:ext>
            </a:extLst>
          </p:cNvPr>
          <p:cNvCxnSpPr>
            <a:cxnSpLocks/>
          </p:cNvCxnSpPr>
          <p:nvPr/>
        </p:nvCxnSpPr>
        <p:spPr>
          <a:xfrm flipH="1">
            <a:off x="4801141" y="1734518"/>
            <a:ext cx="35560" cy="698500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B194799-EA09-77DB-77F5-B8A2A7B18DC6}"/>
              </a:ext>
            </a:extLst>
          </p:cNvPr>
          <p:cNvSpPr txBox="1"/>
          <p:nvPr/>
        </p:nvSpPr>
        <p:spPr>
          <a:xfrm>
            <a:off x="573630" y="315379"/>
            <a:ext cx="2289088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Flechas superiores</a:t>
            </a:r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CF14CF7A-6673-27F1-9C09-81A70601489E}"/>
              </a:ext>
            </a:extLst>
          </p:cNvPr>
          <p:cNvCxnSpPr>
            <a:cxnSpLocks/>
          </p:cNvCxnSpPr>
          <p:nvPr/>
        </p:nvCxnSpPr>
        <p:spPr>
          <a:xfrm>
            <a:off x="3687304" y="5335316"/>
            <a:ext cx="1028700" cy="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36E9D48D-6F64-4D32-48C0-C42585DDA93B}"/>
              </a:ext>
            </a:extLst>
          </p:cNvPr>
          <p:cNvCxnSpPr>
            <a:cxnSpLocks/>
          </p:cNvCxnSpPr>
          <p:nvPr/>
        </p:nvCxnSpPr>
        <p:spPr>
          <a:xfrm flipV="1">
            <a:off x="4744896" y="5335316"/>
            <a:ext cx="1092927" cy="22436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24AE5568-1CDE-4023-567E-4CEBADB6783B}"/>
              </a:ext>
            </a:extLst>
          </p:cNvPr>
          <p:cNvSpPr txBox="1"/>
          <p:nvPr/>
        </p:nvSpPr>
        <p:spPr>
          <a:xfrm>
            <a:off x="573630" y="4934073"/>
            <a:ext cx="3028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Hay excedente solar bruto y  </a:t>
            </a:r>
          </a:p>
          <a:p>
            <a:r>
              <a:rPr lang="es-ES" dirty="0"/>
              <a:t>batería no llena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422F771-E194-02EE-DD34-6A5592306DAE}"/>
              </a:ext>
            </a:extLst>
          </p:cNvPr>
          <p:cNvSpPr txBox="1"/>
          <p:nvPr/>
        </p:nvSpPr>
        <p:spPr>
          <a:xfrm>
            <a:off x="522829" y="7433014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Hay déficit bruto pero hay </a:t>
            </a:r>
            <a:r>
              <a:rPr lang="es-ES" dirty="0" err="1"/>
              <a:t>bateria</a:t>
            </a:r>
            <a:endParaRPr lang="es-ES" dirty="0"/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AA875272-A168-07CD-DA07-0AA4F0B3EE83}"/>
              </a:ext>
            </a:extLst>
          </p:cNvPr>
          <p:cNvCxnSpPr>
            <a:cxnSpLocks/>
          </p:cNvCxnSpPr>
          <p:nvPr/>
        </p:nvCxnSpPr>
        <p:spPr>
          <a:xfrm flipV="1">
            <a:off x="4777009" y="5335316"/>
            <a:ext cx="1060814" cy="22436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FB2B80D4-3FD9-ABF2-B1AE-A04008A5686C}"/>
              </a:ext>
            </a:extLst>
          </p:cNvPr>
          <p:cNvCxnSpPr>
            <a:cxnSpLocks/>
          </p:cNvCxnSpPr>
          <p:nvPr/>
        </p:nvCxnSpPr>
        <p:spPr>
          <a:xfrm>
            <a:off x="3707942" y="7871165"/>
            <a:ext cx="1028700" cy="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5DE6EBB8-BCE0-E964-E542-509486014317}"/>
              </a:ext>
            </a:extLst>
          </p:cNvPr>
          <p:cNvCxnSpPr>
            <a:cxnSpLocks/>
          </p:cNvCxnSpPr>
          <p:nvPr/>
        </p:nvCxnSpPr>
        <p:spPr>
          <a:xfrm flipH="1">
            <a:off x="4736642" y="7871165"/>
            <a:ext cx="1152525" cy="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6ACF19A5-9E96-56E4-EBDB-E33FE046AAB9}"/>
              </a:ext>
            </a:extLst>
          </p:cNvPr>
          <p:cNvCxnSpPr>
            <a:cxnSpLocks/>
          </p:cNvCxnSpPr>
          <p:nvPr/>
        </p:nvCxnSpPr>
        <p:spPr>
          <a:xfrm flipH="1">
            <a:off x="4769660" y="7871165"/>
            <a:ext cx="1190630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47A2E175-3AD5-C0E2-63B0-DF451FF0E129}"/>
              </a:ext>
            </a:extLst>
          </p:cNvPr>
          <p:cNvCxnSpPr>
            <a:cxnSpLocks/>
          </p:cNvCxnSpPr>
          <p:nvPr/>
        </p:nvCxnSpPr>
        <p:spPr>
          <a:xfrm flipH="1">
            <a:off x="4736642" y="4679976"/>
            <a:ext cx="8254" cy="694808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D3A92924-55CA-C13A-31A0-577AF5BB8667}"/>
              </a:ext>
            </a:extLst>
          </p:cNvPr>
          <p:cNvCxnSpPr>
            <a:cxnSpLocks/>
          </p:cNvCxnSpPr>
          <p:nvPr/>
        </p:nvCxnSpPr>
        <p:spPr>
          <a:xfrm flipH="1" flipV="1">
            <a:off x="4688021" y="7203049"/>
            <a:ext cx="48621" cy="668116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F6029AF-333C-0ABA-9C61-358FBA419DCA}"/>
              </a:ext>
            </a:extLst>
          </p:cNvPr>
          <p:cNvSpPr txBox="1"/>
          <p:nvPr/>
        </p:nvSpPr>
        <p:spPr>
          <a:xfrm>
            <a:off x="522830" y="4306028"/>
            <a:ext cx="2152769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Flechas inferiores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AB4A6E9-0EA7-D347-729C-6E74F74FFB33}"/>
              </a:ext>
            </a:extLst>
          </p:cNvPr>
          <p:cNvCxnSpPr>
            <a:cxnSpLocks/>
          </p:cNvCxnSpPr>
          <p:nvPr/>
        </p:nvCxnSpPr>
        <p:spPr>
          <a:xfrm>
            <a:off x="3792617" y="2686426"/>
            <a:ext cx="1028700" cy="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2FC1832-AC8E-6D2D-F1A4-2A1FACDBA7A2}"/>
              </a:ext>
            </a:extLst>
          </p:cNvPr>
          <p:cNvCxnSpPr>
            <a:cxnSpLocks/>
          </p:cNvCxnSpPr>
          <p:nvPr/>
        </p:nvCxnSpPr>
        <p:spPr>
          <a:xfrm flipH="1">
            <a:off x="4821317" y="2686426"/>
            <a:ext cx="1152525" cy="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CAED4E6-EA85-93D7-5B00-1A58B0658E73}"/>
              </a:ext>
            </a:extLst>
          </p:cNvPr>
          <p:cNvCxnSpPr>
            <a:cxnSpLocks/>
          </p:cNvCxnSpPr>
          <p:nvPr/>
        </p:nvCxnSpPr>
        <p:spPr>
          <a:xfrm>
            <a:off x="4821317" y="2686426"/>
            <a:ext cx="0" cy="685800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D2F6A91-0C8D-6F2D-54D5-6ED9995E050B}"/>
              </a:ext>
            </a:extLst>
          </p:cNvPr>
          <p:cNvSpPr txBox="1"/>
          <p:nvPr/>
        </p:nvSpPr>
        <p:spPr>
          <a:xfrm>
            <a:off x="573630" y="6235582"/>
            <a:ext cx="3028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Hay excedente solar bruto y  </a:t>
            </a:r>
          </a:p>
          <a:p>
            <a:r>
              <a:rPr lang="es-ES" dirty="0"/>
              <a:t>batería llena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3A8309FD-3D28-E3ED-8FF1-D2F832AD0474}"/>
              </a:ext>
            </a:extLst>
          </p:cNvPr>
          <p:cNvCxnSpPr>
            <a:cxnSpLocks/>
          </p:cNvCxnSpPr>
          <p:nvPr/>
        </p:nvCxnSpPr>
        <p:spPr>
          <a:xfrm flipV="1">
            <a:off x="4761992" y="6528271"/>
            <a:ext cx="1092927" cy="22436"/>
          </a:xfrm>
          <a:prstGeom prst="straightConnector1">
            <a:avLst/>
          </a:prstGeom>
          <a:ln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50E2790-FDB0-ABA7-91AD-88A80EA749B6}"/>
              </a:ext>
            </a:extLst>
          </p:cNvPr>
          <p:cNvCxnSpPr>
            <a:cxnSpLocks/>
          </p:cNvCxnSpPr>
          <p:nvPr/>
        </p:nvCxnSpPr>
        <p:spPr>
          <a:xfrm flipH="1" flipV="1">
            <a:off x="3628112" y="6523158"/>
            <a:ext cx="1133294" cy="22436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B8885E2-1D19-7D6F-F762-C70E3E413DE2}"/>
              </a:ext>
            </a:extLst>
          </p:cNvPr>
          <p:cNvCxnSpPr>
            <a:cxnSpLocks/>
          </p:cNvCxnSpPr>
          <p:nvPr/>
        </p:nvCxnSpPr>
        <p:spPr>
          <a:xfrm flipH="1">
            <a:off x="4761406" y="5811281"/>
            <a:ext cx="8254" cy="694808"/>
          </a:xfrm>
          <a:prstGeom prst="straightConnector1">
            <a:avLst/>
          </a:prstGeom>
          <a:ln w="476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733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3C1F6BD-22D9-A749-7427-9E9FFCFF0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44" y="5787126"/>
            <a:ext cx="5091110" cy="293253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8CBE73F-DFF8-8BFC-99B7-63C2CD9FA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44" y="1192211"/>
            <a:ext cx="5236132" cy="2932537"/>
          </a:xfrm>
          <a:prstGeom prst="rect">
            <a:avLst/>
          </a:prstGeom>
        </p:spPr>
      </p:pic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D45A27CB-8CA9-8A97-881E-D5F367CA20D9}"/>
              </a:ext>
            </a:extLst>
          </p:cNvPr>
          <p:cNvCxnSpPr>
            <a:cxnSpLocks/>
          </p:cNvCxnSpPr>
          <p:nvPr/>
        </p:nvCxnSpPr>
        <p:spPr>
          <a:xfrm>
            <a:off x="3428998" y="7061200"/>
            <a:ext cx="0" cy="71120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63A4B67-55D0-5559-EF99-7D7F7A21E44C}"/>
              </a:ext>
            </a:extLst>
          </p:cNvPr>
          <p:cNvCxnSpPr>
            <a:cxnSpLocks/>
          </p:cNvCxnSpPr>
          <p:nvPr/>
        </p:nvCxnSpPr>
        <p:spPr>
          <a:xfrm flipH="1">
            <a:off x="3428998" y="7061200"/>
            <a:ext cx="1028701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589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955ACF8-5E15-63E8-99CE-45EEF02836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00" b="58673"/>
          <a:stretch>
            <a:fillRect/>
          </a:stretch>
        </p:blipFill>
        <p:spPr>
          <a:xfrm>
            <a:off x="920750" y="1142776"/>
            <a:ext cx="5829300" cy="205762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1F5144C-9868-A56D-5485-71AE03D3B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225" y="8329007"/>
            <a:ext cx="1949450" cy="132518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2FFE8A7-7FA3-7314-98C8-332092A377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111" r="64074"/>
          <a:stretch>
            <a:fillRect/>
          </a:stretch>
        </p:blipFill>
        <p:spPr>
          <a:xfrm>
            <a:off x="654050" y="6381863"/>
            <a:ext cx="2463800" cy="158772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901EB31-ABDA-56DD-1E98-35F76DA8A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74" y="3924908"/>
            <a:ext cx="2463801" cy="188523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6DF8C9A7-4D63-D577-B593-1B004D6FED7F}"/>
              </a:ext>
            </a:extLst>
          </p:cNvPr>
          <p:cNvSpPr txBox="1"/>
          <p:nvPr/>
        </p:nvSpPr>
        <p:spPr>
          <a:xfrm>
            <a:off x="2120900" y="673100"/>
            <a:ext cx="2942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En paneles solares perfecto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659941C-AE27-EA3A-E0FE-CACD418694B7}"/>
              </a:ext>
            </a:extLst>
          </p:cNvPr>
          <p:cNvSpPr txBox="1"/>
          <p:nvPr/>
        </p:nvSpPr>
        <p:spPr>
          <a:xfrm>
            <a:off x="3117850" y="4791099"/>
            <a:ext cx="3170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En importaciones flecha corta</a:t>
            </a:r>
          </a:p>
          <a:p>
            <a:r>
              <a:rPr lang="es-ES" dirty="0"/>
              <a:t>Sin letrero “IM”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F342D0C-3E41-AA9B-CD40-6B5C93CECFDD}"/>
              </a:ext>
            </a:extLst>
          </p:cNvPr>
          <p:cNvSpPr txBox="1"/>
          <p:nvPr/>
        </p:nvSpPr>
        <p:spPr>
          <a:xfrm>
            <a:off x="3118439" y="7028129"/>
            <a:ext cx="2956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En exportaciones sin flecha </a:t>
            </a:r>
          </a:p>
          <a:p>
            <a:r>
              <a:rPr lang="es-ES" dirty="0"/>
              <a:t>pero con letrero “EM”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1006128-625F-F1FA-630C-9E9EC0FC8C4E}"/>
              </a:ext>
            </a:extLst>
          </p:cNvPr>
          <p:cNvSpPr txBox="1"/>
          <p:nvPr/>
        </p:nvSpPr>
        <p:spPr>
          <a:xfrm>
            <a:off x="3117850" y="8668435"/>
            <a:ext cx="3689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En exportaciones sin flecha </a:t>
            </a:r>
          </a:p>
          <a:p>
            <a:r>
              <a:rPr lang="es-ES" dirty="0"/>
              <a:t>pero con letrero “Descarga batería”</a:t>
            </a:r>
          </a:p>
        </p:txBody>
      </p:sp>
    </p:spTree>
    <p:extLst>
      <p:ext uri="{BB962C8B-B14F-4D97-AF65-F5344CB8AC3E}">
        <p14:creationId xmlns:p14="http://schemas.microsoft.com/office/powerpoint/2010/main" val="38934426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1289</TotalTime>
  <Words>384</Words>
  <Application>Microsoft Office PowerPoint</Application>
  <PresentationFormat>Panorámica</PresentationFormat>
  <Paragraphs>77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Guinea</dc:creator>
  <cp:lastModifiedBy>Luis Guinea</cp:lastModifiedBy>
  <cp:revision>1</cp:revision>
  <dcterms:created xsi:type="dcterms:W3CDTF">2026-04-27T17:31:59Z</dcterms:created>
  <dcterms:modified xsi:type="dcterms:W3CDTF">2026-04-28T15:01:33Z</dcterms:modified>
</cp:coreProperties>
</file>