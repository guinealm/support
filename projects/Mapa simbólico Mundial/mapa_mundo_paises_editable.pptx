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nea" userId="f040cd607ac8806d" providerId="LiveId" clId="{89890A16-D95C-48D1-8D5A-F39C0C2B1E7F}"/>
    <pc:docChg chg="modSld">
      <pc:chgData name="Luis Guinea" userId="f040cd607ac8806d" providerId="LiveId" clId="{89890A16-D95C-48D1-8D5A-F39C0C2B1E7F}" dt="2025-12-22T22:14:36.266" v="11" actId="1076"/>
      <pc:docMkLst>
        <pc:docMk/>
      </pc:docMkLst>
      <pc:sldChg chg="addSp modSp mod">
        <pc:chgData name="Luis Guinea" userId="f040cd607ac8806d" providerId="LiveId" clId="{89890A16-D95C-48D1-8D5A-F39C0C2B1E7F}" dt="2025-12-22T22:14:36.266" v="11" actId="1076"/>
        <pc:sldMkLst>
          <pc:docMk/>
          <pc:sldMk cId="0" sldId="256"/>
        </pc:sldMkLst>
        <pc:spChg chg="mod">
          <ac:chgData name="Luis Guinea" userId="f040cd607ac8806d" providerId="LiveId" clId="{89890A16-D95C-48D1-8D5A-F39C0C2B1E7F}" dt="2025-12-22T22:10:46.844" v="0" actId="207"/>
          <ac:spMkLst>
            <pc:docMk/>
            <pc:sldMk cId="0" sldId="256"/>
            <ac:spMk id="47" creationId="{748210EA-6A68-E85E-2B5B-FDE1E5A264F2}"/>
          </ac:spMkLst>
        </pc:spChg>
        <pc:picChg chg="add mod">
          <ac:chgData name="Luis Guinea" userId="f040cd607ac8806d" providerId="LiveId" clId="{89890A16-D95C-48D1-8D5A-F39C0C2B1E7F}" dt="2025-12-22T22:11:51.242" v="6" actId="1076"/>
          <ac:picMkLst>
            <pc:docMk/>
            <pc:sldMk cId="0" sldId="256"/>
            <ac:picMk id="182" creationId="{0442E4BD-7320-6726-1B37-F4D41CFE80DC}"/>
          </ac:picMkLst>
        </pc:picChg>
        <pc:picChg chg="add mod">
          <ac:chgData name="Luis Guinea" userId="f040cd607ac8806d" providerId="LiveId" clId="{89890A16-D95C-48D1-8D5A-F39C0C2B1E7F}" dt="2025-12-22T22:14:36.266" v="11" actId="1076"/>
          <ac:picMkLst>
            <pc:docMk/>
            <pc:sldMk cId="0" sldId="256"/>
            <ac:picMk id="184" creationId="{892DCA91-36C7-D42E-C7DF-7795817D31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25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[Cómo editar]
- Selecciona el mapa (es un SVG) &gt; Formato de gráficos &gt; Convertir a forma.
- Luego puedes desagrupar y usar “Relleno de forma” para colorear países individualmente.
[Sources]
- Natural Earth Vector (Admin 0 countries, 1:110m), convertido a GeoJSON: https://github.com/nvkelso/natural-earth-vector/blob/master/geojson/ne_110m_admin_0_countries.geojson
- Natural Earth (datos en dominio público): https://www.naturalearthdata.com/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Image 0" descr="preencoded.png">
            <a:extLst>
              <a:ext uri="{FF2B5EF4-FFF2-40B4-BE49-F238E27FC236}">
                <a16:creationId xmlns:a16="http://schemas.microsoft.com/office/drawing/2014/main" id="{048E68CF-49EA-9321-5AB7-1FF5CFBF153B}"/>
              </a:ext>
            </a:extLst>
          </p:cNvPr>
          <p:cNvGrpSpPr/>
          <p:nvPr/>
        </p:nvGrpSpPr>
        <p:grpSpPr>
          <a:xfrm>
            <a:off x="0" y="596293"/>
            <a:ext cx="12191695" cy="5880630"/>
            <a:chOff x="0" y="596293"/>
            <a:chExt cx="12191695" cy="5880630"/>
          </a:xfrm>
          <a:solidFill>
            <a:srgbClr val="FFFFFF"/>
          </a:solidFill>
        </p:grpSpPr>
        <p:sp>
          <p:nvSpPr>
            <p:cNvPr id="4" name="Forma libre: forma 3">
              <a:extLst>
                <a:ext uri="{FF2B5EF4-FFF2-40B4-BE49-F238E27FC236}">
                  <a16:creationId xmlns:a16="http://schemas.microsoft.com/office/drawing/2014/main" id="{965BE381-EB55-FA0E-6756-033723A1E5E8}"/>
                </a:ext>
              </a:extLst>
            </p:cNvPr>
            <p:cNvSpPr/>
            <p:nvPr/>
          </p:nvSpPr>
          <p:spPr>
            <a:xfrm>
              <a:off x="0" y="3971564"/>
              <a:ext cx="12191695" cy="76773"/>
            </a:xfrm>
            <a:custGeom>
              <a:avLst/>
              <a:gdLst>
                <a:gd name="csX0" fmla="*/ 12191695 w 12191695"/>
                <a:gd name="csY0" fmla="*/ 1558 h 76773"/>
                <a:gd name="csX1" fmla="*/ 12191695 w 12191695"/>
                <a:gd name="csY1" fmla="*/ 18084 h 76773"/>
                <a:gd name="csX2" fmla="*/ 12170157 w 12191695"/>
                <a:gd name="csY2" fmla="*/ 26415 h 76773"/>
                <a:gd name="csX3" fmla="*/ 12148516 w 12191695"/>
                <a:gd name="csY3" fmla="*/ 33561 h 76773"/>
                <a:gd name="csX4" fmla="*/ 12144181 w 12191695"/>
                <a:gd name="csY4" fmla="*/ 20929 h 76773"/>
                <a:gd name="csX5" fmla="*/ 12161114 w 12191695"/>
                <a:gd name="csY5" fmla="*/ 13986 h 76773"/>
                <a:gd name="csX6" fmla="*/ 12171850 w 12191695"/>
                <a:gd name="csY6" fmla="*/ 12124 h 76773"/>
                <a:gd name="csX7" fmla="*/ 12191695 w 12191695"/>
                <a:gd name="csY7" fmla="*/ 1558 h 76773"/>
                <a:gd name="csX8" fmla="*/ 12128231 w 12191695"/>
                <a:gd name="csY8" fmla="*/ 50257 h 76773"/>
                <a:gd name="csX9" fmla="*/ 12136629 w 12191695"/>
                <a:gd name="csY9" fmla="*/ 44669 h 76773"/>
                <a:gd name="csX10" fmla="*/ 12148279 w 12191695"/>
                <a:gd name="csY10" fmla="*/ 54422 h 76773"/>
                <a:gd name="csX11" fmla="*/ 12142691 w 12191695"/>
                <a:gd name="csY11" fmla="*/ 72134 h 76773"/>
                <a:gd name="csX12" fmla="*/ 12121695 w 12191695"/>
                <a:gd name="csY12" fmla="*/ 76774 h 76773"/>
                <a:gd name="csX13" fmla="*/ 12103001 w 12191695"/>
                <a:gd name="csY13" fmla="*/ 72574 h 76773"/>
                <a:gd name="csX14" fmla="*/ 12099749 w 12191695"/>
                <a:gd name="csY14" fmla="*/ 57707 h 76773"/>
                <a:gd name="csX15" fmla="*/ 12112821 w 12191695"/>
                <a:gd name="csY15" fmla="*/ 46057 h 76773"/>
                <a:gd name="csX16" fmla="*/ 12128231 w 12191695"/>
                <a:gd name="csY16" fmla="*/ 50257 h 76773"/>
                <a:gd name="csX17" fmla="*/ 7010 w 12191695"/>
                <a:gd name="csY17" fmla="*/ 0 h 76773"/>
                <a:gd name="csX18" fmla="*/ 2811 w 12191695"/>
                <a:gd name="csY18" fmla="*/ 16289 h 76773"/>
                <a:gd name="csX19" fmla="*/ 0 w 12191695"/>
                <a:gd name="csY19" fmla="*/ 18084 h 76773"/>
                <a:gd name="csX20" fmla="*/ 0 w 12191695"/>
                <a:gd name="csY20" fmla="*/ 1558 h 76773"/>
                <a:gd name="csX21" fmla="*/ 7010 w 12191695"/>
                <a:gd name="csY21" fmla="*/ 0 h 767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2191695" h="76773">
                  <a:moveTo>
                    <a:pt x="12191695" y="1558"/>
                  </a:moveTo>
                  <a:lnTo>
                    <a:pt x="12191695" y="18084"/>
                  </a:lnTo>
                  <a:lnTo>
                    <a:pt x="12170157" y="26415"/>
                  </a:lnTo>
                  <a:lnTo>
                    <a:pt x="12148516" y="33561"/>
                  </a:lnTo>
                  <a:lnTo>
                    <a:pt x="12144181" y="20929"/>
                  </a:lnTo>
                  <a:lnTo>
                    <a:pt x="12161114" y="13986"/>
                  </a:lnTo>
                  <a:lnTo>
                    <a:pt x="12171850" y="12124"/>
                  </a:lnTo>
                  <a:lnTo>
                    <a:pt x="12191695" y="1558"/>
                  </a:lnTo>
                  <a:close/>
                  <a:moveTo>
                    <a:pt x="12128231" y="50257"/>
                  </a:moveTo>
                  <a:lnTo>
                    <a:pt x="12136629" y="44669"/>
                  </a:lnTo>
                  <a:lnTo>
                    <a:pt x="12148279" y="54422"/>
                  </a:lnTo>
                  <a:lnTo>
                    <a:pt x="12142691" y="72134"/>
                  </a:lnTo>
                  <a:lnTo>
                    <a:pt x="12121695" y="76774"/>
                  </a:lnTo>
                  <a:lnTo>
                    <a:pt x="12103001" y="72574"/>
                  </a:lnTo>
                  <a:lnTo>
                    <a:pt x="12099749" y="57707"/>
                  </a:lnTo>
                  <a:lnTo>
                    <a:pt x="12112821" y="46057"/>
                  </a:lnTo>
                  <a:lnTo>
                    <a:pt x="12128231" y="50257"/>
                  </a:lnTo>
                  <a:close/>
                  <a:moveTo>
                    <a:pt x="7010" y="0"/>
                  </a:moveTo>
                  <a:lnTo>
                    <a:pt x="2811" y="16289"/>
                  </a:lnTo>
                  <a:lnTo>
                    <a:pt x="0" y="18084"/>
                  </a:lnTo>
                  <a:lnTo>
                    <a:pt x="0" y="1558"/>
                  </a:lnTo>
                  <a:lnTo>
                    <a:pt x="7010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9C131876-EDE1-D7DA-464E-003BA34DDF09}"/>
                </a:ext>
              </a:extLst>
            </p:cNvPr>
            <p:cNvSpPr/>
            <p:nvPr/>
          </p:nvSpPr>
          <p:spPr>
            <a:xfrm>
              <a:off x="7089470" y="3461172"/>
              <a:ext cx="371745" cy="364768"/>
            </a:xfrm>
            <a:custGeom>
              <a:avLst/>
              <a:gdLst>
                <a:gd name="csX0" fmla="*/ 154564 w 371745"/>
                <a:gd name="csY0" fmla="*/ 0 h 364768"/>
                <a:gd name="csX1" fmla="*/ 160287 w 371745"/>
                <a:gd name="csY1" fmla="*/ 3725 h 364768"/>
                <a:gd name="csX2" fmla="*/ 283085 w 371745"/>
                <a:gd name="csY2" fmla="*/ 72710 h 364768"/>
                <a:gd name="csX3" fmla="*/ 285387 w 371745"/>
                <a:gd name="csY3" fmla="*/ 92352 h 364768"/>
                <a:gd name="csX4" fmla="*/ 333985 w 371745"/>
                <a:gd name="csY4" fmla="*/ 126218 h 364768"/>
                <a:gd name="csX5" fmla="*/ 318373 w 371745"/>
                <a:gd name="csY5" fmla="*/ 167941 h 364768"/>
                <a:gd name="csX6" fmla="*/ 320371 w 371745"/>
                <a:gd name="csY6" fmla="*/ 187143 h 364768"/>
                <a:gd name="csX7" fmla="*/ 342045 w 371745"/>
                <a:gd name="csY7" fmla="*/ 199470 h 364768"/>
                <a:gd name="csX8" fmla="*/ 343061 w 371745"/>
                <a:gd name="csY8" fmla="*/ 208275 h 364768"/>
                <a:gd name="csX9" fmla="*/ 333748 w 371745"/>
                <a:gd name="csY9" fmla="*/ 228730 h 364768"/>
                <a:gd name="csX10" fmla="*/ 335678 w 371745"/>
                <a:gd name="csY10" fmla="*/ 239025 h 364768"/>
                <a:gd name="csX11" fmla="*/ 333477 w 371745"/>
                <a:gd name="csY11" fmla="*/ 255213 h 364768"/>
                <a:gd name="csX12" fmla="*/ 345296 w 371745"/>
                <a:gd name="csY12" fmla="*/ 276413 h 364768"/>
                <a:gd name="csX13" fmla="*/ 359316 w 371745"/>
                <a:gd name="csY13" fmla="*/ 309805 h 364768"/>
                <a:gd name="csX14" fmla="*/ 371745 w 371745"/>
                <a:gd name="csY14" fmla="*/ 317221 h 364768"/>
                <a:gd name="csX15" fmla="*/ 371745 w 371745"/>
                <a:gd name="csY15" fmla="*/ 317221 h 364768"/>
                <a:gd name="csX16" fmla="*/ 344788 w 371745"/>
                <a:gd name="csY16" fmla="*/ 336864 h 364768"/>
                <a:gd name="csX17" fmla="*/ 307772 w 371745"/>
                <a:gd name="csY17" fmla="*/ 350004 h 364768"/>
                <a:gd name="csX18" fmla="*/ 287453 w 371745"/>
                <a:gd name="csY18" fmla="*/ 349461 h 364768"/>
                <a:gd name="csX19" fmla="*/ 275363 w 371745"/>
                <a:gd name="csY19" fmla="*/ 359621 h 364768"/>
                <a:gd name="csX20" fmla="*/ 251792 w 371745"/>
                <a:gd name="csY20" fmla="*/ 360502 h 364768"/>
                <a:gd name="csX21" fmla="*/ 242954 w 371745"/>
                <a:gd name="csY21" fmla="*/ 364769 h 364768"/>
                <a:gd name="csX22" fmla="*/ 202247 w 371745"/>
                <a:gd name="csY22" fmla="*/ 355219 h 364768"/>
                <a:gd name="csX23" fmla="*/ 176780 w 371745"/>
                <a:gd name="csY23" fmla="*/ 357962 h 364768"/>
                <a:gd name="csX24" fmla="*/ 167297 w 371745"/>
                <a:gd name="csY24" fmla="*/ 311904 h 364768"/>
                <a:gd name="csX25" fmla="*/ 155817 w 371745"/>
                <a:gd name="csY25" fmla="*/ 296123 h 364768"/>
                <a:gd name="csX26" fmla="*/ 149010 w 371745"/>
                <a:gd name="csY26" fmla="*/ 286742 h 364768"/>
                <a:gd name="csX27" fmla="*/ 115787 w 371745"/>
                <a:gd name="csY27" fmla="*/ 280443 h 364768"/>
                <a:gd name="csX28" fmla="*/ 96585 w 371745"/>
                <a:gd name="csY28" fmla="*/ 270249 h 364768"/>
                <a:gd name="csX29" fmla="*/ 75047 w 371745"/>
                <a:gd name="csY29" fmla="*/ 264560 h 364768"/>
                <a:gd name="csX30" fmla="*/ 61568 w 371745"/>
                <a:gd name="csY30" fmla="*/ 258904 h 364768"/>
                <a:gd name="csX31" fmla="*/ 47412 w 371745"/>
                <a:gd name="csY31" fmla="*/ 250268 h 364768"/>
                <a:gd name="csX32" fmla="*/ 47412 w 371745"/>
                <a:gd name="csY32" fmla="*/ 250268 h 364768"/>
                <a:gd name="csX33" fmla="*/ 29125 w 371745"/>
                <a:gd name="csY33" fmla="*/ 207598 h 364768"/>
                <a:gd name="csX34" fmla="*/ 9482 w 371745"/>
                <a:gd name="csY34" fmla="*/ 188633 h 364768"/>
                <a:gd name="csX35" fmla="*/ 2709 w 371745"/>
                <a:gd name="csY35" fmla="*/ 168991 h 364768"/>
                <a:gd name="csX36" fmla="*/ 6096 w 371745"/>
                <a:gd name="csY36" fmla="*/ 151380 h 364768"/>
                <a:gd name="csX37" fmla="*/ 0 w 371745"/>
                <a:gd name="csY37" fmla="*/ 120224 h 364768"/>
                <a:gd name="csX38" fmla="*/ 14020 w 371745"/>
                <a:gd name="csY38" fmla="*/ 118598 h 364768"/>
                <a:gd name="csX39" fmla="*/ 26280 w 371745"/>
                <a:gd name="csY39" fmla="*/ 106339 h 364768"/>
                <a:gd name="csX40" fmla="*/ 39488 w 371745"/>
                <a:gd name="csY40" fmla="*/ 88695 h 364768"/>
                <a:gd name="csX41" fmla="*/ 47819 w 371745"/>
                <a:gd name="csY41" fmla="*/ 81583 h 364768"/>
                <a:gd name="csX42" fmla="*/ 47514 w 371745"/>
                <a:gd name="csY42" fmla="*/ 70576 h 364768"/>
                <a:gd name="csX43" fmla="*/ 40233 w 371745"/>
                <a:gd name="csY43" fmla="*/ 62923 h 364768"/>
                <a:gd name="csX44" fmla="*/ 38269 w 371745"/>
                <a:gd name="csY44" fmla="*/ 49580 h 364768"/>
                <a:gd name="csX45" fmla="*/ 38269 w 371745"/>
                <a:gd name="csY45" fmla="*/ 49580 h 364768"/>
                <a:gd name="csX46" fmla="*/ 48022 w 371745"/>
                <a:gd name="csY46" fmla="*/ 45279 h 364768"/>
                <a:gd name="csX47" fmla="*/ 49986 w 371745"/>
                <a:gd name="csY47" fmla="*/ 25366 h 364768"/>
                <a:gd name="csX48" fmla="*/ 36542 w 371745"/>
                <a:gd name="csY48" fmla="*/ 6265 h 364768"/>
                <a:gd name="csX49" fmla="*/ 48428 w 371745"/>
                <a:gd name="csY49" fmla="*/ 2201 h 364768"/>
                <a:gd name="csX50" fmla="*/ 85545 w 371745"/>
                <a:gd name="csY50" fmla="*/ 2608 h 364768"/>
                <a:gd name="csX51" fmla="*/ 154564 w 371745"/>
                <a:gd name="csY51" fmla="*/ 0 h 3647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</a:cxnLst>
              <a:rect l="l" t="t" r="r" b="b"/>
              <a:pathLst>
                <a:path w="371745" h="364768">
                  <a:moveTo>
                    <a:pt x="154564" y="0"/>
                  </a:moveTo>
                  <a:lnTo>
                    <a:pt x="160287" y="3725"/>
                  </a:lnTo>
                  <a:lnTo>
                    <a:pt x="283085" y="72710"/>
                  </a:lnTo>
                  <a:lnTo>
                    <a:pt x="285387" y="92352"/>
                  </a:lnTo>
                  <a:lnTo>
                    <a:pt x="333985" y="126218"/>
                  </a:lnTo>
                  <a:lnTo>
                    <a:pt x="318373" y="167941"/>
                  </a:lnTo>
                  <a:lnTo>
                    <a:pt x="320371" y="187143"/>
                  </a:lnTo>
                  <a:lnTo>
                    <a:pt x="342045" y="199470"/>
                  </a:lnTo>
                  <a:lnTo>
                    <a:pt x="343061" y="208275"/>
                  </a:lnTo>
                  <a:lnTo>
                    <a:pt x="333748" y="228730"/>
                  </a:lnTo>
                  <a:lnTo>
                    <a:pt x="335678" y="239025"/>
                  </a:lnTo>
                  <a:lnTo>
                    <a:pt x="333477" y="255213"/>
                  </a:lnTo>
                  <a:lnTo>
                    <a:pt x="345296" y="276413"/>
                  </a:lnTo>
                  <a:lnTo>
                    <a:pt x="359316" y="309805"/>
                  </a:lnTo>
                  <a:lnTo>
                    <a:pt x="371745" y="317221"/>
                  </a:lnTo>
                  <a:lnTo>
                    <a:pt x="371745" y="317221"/>
                  </a:lnTo>
                  <a:lnTo>
                    <a:pt x="344788" y="336864"/>
                  </a:lnTo>
                  <a:lnTo>
                    <a:pt x="307772" y="350004"/>
                  </a:lnTo>
                  <a:lnTo>
                    <a:pt x="287453" y="349461"/>
                  </a:lnTo>
                  <a:lnTo>
                    <a:pt x="275363" y="359621"/>
                  </a:lnTo>
                  <a:lnTo>
                    <a:pt x="251792" y="360502"/>
                  </a:lnTo>
                  <a:lnTo>
                    <a:pt x="242954" y="364769"/>
                  </a:lnTo>
                  <a:lnTo>
                    <a:pt x="202247" y="355219"/>
                  </a:lnTo>
                  <a:lnTo>
                    <a:pt x="176780" y="357962"/>
                  </a:lnTo>
                  <a:lnTo>
                    <a:pt x="167297" y="311904"/>
                  </a:lnTo>
                  <a:lnTo>
                    <a:pt x="155817" y="296123"/>
                  </a:lnTo>
                  <a:lnTo>
                    <a:pt x="149010" y="286742"/>
                  </a:lnTo>
                  <a:lnTo>
                    <a:pt x="115787" y="280443"/>
                  </a:lnTo>
                  <a:lnTo>
                    <a:pt x="96585" y="270249"/>
                  </a:lnTo>
                  <a:lnTo>
                    <a:pt x="75047" y="264560"/>
                  </a:lnTo>
                  <a:lnTo>
                    <a:pt x="61568" y="258904"/>
                  </a:lnTo>
                  <a:lnTo>
                    <a:pt x="47412" y="250268"/>
                  </a:lnTo>
                  <a:lnTo>
                    <a:pt x="47412" y="250268"/>
                  </a:lnTo>
                  <a:lnTo>
                    <a:pt x="29125" y="207598"/>
                  </a:lnTo>
                  <a:lnTo>
                    <a:pt x="9482" y="188633"/>
                  </a:lnTo>
                  <a:lnTo>
                    <a:pt x="2709" y="168991"/>
                  </a:lnTo>
                  <a:lnTo>
                    <a:pt x="6096" y="151380"/>
                  </a:lnTo>
                  <a:lnTo>
                    <a:pt x="0" y="120224"/>
                  </a:lnTo>
                  <a:lnTo>
                    <a:pt x="14020" y="118598"/>
                  </a:lnTo>
                  <a:lnTo>
                    <a:pt x="26280" y="106339"/>
                  </a:lnTo>
                  <a:lnTo>
                    <a:pt x="39488" y="88695"/>
                  </a:lnTo>
                  <a:lnTo>
                    <a:pt x="47819" y="81583"/>
                  </a:lnTo>
                  <a:lnTo>
                    <a:pt x="47514" y="70576"/>
                  </a:lnTo>
                  <a:lnTo>
                    <a:pt x="40233" y="62923"/>
                  </a:lnTo>
                  <a:lnTo>
                    <a:pt x="38269" y="49580"/>
                  </a:lnTo>
                  <a:lnTo>
                    <a:pt x="38269" y="49580"/>
                  </a:lnTo>
                  <a:lnTo>
                    <a:pt x="48022" y="45279"/>
                  </a:lnTo>
                  <a:lnTo>
                    <a:pt x="49986" y="25366"/>
                  </a:lnTo>
                  <a:lnTo>
                    <a:pt x="36542" y="6265"/>
                  </a:lnTo>
                  <a:lnTo>
                    <a:pt x="48428" y="2201"/>
                  </a:lnTo>
                  <a:lnTo>
                    <a:pt x="85545" y="2608"/>
                  </a:lnTo>
                  <a:lnTo>
                    <a:pt x="154564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D4DFF209-8552-81BD-559E-E6C4019EAAC6}"/>
                </a:ext>
              </a:extLst>
            </p:cNvPr>
            <p:cNvSpPr/>
            <p:nvPr/>
          </p:nvSpPr>
          <p:spPr>
            <a:xfrm>
              <a:off x="5517994" y="2492406"/>
              <a:ext cx="284405" cy="225410"/>
            </a:xfrm>
            <a:custGeom>
              <a:avLst/>
              <a:gdLst>
                <a:gd name="csX0" fmla="*/ 284371 w 284405"/>
                <a:gd name="csY0" fmla="*/ 0 h 225410"/>
                <a:gd name="csX1" fmla="*/ 284406 w 284405"/>
                <a:gd name="csY1" fmla="*/ 2269 h 225410"/>
                <a:gd name="csX2" fmla="*/ 283762 w 284405"/>
                <a:gd name="csY2" fmla="*/ 8805 h 225410"/>
                <a:gd name="csX3" fmla="*/ 283660 w 284405"/>
                <a:gd name="csY3" fmla="*/ 60112 h 225410"/>
                <a:gd name="csX4" fmla="*/ 172513 w 284405"/>
                <a:gd name="csY4" fmla="*/ 58351 h 225410"/>
                <a:gd name="csX5" fmla="*/ 173596 w 284405"/>
                <a:gd name="csY5" fmla="*/ 144980 h 225410"/>
                <a:gd name="csX6" fmla="*/ 141864 w 284405"/>
                <a:gd name="csY6" fmla="*/ 148027 h 225410"/>
                <a:gd name="csX7" fmla="*/ 133567 w 284405"/>
                <a:gd name="csY7" fmla="*/ 165434 h 225410"/>
                <a:gd name="csX8" fmla="*/ 140001 w 284405"/>
                <a:gd name="csY8" fmla="*/ 214337 h 225410"/>
                <a:gd name="csX9" fmla="*/ 7383 w 284405"/>
                <a:gd name="csY9" fmla="*/ 214134 h 225410"/>
                <a:gd name="csX10" fmla="*/ 0 w 284405"/>
                <a:gd name="csY10" fmla="*/ 225411 h 225410"/>
                <a:gd name="csX11" fmla="*/ 1456 w 284405"/>
                <a:gd name="csY11" fmla="*/ 211120 h 225410"/>
                <a:gd name="csX12" fmla="*/ 2032 w 284405"/>
                <a:gd name="csY12" fmla="*/ 211153 h 225410"/>
                <a:gd name="csX13" fmla="*/ 78298 w 284405"/>
                <a:gd name="csY13" fmla="*/ 208444 h 225410"/>
                <a:gd name="csX14" fmla="*/ 82362 w 284405"/>
                <a:gd name="csY14" fmla="*/ 196252 h 225410"/>
                <a:gd name="csX15" fmla="*/ 96247 w 284405"/>
                <a:gd name="csY15" fmla="*/ 181047 h 225410"/>
                <a:gd name="csX16" fmla="*/ 107422 w 284405"/>
                <a:gd name="csY16" fmla="*/ 134278 h 225410"/>
                <a:gd name="csX17" fmla="*/ 154496 w 284405"/>
                <a:gd name="csY17" fmla="*/ 97737 h 225410"/>
                <a:gd name="csX18" fmla="*/ 170413 w 284405"/>
                <a:gd name="csY18" fmla="*/ 55032 h 225410"/>
                <a:gd name="csX19" fmla="*/ 181013 w 284405"/>
                <a:gd name="csY19" fmla="*/ 52560 h 225410"/>
                <a:gd name="csX20" fmla="*/ 192019 w 284405"/>
                <a:gd name="csY20" fmla="*/ 26178 h 225410"/>
                <a:gd name="csX21" fmla="*/ 220535 w 284405"/>
                <a:gd name="csY21" fmla="*/ 22521 h 225410"/>
                <a:gd name="csX22" fmla="*/ 232794 w 284405"/>
                <a:gd name="csY22" fmla="*/ 26923 h 225410"/>
                <a:gd name="csX23" fmla="*/ 248169 w 284405"/>
                <a:gd name="csY23" fmla="*/ 26923 h 225410"/>
                <a:gd name="csX24" fmla="*/ 259074 w 284405"/>
                <a:gd name="csY24" fmla="*/ 19236 h 225410"/>
                <a:gd name="csX25" fmla="*/ 280003 w 284405"/>
                <a:gd name="csY25" fmla="*/ 18118 h 225410"/>
                <a:gd name="csX26" fmla="*/ 279224 w 284405"/>
                <a:gd name="csY26" fmla="*/ 0 h 225410"/>
                <a:gd name="csX27" fmla="*/ 284371 w 284405"/>
                <a:gd name="csY27" fmla="*/ 0 h 2254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84405" h="225410">
                  <a:moveTo>
                    <a:pt x="284371" y="0"/>
                  </a:moveTo>
                  <a:lnTo>
                    <a:pt x="284406" y="2269"/>
                  </a:lnTo>
                  <a:lnTo>
                    <a:pt x="283762" y="8805"/>
                  </a:lnTo>
                  <a:lnTo>
                    <a:pt x="283660" y="60112"/>
                  </a:lnTo>
                  <a:lnTo>
                    <a:pt x="172513" y="58351"/>
                  </a:lnTo>
                  <a:lnTo>
                    <a:pt x="173596" y="144980"/>
                  </a:lnTo>
                  <a:lnTo>
                    <a:pt x="141864" y="148027"/>
                  </a:lnTo>
                  <a:lnTo>
                    <a:pt x="133567" y="165434"/>
                  </a:lnTo>
                  <a:lnTo>
                    <a:pt x="140001" y="214337"/>
                  </a:lnTo>
                  <a:lnTo>
                    <a:pt x="7383" y="214134"/>
                  </a:lnTo>
                  <a:lnTo>
                    <a:pt x="0" y="225411"/>
                  </a:lnTo>
                  <a:lnTo>
                    <a:pt x="1456" y="211120"/>
                  </a:lnTo>
                  <a:lnTo>
                    <a:pt x="2032" y="211153"/>
                  </a:lnTo>
                  <a:lnTo>
                    <a:pt x="78298" y="208444"/>
                  </a:lnTo>
                  <a:lnTo>
                    <a:pt x="82362" y="196252"/>
                  </a:lnTo>
                  <a:lnTo>
                    <a:pt x="96247" y="181047"/>
                  </a:lnTo>
                  <a:lnTo>
                    <a:pt x="107422" y="134278"/>
                  </a:lnTo>
                  <a:lnTo>
                    <a:pt x="154496" y="97737"/>
                  </a:lnTo>
                  <a:lnTo>
                    <a:pt x="170413" y="55032"/>
                  </a:lnTo>
                  <a:lnTo>
                    <a:pt x="181013" y="52560"/>
                  </a:lnTo>
                  <a:lnTo>
                    <a:pt x="192019" y="26178"/>
                  </a:lnTo>
                  <a:lnTo>
                    <a:pt x="220535" y="22521"/>
                  </a:lnTo>
                  <a:lnTo>
                    <a:pt x="232794" y="26923"/>
                  </a:lnTo>
                  <a:lnTo>
                    <a:pt x="248169" y="26923"/>
                  </a:lnTo>
                  <a:lnTo>
                    <a:pt x="259074" y="19236"/>
                  </a:lnTo>
                  <a:lnTo>
                    <a:pt x="280003" y="18118"/>
                  </a:lnTo>
                  <a:lnTo>
                    <a:pt x="279224" y="0"/>
                  </a:lnTo>
                  <a:lnTo>
                    <a:pt x="284371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E3380F97-8BC4-6805-5937-0BB3049444A1}"/>
                </a:ext>
              </a:extLst>
            </p:cNvPr>
            <p:cNvSpPr/>
            <p:nvPr/>
          </p:nvSpPr>
          <p:spPr>
            <a:xfrm>
              <a:off x="1320834" y="610246"/>
              <a:ext cx="2992045" cy="1407395"/>
            </a:xfrm>
            <a:custGeom>
              <a:avLst/>
              <a:gdLst>
                <a:gd name="csX0" fmla="*/ 614936 w 2992045"/>
                <a:gd name="csY0" fmla="*/ 1159329 h 1407395"/>
                <a:gd name="csX1" fmla="*/ 610398 w 2992045"/>
                <a:gd name="csY1" fmla="*/ 1159227 h 1407395"/>
                <a:gd name="csX2" fmla="*/ 544833 w 2992045"/>
                <a:gd name="csY2" fmla="*/ 1125971 h 1407395"/>
                <a:gd name="csX3" fmla="*/ 520619 w 2992045"/>
                <a:gd name="csY3" fmla="*/ 1111341 h 1407395"/>
                <a:gd name="csX4" fmla="*/ 459288 w 2992045"/>
                <a:gd name="csY4" fmla="*/ 1097320 h 1407395"/>
                <a:gd name="csX5" fmla="*/ 440425 w 2992045"/>
                <a:gd name="csY5" fmla="*/ 1067349 h 1407395"/>
                <a:gd name="csX6" fmla="*/ 445268 w 2992045"/>
                <a:gd name="csY6" fmla="*/ 1046555 h 1407395"/>
                <a:gd name="csX7" fmla="*/ 401920 w 2992045"/>
                <a:gd name="csY7" fmla="*/ 1032163 h 1407395"/>
                <a:gd name="csX8" fmla="*/ 395993 w 2992045"/>
                <a:gd name="csY8" fmla="*/ 1004833 h 1407395"/>
                <a:gd name="csX9" fmla="*/ 355015 w 2992045"/>
                <a:gd name="csY9" fmla="*/ 980246 h 1407395"/>
                <a:gd name="csX10" fmla="*/ 354304 w 2992045"/>
                <a:gd name="csY10" fmla="*/ 962805 h 1407395"/>
                <a:gd name="csX11" fmla="*/ 354304 w 2992045"/>
                <a:gd name="csY11" fmla="*/ 962805 h 1407395"/>
                <a:gd name="csX12" fmla="*/ 373134 w 2992045"/>
                <a:gd name="csY12" fmla="*/ 946482 h 1407395"/>
                <a:gd name="csX13" fmla="*/ 372185 w 2992045"/>
                <a:gd name="csY13" fmla="*/ 925113 h 1407395"/>
                <a:gd name="csX14" fmla="*/ 314614 w 2992045"/>
                <a:gd name="csY14" fmla="*/ 903574 h 1407395"/>
                <a:gd name="csX15" fmla="*/ 280003 w 2992045"/>
                <a:gd name="csY15" fmla="*/ 864933 h 1407395"/>
                <a:gd name="csX16" fmla="*/ 258803 w 2992045"/>
                <a:gd name="csY16" fmla="*/ 840651 h 1407395"/>
                <a:gd name="csX17" fmla="*/ 227815 w 2992045"/>
                <a:gd name="csY17" fmla="*/ 825378 h 1407395"/>
                <a:gd name="csX18" fmla="*/ 204990 w 2992045"/>
                <a:gd name="csY18" fmla="*/ 811493 h 1407395"/>
                <a:gd name="csX19" fmla="*/ 187007 w 2992045"/>
                <a:gd name="csY19" fmla="*/ 793984 h 1407395"/>
                <a:gd name="csX20" fmla="*/ 153006 w 2992045"/>
                <a:gd name="csY20" fmla="*/ 804957 h 1407395"/>
                <a:gd name="csX21" fmla="*/ 120088 w 2992045"/>
                <a:gd name="csY21" fmla="*/ 823888 h 1407395"/>
                <a:gd name="csX22" fmla="*/ 89982 w 2992045"/>
                <a:gd name="csY22" fmla="*/ 801638 h 1407395"/>
                <a:gd name="csX23" fmla="*/ 66343 w 2992045"/>
                <a:gd name="csY23" fmla="*/ 786805 h 1407395"/>
                <a:gd name="csX24" fmla="*/ 33358 w 2992045"/>
                <a:gd name="csY24" fmla="*/ 777424 h 1407395"/>
                <a:gd name="csX25" fmla="*/ 0 w 2992045"/>
                <a:gd name="csY25" fmla="*/ 776442 h 1407395"/>
                <a:gd name="csX26" fmla="*/ 169 w 2992045"/>
                <a:gd name="csY26" fmla="*/ 583610 h 1407395"/>
                <a:gd name="csX27" fmla="*/ 406 w 2992045"/>
                <a:gd name="csY27" fmla="*/ 457900 h 1407395"/>
                <a:gd name="csX28" fmla="*/ 406 w 2992045"/>
                <a:gd name="csY28" fmla="*/ 457900 h 1407395"/>
                <a:gd name="csX29" fmla="*/ 63566 w 2992045"/>
                <a:gd name="csY29" fmla="*/ 466061 h 1407395"/>
                <a:gd name="csX30" fmla="*/ 116905 w 2992045"/>
                <a:gd name="csY30" fmla="*/ 482351 h 1407395"/>
                <a:gd name="csX31" fmla="*/ 152193 w 2992045"/>
                <a:gd name="csY31" fmla="*/ 485467 h 1407395"/>
                <a:gd name="csX32" fmla="*/ 181927 w 2992045"/>
                <a:gd name="csY32" fmla="*/ 471345 h 1407395"/>
                <a:gd name="csX33" fmla="*/ 222939 w 2992045"/>
                <a:gd name="csY33" fmla="*/ 460778 h 1407395"/>
                <a:gd name="csX34" fmla="*/ 273263 w 2992045"/>
                <a:gd name="csY34" fmla="*/ 464910 h 1407395"/>
                <a:gd name="csX35" fmla="*/ 323994 w 2992045"/>
                <a:gd name="csY35" fmla="*/ 450009 h 1407395"/>
                <a:gd name="csX36" fmla="*/ 379399 w 2992045"/>
                <a:gd name="csY36" fmla="*/ 441576 h 1407395"/>
                <a:gd name="csX37" fmla="*/ 402665 w 2992045"/>
                <a:gd name="csY37" fmla="*/ 455631 h 1407395"/>
                <a:gd name="csX38" fmla="*/ 427929 w 2992045"/>
                <a:gd name="csY38" fmla="*/ 447706 h 1407395"/>
                <a:gd name="csX39" fmla="*/ 435514 w 2992045"/>
                <a:gd name="csY39" fmla="*/ 431755 h 1407395"/>
                <a:gd name="csX40" fmla="*/ 458916 w 2992045"/>
                <a:gd name="csY40" fmla="*/ 435379 h 1407395"/>
                <a:gd name="csX41" fmla="*/ 516183 w 2992045"/>
                <a:gd name="csY41" fmla="*/ 465723 h 1407395"/>
                <a:gd name="csX42" fmla="*/ 561258 w 2992045"/>
                <a:gd name="csY42" fmla="*/ 442796 h 1407395"/>
                <a:gd name="csX43" fmla="*/ 565830 w 2992045"/>
                <a:gd name="csY43" fmla="*/ 468466 h 1407395"/>
                <a:gd name="csX44" fmla="*/ 607451 w 2992045"/>
                <a:gd name="csY44" fmla="*/ 462912 h 1407395"/>
                <a:gd name="csX45" fmla="*/ 620253 w 2992045"/>
                <a:gd name="csY45" fmla="*/ 453023 h 1407395"/>
                <a:gd name="csX46" fmla="*/ 661264 w 2992045"/>
                <a:gd name="csY46" fmla="*/ 454987 h 1407395"/>
                <a:gd name="csX47" fmla="*/ 713045 w 2992045"/>
                <a:gd name="csY47" fmla="*/ 469211 h 1407395"/>
                <a:gd name="csX48" fmla="*/ 792291 w 2992045"/>
                <a:gd name="csY48" fmla="*/ 481640 h 1407395"/>
                <a:gd name="csX49" fmla="*/ 838924 w 2992045"/>
                <a:gd name="csY49" fmla="*/ 487363 h 1407395"/>
                <a:gd name="csX50" fmla="*/ 872079 w 2992045"/>
                <a:gd name="csY50" fmla="*/ 485196 h 1407395"/>
                <a:gd name="csX51" fmla="*/ 917764 w 2992045"/>
                <a:gd name="csY51" fmla="*/ 502366 h 1407395"/>
                <a:gd name="csX52" fmla="*/ 870115 w 2992045"/>
                <a:gd name="csY52" fmla="*/ 519163 h 1407395"/>
                <a:gd name="csX53" fmla="*/ 931344 w 2992045"/>
                <a:gd name="csY53" fmla="*/ 526444 h 1407395"/>
                <a:gd name="csX54" fmla="*/ 1022748 w 2992045"/>
                <a:gd name="csY54" fmla="*/ 522448 h 1407395"/>
                <a:gd name="csX55" fmla="*/ 1051602 w 2992045"/>
                <a:gd name="csY55" fmla="*/ 516521 h 1407395"/>
                <a:gd name="csX56" fmla="*/ 1087703 w 2992045"/>
                <a:gd name="csY56" fmla="*/ 536841 h 1407395"/>
                <a:gd name="csX57" fmla="*/ 1124549 w 2992045"/>
                <a:gd name="csY57" fmla="*/ 519705 h 1407395"/>
                <a:gd name="csX58" fmla="*/ 1089971 w 2992045"/>
                <a:gd name="csY58" fmla="*/ 505312 h 1407395"/>
                <a:gd name="csX59" fmla="*/ 1111849 w 2992045"/>
                <a:gd name="csY59" fmla="*/ 493730 h 1407395"/>
                <a:gd name="csX60" fmla="*/ 1153064 w 2992045"/>
                <a:gd name="csY60" fmla="*/ 492172 h 1407395"/>
                <a:gd name="csX61" fmla="*/ 1180156 w 2992045"/>
                <a:gd name="csY61" fmla="*/ 488785 h 1407395"/>
                <a:gd name="csX62" fmla="*/ 1207486 w 2992045"/>
                <a:gd name="csY62" fmla="*/ 496879 h 1407395"/>
                <a:gd name="csX63" fmla="*/ 1241521 w 2992045"/>
                <a:gd name="csY63" fmla="*/ 515269 h 1407395"/>
                <a:gd name="csX64" fmla="*/ 1279349 w 2992045"/>
                <a:gd name="csY64" fmla="*/ 512559 h 1407395"/>
                <a:gd name="csX65" fmla="*/ 1339190 w 2992045"/>
                <a:gd name="csY65" fmla="*/ 527833 h 1407395"/>
                <a:gd name="csX66" fmla="*/ 1391750 w 2992045"/>
                <a:gd name="csY66" fmla="*/ 522448 h 1407395"/>
                <a:gd name="csX67" fmla="*/ 1441160 w 2992045"/>
                <a:gd name="csY67" fmla="*/ 523261 h 1407395"/>
                <a:gd name="csX68" fmla="*/ 1437232 w 2992045"/>
                <a:gd name="csY68" fmla="*/ 502196 h 1407395"/>
                <a:gd name="csX69" fmla="*/ 1467372 w 2992045"/>
                <a:gd name="csY69" fmla="*/ 496270 h 1407395"/>
                <a:gd name="csX70" fmla="*/ 1519830 w 2992045"/>
                <a:gd name="csY70" fmla="*/ 507784 h 1407395"/>
                <a:gd name="csX71" fmla="*/ 1519627 w 2992045"/>
                <a:gd name="csY71" fmla="*/ 539821 h 1407395"/>
                <a:gd name="csX72" fmla="*/ 1541200 w 2992045"/>
                <a:gd name="csY72" fmla="*/ 512796 h 1407395"/>
                <a:gd name="csX73" fmla="*/ 1568428 w 2992045"/>
                <a:gd name="csY73" fmla="*/ 513711 h 1407395"/>
                <a:gd name="csX74" fmla="*/ 1583735 w 2992045"/>
                <a:gd name="csY74" fmla="*/ 479676 h 1407395"/>
                <a:gd name="csX75" fmla="*/ 1547465 w 2992045"/>
                <a:gd name="csY75" fmla="*/ 458780 h 1407395"/>
                <a:gd name="csX76" fmla="*/ 1507943 w 2992045"/>
                <a:gd name="csY76" fmla="*/ 445099 h 1407395"/>
                <a:gd name="csX77" fmla="*/ 1510653 w 2992045"/>
                <a:gd name="csY77" fmla="*/ 407677 h 1407395"/>
                <a:gd name="csX78" fmla="*/ 1550682 w 2992045"/>
                <a:gd name="csY78" fmla="*/ 383090 h 1407395"/>
                <a:gd name="csX79" fmla="*/ 1595351 w 2992045"/>
                <a:gd name="csY79" fmla="*/ 388543 h 1407395"/>
                <a:gd name="csX80" fmla="*/ 1629623 w 2992045"/>
                <a:gd name="csY80" fmla="*/ 403477 h 1407395"/>
                <a:gd name="csX81" fmla="*/ 1675613 w 2992045"/>
                <a:gd name="csY81" fmla="*/ 441678 h 1407395"/>
                <a:gd name="csX82" fmla="*/ 1645574 w 2992045"/>
                <a:gd name="csY82" fmla="*/ 458306 h 1407395"/>
                <a:gd name="csX83" fmla="*/ 1708565 w 2992045"/>
                <a:gd name="csY83" fmla="*/ 465147 h 1407395"/>
                <a:gd name="csX84" fmla="*/ 1708395 w 2992045"/>
                <a:gd name="csY84" fmla="*/ 499792 h 1407395"/>
                <a:gd name="csX85" fmla="*/ 1753674 w 2992045"/>
                <a:gd name="csY85" fmla="*/ 473241 h 1407395"/>
                <a:gd name="csX86" fmla="*/ 1794144 w 2992045"/>
                <a:gd name="csY86" fmla="*/ 495051 h 1407395"/>
                <a:gd name="csX87" fmla="*/ 1784085 w 2992045"/>
                <a:gd name="csY87" fmla="*/ 520179 h 1407395"/>
                <a:gd name="csX88" fmla="*/ 1816834 w 2992045"/>
                <a:gd name="csY88" fmla="*/ 543005 h 1407395"/>
                <a:gd name="csX89" fmla="*/ 1852190 w 2992045"/>
                <a:gd name="csY89" fmla="*/ 518553 h 1407395"/>
                <a:gd name="csX90" fmla="*/ 1876878 w 2992045"/>
                <a:gd name="csY90" fmla="*/ 489293 h 1407395"/>
                <a:gd name="csX91" fmla="*/ 1878740 w 2992045"/>
                <a:gd name="csY91" fmla="*/ 452143 h 1407395"/>
                <a:gd name="csX92" fmla="*/ 1926864 w 2992045"/>
                <a:gd name="csY92" fmla="*/ 454750 h 1407395"/>
                <a:gd name="csX93" fmla="*/ 1976917 w 2992045"/>
                <a:gd name="csY93" fmla="*/ 459729 h 1407395"/>
                <a:gd name="csX94" fmla="*/ 2022399 w 2992045"/>
                <a:gd name="csY94" fmla="*/ 476526 h 1407395"/>
                <a:gd name="csX95" fmla="*/ 2024431 w 2992045"/>
                <a:gd name="csY95" fmla="*/ 493323 h 1407395"/>
                <a:gd name="csX96" fmla="*/ 1999235 w 2992045"/>
                <a:gd name="csY96" fmla="*/ 511374 h 1407395"/>
                <a:gd name="csX97" fmla="*/ 2023110 w 2992045"/>
                <a:gd name="csY97" fmla="*/ 529526 h 1407395"/>
                <a:gd name="csX98" fmla="*/ 2018775 w 2992045"/>
                <a:gd name="csY98" fmla="*/ 545985 h 1407395"/>
                <a:gd name="csX99" fmla="*/ 1952466 w 2992045"/>
                <a:gd name="csY99" fmla="*/ 569657 h 1407395"/>
                <a:gd name="csX100" fmla="*/ 1905393 w 2992045"/>
                <a:gd name="csY100" fmla="*/ 574906 h 1407395"/>
                <a:gd name="csX101" fmla="*/ 1870376 w 2992045"/>
                <a:gd name="csY101" fmla="*/ 564713 h 1407395"/>
                <a:gd name="csX102" fmla="*/ 1860250 w 2992045"/>
                <a:gd name="csY102" fmla="*/ 581713 h 1407395"/>
                <a:gd name="csX103" fmla="*/ 1827637 w 2992045"/>
                <a:gd name="csY103" fmla="*/ 610262 h 1407395"/>
                <a:gd name="csX104" fmla="*/ 1817748 w 2992045"/>
                <a:gd name="csY104" fmla="*/ 625062 h 1407395"/>
                <a:gd name="csX105" fmla="*/ 1778464 w 2992045"/>
                <a:gd name="csY105" fmla="*/ 647989 h 1407395"/>
                <a:gd name="csX106" fmla="*/ 1730002 w 2992045"/>
                <a:gd name="csY106" fmla="*/ 650224 h 1407395"/>
                <a:gd name="csX107" fmla="*/ 1703248 w 2992045"/>
                <a:gd name="csY107" fmla="*/ 664549 h 1407395"/>
                <a:gd name="csX108" fmla="*/ 1701013 w 2992045"/>
                <a:gd name="csY108" fmla="*/ 686562 h 1407395"/>
                <a:gd name="csX109" fmla="*/ 1661627 w 2992045"/>
                <a:gd name="csY109" fmla="*/ 690795 h 1407395"/>
                <a:gd name="csX110" fmla="*/ 1620175 w 2992045"/>
                <a:gd name="csY110" fmla="*/ 718226 h 1407395"/>
                <a:gd name="csX111" fmla="*/ 1583430 w 2992045"/>
                <a:gd name="csY111" fmla="*/ 756359 h 1407395"/>
                <a:gd name="csX112" fmla="*/ 1570324 w 2992045"/>
                <a:gd name="csY112" fmla="*/ 783079 h 1407395"/>
                <a:gd name="csX113" fmla="*/ 1568428 w 2992045"/>
                <a:gd name="csY113" fmla="*/ 822398 h 1407395"/>
                <a:gd name="csX114" fmla="*/ 1618211 w 2992045"/>
                <a:gd name="csY114" fmla="*/ 828053 h 1407395"/>
                <a:gd name="csX115" fmla="*/ 1633450 w 2992045"/>
                <a:gd name="csY115" fmla="*/ 859752 h 1407395"/>
                <a:gd name="csX116" fmla="*/ 1649299 w 2992045"/>
                <a:gd name="csY116" fmla="*/ 885456 h 1407395"/>
                <a:gd name="csX117" fmla="*/ 1696678 w 2992045"/>
                <a:gd name="csY117" fmla="*/ 878750 h 1407395"/>
                <a:gd name="csX118" fmla="*/ 1759600 w 2992045"/>
                <a:gd name="csY118" fmla="*/ 893414 h 1407395"/>
                <a:gd name="csX119" fmla="*/ 1793466 w 2992045"/>
                <a:gd name="csY119" fmla="*/ 906283 h 1407395"/>
                <a:gd name="csX120" fmla="*/ 1817714 w 2992045"/>
                <a:gd name="csY120" fmla="*/ 922302 h 1407395"/>
                <a:gd name="csX121" fmla="*/ 1860148 w 2992045"/>
                <a:gd name="csY121" fmla="*/ 931615 h 1407395"/>
                <a:gd name="csX122" fmla="*/ 1896012 w 2992045"/>
                <a:gd name="csY122" fmla="*/ 945872 h 1407395"/>
                <a:gd name="csX123" fmla="*/ 1951924 w 2992045"/>
                <a:gd name="csY123" fmla="*/ 947837 h 1407395"/>
                <a:gd name="csX124" fmla="*/ 1988770 w 2992045"/>
                <a:gd name="csY124" fmla="*/ 951122 h 1407395"/>
                <a:gd name="csX125" fmla="*/ 1983250 w 2992045"/>
                <a:gd name="csY125" fmla="*/ 980449 h 1407395"/>
                <a:gd name="csX126" fmla="*/ 1993782 w 2992045"/>
                <a:gd name="csY126" fmla="*/ 1014485 h 1407395"/>
                <a:gd name="csX127" fmla="*/ 2018301 w 2992045"/>
                <a:gd name="csY127" fmla="*/ 1052380 h 1407395"/>
                <a:gd name="csX128" fmla="*/ 2068694 w 2992045"/>
                <a:gd name="csY128" fmla="*/ 1084553 h 1407395"/>
                <a:gd name="csX129" fmla="*/ 2094770 w 2992045"/>
                <a:gd name="csY129" fmla="*/ 1073513 h 1407395"/>
                <a:gd name="csX130" fmla="*/ 2113092 w 2992045"/>
                <a:gd name="csY130" fmla="*/ 1038699 h 1407395"/>
                <a:gd name="csX131" fmla="*/ 2095414 w 2992045"/>
                <a:gd name="csY131" fmla="*/ 985225 h 1407395"/>
                <a:gd name="csX132" fmla="*/ 2071504 w 2992045"/>
                <a:gd name="csY132" fmla="*/ 967377 h 1407395"/>
                <a:gd name="csX133" fmla="*/ 2125724 w 2992045"/>
                <a:gd name="csY133" fmla="*/ 951528 h 1407395"/>
                <a:gd name="csX134" fmla="*/ 2164094 w 2992045"/>
                <a:gd name="csY134" fmla="*/ 927788 h 1407395"/>
                <a:gd name="csX135" fmla="*/ 2182889 w 2992045"/>
                <a:gd name="csY135" fmla="*/ 904184 h 1407395"/>
                <a:gd name="csX136" fmla="*/ 2180112 w 2992045"/>
                <a:gd name="csY136" fmla="*/ 881527 h 1407395"/>
                <a:gd name="csX137" fmla="*/ 2157117 w 2992045"/>
                <a:gd name="csY137" fmla="*/ 852775 h 1407395"/>
                <a:gd name="csX138" fmla="*/ 2115970 w 2992045"/>
                <a:gd name="csY138" fmla="*/ 827274 h 1407395"/>
                <a:gd name="csX139" fmla="*/ 2155932 w 2992045"/>
                <a:gd name="csY139" fmla="*/ 791783 h 1407395"/>
                <a:gd name="csX140" fmla="*/ 2141167 w 2992045"/>
                <a:gd name="csY140" fmla="*/ 761134 h 1407395"/>
                <a:gd name="csX141" fmla="*/ 2129855 w 2992045"/>
                <a:gd name="csY141" fmla="*/ 708236 h 1407395"/>
                <a:gd name="csX142" fmla="*/ 2153426 w 2992045"/>
                <a:gd name="csY142" fmla="*/ 700413 h 1407395"/>
                <a:gd name="csX143" fmla="*/ 2211506 w 2992045"/>
                <a:gd name="csY143" fmla="*/ 709658 h 1407395"/>
                <a:gd name="csX144" fmla="*/ 2246320 w 2992045"/>
                <a:gd name="csY144" fmla="*/ 712943 h 1407395"/>
                <a:gd name="csX145" fmla="*/ 2274361 w 2992045"/>
                <a:gd name="csY145" fmla="*/ 704037 h 1407395"/>
                <a:gd name="csX146" fmla="*/ 2305890 w 2992045"/>
                <a:gd name="csY146" fmla="*/ 715517 h 1407395"/>
                <a:gd name="csX147" fmla="*/ 2347613 w 2992045"/>
                <a:gd name="csY147" fmla="*/ 735159 h 1407395"/>
                <a:gd name="csX148" fmla="*/ 2357874 w 2992045"/>
                <a:gd name="csY148" fmla="*/ 748299 h 1407395"/>
                <a:gd name="csX149" fmla="*/ 2418291 w 2992045"/>
                <a:gd name="csY149" fmla="*/ 750873 h 1407395"/>
                <a:gd name="csX150" fmla="*/ 2417275 w 2992045"/>
                <a:gd name="csY150" fmla="*/ 779320 h 1407395"/>
                <a:gd name="csX151" fmla="*/ 2428518 w 2992045"/>
                <a:gd name="csY151" fmla="*/ 822127 h 1407395"/>
                <a:gd name="csX152" fmla="*/ 2459438 w 2992045"/>
                <a:gd name="csY152" fmla="*/ 827410 h 1407395"/>
                <a:gd name="csX153" fmla="*/ 2483990 w 2992045"/>
                <a:gd name="csY153" fmla="*/ 847357 h 1407395"/>
                <a:gd name="csX154" fmla="*/ 2533028 w 2992045"/>
                <a:gd name="csY154" fmla="*/ 828561 h 1407395"/>
                <a:gd name="csX155" fmla="*/ 2565437 w 2992045"/>
                <a:gd name="csY155" fmla="*/ 791173 h 1407395"/>
                <a:gd name="csX156" fmla="*/ 2587823 w 2992045"/>
                <a:gd name="csY156" fmla="*/ 775426 h 1407395"/>
                <a:gd name="csX157" fmla="*/ 2614204 w 2992045"/>
                <a:gd name="csY157" fmla="*/ 805668 h 1407395"/>
                <a:gd name="csX158" fmla="*/ 2658332 w 2992045"/>
                <a:gd name="csY158" fmla="*/ 848881 h 1407395"/>
                <a:gd name="csX159" fmla="*/ 2695753 w 2992045"/>
                <a:gd name="csY159" fmla="*/ 889520 h 1407395"/>
                <a:gd name="csX160" fmla="*/ 2682139 w 2992045"/>
                <a:gd name="csY160" fmla="*/ 910787 h 1407395"/>
                <a:gd name="csX161" fmla="*/ 2727181 w 2992045"/>
                <a:gd name="csY161" fmla="*/ 929888 h 1407395"/>
                <a:gd name="csX162" fmla="*/ 2757626 w 2992045"/>
                <a:gd name="csY162" fmla="*/ 949225 h 1407395"/>
                <a:gd name="csX163" fmla="*/ 2811642 w 2992045"/>
                <a:gd name="csY163" fmla="*/ 957996 h 1407395"/>
                <a:gd name="csX164" fmla="*/ 2833384 w 2992045"/>
                <a:gd name="csY164" fmla="*/ 968766 h 1407395"/>
                <a:gd name="csX165" fmla="*/ 2846795 w 2992045"/>
                <a:gd name="csY165" fmla="*/ 997450 h 1407395"/>
                <a:gd name="csX166" fmla="*/ 2873176 w 2992045"/>
                <a:gd name="csY166" fmla="*/ 1001954 h 1407395"/>
                <a:gd name="csX167" fmla="*/ 2886790 w 2992045"/>
                <a:gd name="csY167" fmla="*/ 1014722 h 1407395"/>
                <a:gd name="csX168" fmla="*/ 2889263 w 2992045"/>
                <a:gd name="csY168" fmla="*/ 1052753 h 1407395"/>
                <a:gd name="csX169" fmla="*/ 2864676 w 2992045"/>
                <a:gd name="csY169" fmla="*/ 1065487 h 1407395"/>
                <a:gd name="csX170" fmla="*/ 2840360 w 2992045"/>
                <a:gd name="csY170" fmla="*/ 1077374 h 1407395"/>
                <a:gd name="csX171" fmla="*/ 2784549 w 2992045"/>
                <a:gd name="csY171" fmla="*/ 1089430 h 1407395"/>
                <a:gd name="csX172" fmla="*/ 2741946 w 2992045"/>
                <a:gd name="csY172" fmla="*/ 1117234 h 1407395"/>
                <a:gd name="csX173" fmla="*/ 2684679 w 2992045"/>
                <a:gd name="csY173" fmla="*/ 1122754 h 1407395"/>
                <a:gd name="csX174" fmla="*/ 2612240 w 2992045"/>
                <a:gd name="csY174" fmla="*/ 1115608 h 1407395"/>
                <a:gd name="csX175" fmla="*/ 2561441 w 2992045"/>
                <a:gd name="csY175" fmla="*/ 1115371 h 1407395"/>
                <a:gd name="csX176" fmla="*/ 2526356 w 2992045"/>
                <a:gd name="csY176" fmla="*/ 1117708 h 1407395"/>
                <a:gd name="csX177" fmla="*/ 2498011 w 2992045"/>
                <a:gd name="csY177" fmla="*/ 1141989 h 1407395"/>
                <a:gd name="csX178" fmla="*/ 2454832 w 2992045"/>
                <a:gd name="csY178" fmla="*/ 1157026 h 1407395"/>
                <a:gd name="csX179" fmla="*/ 2405963 w 2992045"/>
                <a:gd name="csY179" fmla="*/ 1201830 h 1407395"/>
                <a:gd name="csX180" fmla="*/ 2366984 w 2992045"/>
                <a:gd name="csY180" fmla="*/ 1233089 h 1407395"/>
                <a:gd name="csX181" fmla="*/ 2395770 w 2992045"/>
                <a:gd name="csY181" fmla="*/ 1227535 h 1407395"/>
                <a:gd name="csX182" fmla="*/ 2450124 w 2992045"/>
                <a:gd name="csY182" fmla="*/ 1183035 h 1407395"/>
                <a:gd name="csX183" fmla="*/ 2521175 w 2992045"/>
                <a:gd name="csY183" fmla="*/ 1154825 h 1407395"/>
                <a:gd name="csX184" fmla="*/ 2571838 w 2992045"/>
                <a:gd name="csY184" fmla="*/ 1151438 h 1407395"/>
                <a:gd name="csX185" fmla="*/ 2601810 w 2992045"/>
                <a:gd name="csY185" fmla="*/ 1168066 h 1407395"/>
                <a:gd name="csX186" fmla="*/ 2569840 w 2992045"/>
                <a:gd name="csY186" fmla="*/ 1190790 h 1407395"/>
                <a:gd name="csX187" fmla="*/ 2580542 w 2992045"/>
                <a:gd name="csY187" fmla="*/ 1227297 h 1407395"/>
                <a:gd name="csX188" fmla="*/ 2591616 w 2992045"/>
                <a:gd name="csY188" fmla="*/ 1252866 h 1407395"/>
                <a:gd name="csX189" fmla="*/ 2635608 w 2992045"/>
                <a:gd name="csY189" fmla="*/ 1269765 h 1407395"/>
                <a:gd name="csX190" fmla="*/ 2691554 w 2992045"/>
                <a:gd name="csY190" fmla="*/ 1264855 h 1407395"/>
                <a:gd name="csX191" fmla="*/ 2725521 w 2992045"/>
                <a:gd name="csY191" fmla="*/ 1226789 h 1407395"/>
                <a:gd name="csX192" fmla="*/ 2727858 w 2992045"/>
                <a:gd name="csY192" fmla="*/ 1251342 h 1407395"/>
                <a:gd name="csX193" fmla="*/ 2749735 w 2992045"/>
                <a:gd name="csY193" fmla="*/ 1263636 h 1407395"/>
                <a:gd name="csX194" fmla="*/ 2707843 w 2992045"/>
                <a:gd name="csY194" fmla="*/ 1285818 h 1407395"/>
                <a:gd name="csX195" fmla="*/ 2632831 w 2992045"/>
                <a:gd name="csY195" fmla="*/ 1305968 h 1407395"/>
                <a:gd name="csX196" fmla="*/ 2599236 w 2992045"/>
                <a:gd name="csY196" fmla="*/ 1319650 h 1407395"/>
                <a:gd name="csX197" fmla="*/ 2561408 w 2992045"/>
                <a:gd name="csY197" fmla="*/ 1344067 h 1407395"/>
                <a:gd name="csX198" fmla="*/ 2535703 w 2992045"/>
                <a:gd name="csY198" fmla="*/ 1341561 h 1407395"/>
                <a:gd name="csX199" fmla="*/ 2534383 w 2992045"/>
                <a:gd name="csY199" fmla="*/ 1312910 h 1407395"/>
                <a:gd name="csX200" fmla="*/ 2593207 w 2992045"/>
                <a:gd name="csY200" fmla="*/ 1284903 h 1407395"/>
                <a:gd name="csX201" fmla="*/ 2538988 w 2992045"/>
                <a:gd name="csY201" fmla="*/ 1286021 h 1407395"/>
                <a:gd name="csX202" fmla="*/ 2501363 w 2992045"/>
                <a:gd name="csY202" fmla="*/ 1290119 h 1407395"/>
                <a:gd name="csX203" fmla="*/ 2479215 w 2992045"/>
                <a:gd name="csY203" fmla="*/ 1270984 h 1407395"/>
                <a:gd name="csX204" fmla="*/ 2479249 w 2992045"/>
                <a:gd name="csY204" fmla="*/ 1224825 h 1407395"/>
                <a:gd name="csX205" fmla="*/ 2464213 w 2992045"/>
                <a:gd name="csY205" fmla="*/ 1215038 h 1407395"/>
                <a:gd name="csX206" fmla="*/ 2441489 w 2992045"/>
                <a:gd name="csY206" fmla="*/ 1220795 h 1407395"/>
                <a:gd name="csX207" fmla="*/ 2430245 w 2992045"/>
                <a:gd name="csY207" fmla="*/ 1211888 h 1407395"/>
                <a:gd name="csX208" fmla="*/ 2404406 w 2992045"/>
                <a:gd name="csY208" fmla="*/ 1237457 h 1407395"/>
                <a:gd name="csX209" fmla="*/ 2394077 w 2992045"/>
                <a:gd name="csY209" fmla="*/ 1263805 h 1407395"/>
                <a:gd name="csX210" fmla="*/ 2382054 w 2992045"/>
                <a:gd name="csY210" fmla="*/ 1279214 h 1407395"/>
                <a:gd name="csX211" fmla="*/ 2367661 w 2992045"/>
                <a:gd name="csY211" fmla="*/ 1284463 h 1407395"/>
                <a:gd name="csX212" fmla="*/ 2356824 w 2992045"/>
                <a:gd name="csY212" fmla="*/ 1286156 h 1407395"/>
                <a:gd name="csX213" fmla="*/ 2353438 w 2992045"/>
                <a:gd name="csY213" fmla="*/ 1294521 h 1407395"/>
                <a:gd name="csX214" fmla="*/ 2291023 w 2992045"/>
                <a:gd name="csY214" fmla="*/ 1294555 h 1407395"/>
                <a:gd name="csX215" fmla="*/ 2239581 w 2992045"/>
                <a:gd name="csY215" fmla="*/ 1294792 h 1407395"/>
                <a:gd name="csX216" fmla="*/ 2224307 w 2992045"/>
                <a:gd name="csY216" fmla="*/ 1301023 h 1407395"/>
                <a:gd name="csX217" fmla="*/ 2188511 w 2992045"/>
                <a:gd name="csY217" fmla="*/ 1325407 h 1407395"/>
                <a:gd name="csX218" fmla="*/ 2184278 w 2992045"/>
                <a:gd name="csY218" fmla="*/ 1328048 h 1407395"/>
                <a:gd name="csX219" fmla="*/ 2173441 w 2992045"/>
                <a:gd name="csY219" fmla="*/ 1341222 h 1407395"/>
                <a:gd name="csX220" fmla="*/ 2142352 w 2992045"/>
                <a:gd name="csY220" fmla="*/ 1341222 h 1407395"/>
                <a:gd name="csX221" fmla="*/ 2109096 w 2992045"/>
                <a:gd name="csY221" fmla="*/ 1341358 h 1407395"/>
                <a:gd name="csX222" fmla="*/ 2093788 w 2992045"/>
                <a:gd name="csY222" fmla="*/ 1346742 h 1407395"/>
                <a:gd name="csX223" fmla="*/ 2099275 w 2992045"/>
                <a:gd name="csY223" fmla="*/ 1353380 h 1407395"/>
                <a:gd name="csX224" fmla="*/ 2102323 w 2992045"/>
                <a:gd name="csY224" fmla="*/ 1363709 h 1407395"/>
                <a:gd name="csX225" fmla="*/ 2101679 w 2992045"/>
                <a:gd name="csY225" fmla="*/ 1367129 h 1407395"/>
                <a:gd name="csX226" fmla="*/ 2057382 w 2992045"/>
                <a:gd name="csY226" fmla="*/ 1383995 h 1407395"/>
                <a:gd name="csX227" fmla="*/ 2022467 w 2992045"/>
                <a:gd name="csY227" fmla="*/ 1389312 h 1407395"/>
                <a:gd name="csX228" fmla="*/ 1983149 w 2992045"/>
                <a:gd name="csY228" fmla="*/ 1407396 h 1407395"/>
                <a:gd name="csX229" fmla="*/ 1974648 w 2992045"/>
                <a:gd name="csY229" fmla="*/ 1407396 h 1407395"/>
                <a:gd name="csX230" fmla="*/ 1963134 w 2992045"/>
                <a:gd name="csY230" fmla="*/ 1402045 h 1407395"/>
                <a:gd name="csX231" fmla="*/ 1959341 w 2992045"/>
                <a:gd name="csY231" fmla="*/ 1397202 h 1407395"/>
                <a:gd name="csX232" fmla="*/ 1960086 w 2992045"/>
                <a:gd name="csY232" fmla="*/ 1393680 h 1407395"/>
                <a:gd name="csX233" fmla="*/ 1967536 w 2992045"/>
                <a:gd name="csY233" fmla="*/ 1381827 h 1407395"/>
                <a:gd name="csX234" fmla="*/ 1983453 w 2992045"/>
                <a:gd name="csY234" fmla="*/ 1363201 h 1407395"/>
                <a:gd name="csX235" fmla="*/ 1993342 w 2992045"/>
                <a:gd name="csY235" fmla="*/ 1343186 h 1407395"/>
                <a:gd name="csX236" fmla="*/ 1986569 w 2992045"/>
                <a:gd name="csY236" fmla="*/ 1313757 h 1407395"/>
                <a:gd name="csX237" fmla="*/ 1979356 w 2992045"/>
                <a:gd name="csY237" fmla="*/ 1283007 h 1407395"/>
                <a:gd name="csX238" fmla="*/ 1944067 w 2992045"/>
                <a:gd name="csY238" fmla="*/ 1267124 h 1407395"/>
                <a:gd name="csX239" fmla="*/ 1948233 w 2992045"/>
                <a:gd name="csY239" fmla="*/ 1261096 h 1407395"/>
                <a:gd name="csX240" fmla="*/ 1943289 w 2992045"/>
                <a:gd name="csY240" fmla="*/ 1256964 h 1407395"/>
                <a:gd name="csX241" fmla="*/ 1933975 w 2992045"/>
                <a:gd name="csY241" fmla="*/ 1256964 h 1407395"/>
                <a:gd name="csX242" fmla="*/ 1927168 w 2992045"/>
                <a:gd name="csY242" fmla="*/ 1251613 h 1407395"/>
                <a:gd name="csX243" fmla="*/ 1925475 w 2992045"/>
                <a:gd name="csY243" fmla="*/ 1243587 h 1407395"/>
                <a:gd name="csX244" fmla="*/ 1918871 w 2992045"/>
                <a:gd name="csY244" fmla="*/ 1247075 h 1407395"/>
                <a:gd name="csX245" fmla="*/ 1909795 w 2992045"/>
                <a:gd name="csY245" fmla="*/ 1246025 h 1407395"/>
                <a:gd name="csX246" fmla="*/ 1911861 w 2992045"/>
                <a:gd name="csY246" fmla="*/ 1242672 h 1407395"/>
                <a:gd name="csX247" fmla="*/ 1903903 w 2992045"/>
                <a:gd name="csY247" fmla="*/ 1239354 h 1407395"/>
                <a:gd name="csX248" fmla="*/ 1900618 w 2992045"/>
                <a:gd name="csY248" fmla="*/ 1230447 h 1407395"/>
                <a:gd name="csX249" fmla="*/ 1874338 w 2992045"/>
                <a:gd name="csY249" fmla="*/ 1219610 h 1407395"/>
                <a:gd name="csX250" fmla="*/ 1846906 w 2992045"/>
                <a:gd name="csY250" fmla="*/ 1208333 h 1407395"/>
                <a:gd name="csX251" fmla="*/ 1813786 w 2992045"/>
                <a:gd name="csY251" fmla="*/ 1195227 h 1407395"/>
                <a:gd name="csX252" fmla="*/ 1782020 w 2992045"/>
                <a:gd name="csY252" fmla="*/ 1182933 h 1407395"/>
                <a:gd name="csX253" fmla="*/ 1751710 w 2992045"/>
                <a:gd name="csY253" fmla="*/ 1192517 h 1407395"/>
                <a:gd name="csX254" fmla="*/ 1740636 w 2992045"/>
                <a:gd name="csY254" fmla="*/ 1192856 h 1407395"/>
                <a:gd name="csX255" fmla="*/ 1698980 w 2992045"/>
                <a:gd name="csY255" fmla="*/ 1184051 h 1407395"/>
                <a:gd name="csX256" fmla="*/ 1671549 w 2992045"/>
                <a:gd name="csY256" fmla="*/ 1188453 h 1407395"/>
                <a:gd name="csX257" fmla="*/ 1638699 w 2992045"/>
                <a:gd name="csY257" fmla="*/ 1177955 h 1407395"/>
                <a:gd name="csX258" fmla="*/ 1604122 w 2992045"/>
                <a:gd name="csY258" fmla="*/ 1172570 h 1407395"/>
                <a:gd name="csX259" fmla="*/ 1580484 w 2992045"/>
                <a:gd name="csY259" fmla="*/ 1170471 h 1407395"/>
                <a:gd name="csX260" fmla="*/ 1569952 w 2992045"/>
                <a:gd name="csY260" fmla="*/ 1164747 h 1407395"/>
                <a:gd name="csX261" fmla="*/ 1563924 w 2992045"/>
                <a:gd name="csY261" fmla="*/ 1146155 h 1407395"/>
                <a:gd name="csX262" fmla="*/ 1552477 w 2992045"/>
                <a:gd name="csY262" fmla="*/ 1146324 h 1407395"/>
                <a:gd name="csX263" fmla="*/ 1552376 w 2992045"/>
                <a:gd name="csY263" fmla="*/ 1159329 h 1407395"/>
                <a:gd name="csX264" fmla="*/ 1482273 w 2992045"/>
                <a:gd name="csY264" fmla="*/ 1159295 h 1407395"/>
                <a:gd name="csX265" fmla="*/ 1366418 w 2992045"/>
                <a:gd name="csY265" fmla="*/ 1159329 h 1407395"/>
                <a:gd name="csX266" fmla="*/ 1251342 w 2992045"/>
                <a:gd name="csY266" fmla="*/ 1159329 h 1407395"/>
                <a:gd name="csX267" fmla="*/ 1149677 w 2992045"/>
                <a:gd name="csY267" fmla="*/ 1159329 h 1407395"/>
                <a:gd name="csX268" fmla="*/ 1048079 w 2992045"/>
                <a:gd name="csY268" fmla="*/ 1159329 h 1407395"/>
                <a:gd name="csX269" fmla="*/ 948175 w 2992045"/>
                <a:gd name="csY269" fmla="*/ 1159329 h 1407395"/>
                <a:gd name="csX270" fmla="*/ 844952 w 2992045"/>
                <a:gd name="csY270" fmla="*/ 1159329 h 1407395"/>
                <a:gd name="csX271" fmla="*/ 811662 w 2992045"/>
                <a:gd name="csY271" fmla="*/ 1159329 h 1407395"/>
                <a:gd name="csX272" fmla="*/ 711115 w 2992045"/>
                <a:gd name="csY272" fmla="*/ 1159329 h 1407395"/>
                <a:gd name="csX273" fmla="*/ 614936 w 2992045"/>
                <a:gd name="csY273" fmla="*/ 1159329 h 1407395"/>
                <a:gd name="csX274" fmla="*/ 1930487 w 2992045"/>
                <a:gd name="csY274" fmla="*/ 703732 h 1407395"/>
                <a:gd name="csX275" fmla="*/ 1955683 w 2992045"/>
                <a:gd name="csY275" fmla="*/ 688120 h 1407395"/>
                <a:gd name="csX276" fmla="*/ 2002181 w 2992045"/>
                <a:gd name="csY276" fmla="*/ 688424 h 1407395"/>
                <a:gd name="csX277" fmla="*/ 2001470 w 2992045"/>
                <a:gd name="csY277" fmla="*/ 694994 h 1407395"/>
                <a:gd name="csX278" fmla="*/ 1961813 w 2992045"/>
                <a:gd name="csY278" fmla="*/ 713688 h 1407395"/>
                <a:gd name="csX279" fmla="*/ 1937904 w 2992045"/>
                <a:gd name="csY279" fmla="*/ 712909 h 1407395"/>
                <a:gd name="csX280" fmla="*/ 1930487 w 2992045"/>
                <a:gd name="csY280" fmla="*/ 703732 h 1407395"/>
                <a:gd name="csX281" fmla="*/ 2073333 w 2992045"/>
                <a:gd name="csY281" fmla="*/ 353221 h 1407395"/>
                <a:gd name="csX282" fmla="*/ 2036081 w 2992045"/>
                <a:gd name="csY282" fmla="*/ 335272 h 1407395"/>
                <a:gd name="csX283" fmla="*/ 2037503 w 2992045"/>
                <a:gd name="csY283" fmla="*/ 323080 h 1407395"/>
                <a:gd name="csX284" fmla="*/ 2053793 w 2992045"/>
                <a:gd name="csY284" fmla="*/ 320811 h 1407395"/>
                <a:gd name="csX285" fmla="*/ 2131312 w 2992045"/>
                <a:gd name="csY285" fmla="*/ 324468 h 1407395"/>
                <a:gd name="csX286" fmla="*/ 2189696 w 2992045"/>
                <a:gd name="csY286" fmla="*/ 343061 h 1407395"/>
                <a:gd name="csX287" fmla="*/ 2192710 w 2992045"/>
                <a:gd name="csY287" fmla="*/ 352442 h 1407395"/>
                <a:gd name="csX288" fmla="*/ 2156711 w 2992045"/>
                <a:gd name="csY288" fmla="*/ 351426 h 1407395"/>
                <a:gd name="csX289" fmla="*/ 2120204 w 2992045"/>
                <a:gd name="csY289" fmla="*/ 350714 h 1407395"/>
                <a:gd name="csX290" fmla="*/ 2083154 w 2992045"/>
                <a:gd name="csY290" fmla="*/ 355286 h 1407395"/>
                <a:gd name="csX291" fmla="*/ 2073333 w 2992045"/>
                <a:gd name="csY291" fmla="*/ 353221 h 1407395"/>
                <a:gd name="csX292" fmla="*/ 2055080 w 2992045"/>
                <a:gd name="csY292" fmla="*/ 716161 h 1407395"/>
                <a:gd name="csX293" fmla="*/ 2068152 w 2992045"/>
                <a:gd name="csY293" fmla="*/ 706001 h 1407395"/>
                <a:gd name="csX294" fmla="*/ 2082003 w 2992045"/>
                <a:gd name="csY294" fmla="*/ 706746 h 1407395"/>
                <a:gd name="csX295" fmla="*/ 2090605 w 2992045"/>
                <a:gd name="csY295" fmla="*/ 713688 h 1407395"/>
                <a:gd name="csX296" fmla="*/ 2077330 w 2992045"/>
                <a:gd name="csY296" fmla="*/ 731502 h 1407395"/>
                <a:gd name="csX297" fmla="*/ 2062361 w 2992045"/>
                <a:gd name="csY297" fmla="*/ 728623 h 1407395"/>
                <a:gd name="csX298" fmla="*/ 2053488 w 2992045"/>
                <a:gd name="csY298" fmla="*/ 718531 h 1407395"/>
                <a:gd name="csX299" fmla="*/ 2055080 w 2992045"/>
                <a:gd name="csY299" fmla="*/ 716161 h 1407395"/>
                <a:gd name="csX300" fmla="*/ 1604732 w 2992045"/>
                <a:gd name="csY300" fmla="*/ 279495 h 1407395"/>
                <a:gd name="csX301" fmla="*/ 1586309 w 2992045"/>
                <a:gd name="csY301" fmla="*/ 292635 h 1407395"/>
                <a:gd name="csX302" fmla="*/ 1537136 w 2992045"/>
                <a:gd name="csY302" fmla="*/ 290095 h 1407395"/>
                <a:gd name="csX303" fmla="*/ 1496090 w 2992045"/>
                <a:gd name="csY303" fmla="*/ 281256 h 1407395"/>
                <a:gd name="csX304" fmla="*/ 1514107 w 2992045"/>
                <a:gd name="csY304" fmla="*/ 266016 h 1407395"/>
                <a:gd name="csX305" fmla="*/ 1562806 w 2992045"/>
                <a:gd name="csY305" fmla="*/ 256906 h 1407395"/>
                <a:gd name="csX306" fmla="*/ 1592371 w 2992045"/>
                <a:gd name="csY306" fmla="*/ 268793 h 1407395"/>
                <a:gd name="csX307" fmla="*/ 1604732 w 2992045"/>
                <a:gd name="csY307" fmla="*/ 279495 h 1407395"/>
                <a:gd name="csX308" fmla="*/ 1597045 w 2992045"/>
                <a:gd name="csY308" fmla="*/ 193475 h 1407395"/>
                <a:gd name="csX309" fmla="*/ 1581602 w 2992045"/>
                <a:gd name="csY309" fmla="*/ 194458 h 1407395"/>
                <a:gd name="csX310" fmla="*/ 1518137 w 2992045"/>
                <a:gd name="csY310" fmla="*/ 192290 h 1407395"/>
                <a:gd name="csX311" fmla="*/ 1509129 w 2992045"/>
                <a:gd name="csY311" fmla="*/ 182808 h 1407395"/>
                <a:gd name="csX312" fmla="*/ 1577301 w 2992045"/>
                <a:gd name="csY312" fmla="*/ 183316 h 1407395"/>
                <a:gd name="csX313" fmla="*/ 1601074 w 2992045"/>
                <a:gd name="csY313" fmla="*/ 189615 h 1407395"/>
                <a:gd name="csX314" fmla="*/ 1597045 w 2992045"/>
                <a:gd name="csY314" fmla="*/ 193475 h 1407395"/>
                <a:gd name="csX315" fmla="*/ 1498359 w 2992045"/>
                <a:gd name="csY315" fmla="*/ 151279 h 1407395"/>
                <a:gd name="csX316" fmla="*/ 1538829 w 2992045"/>
                <a:gd name="csY316" fmla="*/ 163064 h 1407395"/>
                <a:gd name="csX317" fmla="*/ 1529651 w 2992045"/>
                <a:gd name="csY317" fmla="*/ 175289 h 1407395"/>
                <a:gd name="csX318" fmla="*/ 1479530 w 2992045"/>
                <a:gd name="csY318" fmla="*/ 182266 h 1407395"/>
                <a:gd name="csX319" fmla="*/ 1451963 w 2992045"/>
                <a:gd name="csY319" fmla="*/ 174409 h 1407395"/>
                <a:gd name="csX320" fmla="*/ 1437435 w 2992045"/>
                <a:gd name="csY320" fmla="*/ 161709 h 1407395"/>
                <a:gd name="csX321" fmla="*/ 1434759 w 2992045"/>
                <a:gd name="csY321" fmla="*/ 147689 h 1407395"/>
                <a:gd name="csX322" fmla="*/ 1478616 w 2992045"/>
                <a:gd name="csY322" fmla="*/ 149043 h 1407395"/>
                <a:gd name="csX323" fmla="*/ 1498359 w 2992045"/>
                <a:gd name="csY323" fmla="*/ 151279 h 1407395"/>
                <a:gd name="csX324" fmla="*/ 1789741 w 2992045"/>
                <a:gd name="csY324" fmla="*/ 299408 h 1407395"/>
                <a:gd name="csX325" fmla="*/ 1735048 w 2992045"/>
                <a:gd name="csY325" fmla="*/ 295208 h 1407395"/>
                <a:gd name="csX326" fmla="*/ 1645066 w 2992045"/>
                <a:gd name="csY326" fmla="*/ 284304 h 1407395"/>
                <a:gd name="csX327" fmla="*/ 1633349 w 2992045"/>
                <a:gd name="csY327" fmla="*/ 265711 h 1407395"/>
                <a:gd name="csX328" fmla="*/ 1629217 w 2992045"/>
                <a:gd name="csY328" fmla="*/ 248914 h 1407395"/>
                <a:gd name="csX329" fmla="*/ 1595216 w 2992045"/>
                <a:gd name="csY329" fmla="*/ 234148 h 1407395"/>
                <a:gd name="csX330" fmla="*/ 1525181 w 2992045"/>
                <a:gd name="csY330" fmla="*/ 230017 h 1407395"/>
                <a:gd name="csX331" fmla="*/ 1485931 w 2992045"/>
                <a:gd name="csY331" fmla="*/ 219518 h 1407395"/>
                <a:gd name="csX332" fmla="*/ 1498664 w 2992045"/>
                <a:gd name="csY332" fmla="*/ 205633 h 1407395"/>
                <a:gd name="csX333" fmla="*/ 1568462 w 2992045"/>
                <a:gd name="csY333" fmla="*/ 207767 h 1407395"/>
                <a:gd name="csX334" fmla="*/ 1606053 w 2992045"/>
                <a:gd name="csY334" fmla="*/ 218672 h 1407395"/>
                <a:gd name="csX335" fmla="*/ 1672734 w 2992045"/>
                <a:gd name="csY335" fmla="*/ 218570 h 1407395"/>
                <a:gd name="csX336" fmla="*/ 1701961 w 2992045"/>
                <a:gd name="csY336" fmla="*/ 229712 h 1407395"/>
                <a:gd name="csX337" fmla="*/ 1694239 w 2992045"/>
                <a:gd name="csY337" fmla="*/ 242445 h 1407395"/>
                <a:gd name="csX338" fmla="*/ 1733117 w 2992045"/>
                <a:gd name="csY338" fmla="*/ 250099 h 1407395"/>
                <a:gd name="csX339" fmla="*/ 1754622 w 2992045"/>
                <a:gd name="csY339" fmla="*/ 258159 h 1407395"/>
                <a:gd name="csX340" fmla="*/ 1800307 w 2992045"/>
                <a:gd name="csY340" fmla="*/ 259649 h 1407395"/>
                <a:gd name="csX341" fmla="*/ 1849717 w 2992045"/>
                <a:gd name="csY341" fmla="*/ 262494 h 1407395"/>
                <a:gd name="csX342" fmla="*/ 1903530 w 2992045"/>
                <a:gd name="csY342" fmla="*/ 255145 h 1407395"/>
                <a:gd name="csX343" fmla="*/ 1972515 w 2992045"/>
                <a:gd name="csY343" fmla="*/ 252266 h 1407395"/>
                <a:gd name="csX344" fmla="*/ 2027513 w 2992045"/>
                <a:gd name="csY344" fmla="*/ 254637 h 1407395"/>
                <a:gd name="csX345" fmla="*/ 2063783 w 2992045"/>
                <a:gd name="csY345" fmla="*/ 267405 h 1407395"/>
                <a:gd name="csX346" fmla="*/ 2071369 w 2992045"/>
                <a:gd name="csY346" fmla="*/ 281425 h 1407395"/>
                <a:gd name="csX347" fmla="*/ 2050237 w 2992045"/>
                <a:gd name="csY347" fmla="*/ 290433 h 1407395"/>
                <a:gd name="csX348" fmla="*/ 1999743 w 2992045"/>
                <a:gd name="csY348" fmla="*/ 297714 h 1407395"/>
                <a:gd name="csX349" fmla="*/ 1956395 w 2992045"/>
                <a:gd name="csY349" fmla="*/ 293583 h 1407395"/>
                <a:gd name="csX350" fmla="*/ 1859267 w 2992045"/>
                <a:gd name="csY350" fmla="*/ 298798 h 1407395"/>
                <a:gd name="csX351" fmla="*/ 1789741 w 2992045"/>
                <a:gd name="csY351" fmla="*/ 299408 h 1407395"/>
                <a:gd name="csX352" fmla="*/ 1006966 w 2992045"/>
                <a:gd name="csY352" fmla="*/ 172038 h 1407395"/>
                <a:gd name="csX353" fmla="*/ 1054717 w 2992045"/>
                <a:gd name="csY353" fmla="*/ 177355 h 1407395"/>
                <a:gd name="csX354" fmla="*/ 1043440 w 2992045"/>
                <a:gd name="csY354" fmla="*/ 187481 h 1407395"/>
                <a:gd name="csX355" fmla="*/ 980314 w 2992045"/>
                <a:gd name="csY355" fmla="*/ 197235 h 1407395"/>
                <a:gd name="csX356" fmla="*/ 930091 w 2992045"/>
                <a:gd name="csY356" fmla="*/ 186296 h 1407395"/>
                <a:gd name="csX357" fmla="*/ 957488 w 2992045"/>
                <a:gd name="csY357" fmla="*/ 175493 h 1407395"/>
                <a:gd name="csX358" fmla="*/ 1006966 w 2992045"/>
                <a:gd name="csY358" fmla="*/ 172038 h 1407395"/>
                <a:gd name="csX359" fmla="*/ 1017126 w 2992045"/>
                <a:gd name="csY359" fmla="*/ 149992 h 1407395"/>
                <a:gd name="csX360" fmla="*/ 1061185 w 2992045"/>
                <a:gd name="csY360" fmla="*/ 156833 h 1407395"/>
                <a:gd name="csX361" fmla="*/ 1019937 w 2992045"/>
                <a:gd name="csY361" fmla="*/ 163436 h 1407395"/>
                <a:gd name="csX362" fmla="*/ 963686 w 2992045"/>
                <a:gd name="csY362" fmla="*/ 163403 h 1407395"/>
                <a:gd name="csX363" fmla="*/ 964228 w 2992045"/>
                <a:gd name="csY363" fmla="*/ 158560 h 1407395"/>
                <a:gd name="csX364" fmla="*/ 998974 w 2992045"/>
                <a:gd name="csY364" fmla="*/ 148434 h 1407395"/>
                <a:gd name="csX365" fmla="*/ 1017126 w 2992045"/>
                <a:gd name="csY365" fmla="*/ 149992 h 1407395"/>
                <a:gd name="csX366" fmla="*/ 2892073 w 2992045"/>
                <a:gd name="csY366" fmla="*/ 1080862 h 1407395"/>
                <a:gd name="csX367" fmla="*/ 2873989 w 2992045"/>
                <a:gd name="csY367" fmla="*/ 1102197 h 1407395"/>
                <a:gd name="csX368" fmla="*/ 2851570 w 2992045"/>
                <a:gd name="csY368" fmla="*/ 1131830 h 1407395"/>
                <a:gd name="csX369" fmla="*/ 2873684 w 2992045"/>
                <a:gd name="csY369" fmla="*/ 1120383 h 1407395"/>
                <a:gd name="csX370" fmla="*/ 2896442 w 2992045"/>
                <a:gd name="csY370" fmla="*/ 1127630 h 1407395"/>
                <a:gd name="csX371" fmla="*/ 2884555 w 2992045"/>
                <a:gd name="csY371" fmla="*/ 1139449 h 1407395"/>
                <a:gd name="csX372" fmla="*/ 2914594 w 2992045"/>
                <a:gd name="csY372" fmla="*/ 1148729 h 1407395"/>
                <a:gd name="csX373" fmla="*/ 2930206 w 2992045"/>
                <a:gd name="csY373" fmla="*/ 1140466 h 1407395"/>
                <a:gd name="csX374" fmla="*/ 2963971 w 2992045"/>
                <a:gd name="csY374" fmla="*/ 1150896 h 1407395"/>
                <a:gd name="csX375" fmla="*/ 2953506 w 2992045"/>
                <a:gd name="csY375" fmla="*/ 1175686 h 1407395"/>
                <a:gd name="csX376" fmla="*/ 2977212 w 2992045"/>
                <a:gd name="csY376" fmla="*/ 1169895 h 1407395"/>
                <a:gd name="csX377" fmla="*/ 2981513 w 2992045"/>
                <a:gd name="csY377" fmla="*/ 1187878 h 1407395"/>
                <a:gd name="csX378" fmla="*/ 2992045 w 2992045"/>
                <a:gd name="csY378" fmla="*/ 1208908 h 1407395"/>
                <a:gd name="csX379" fmla="*/ 2977788 w 2992045"/>
                <a:gd name="csY379" fmla="*/ 1238744 h 1407395"/>
                <a:gd name="csX380" fmla="*/ 2962480 w 2992045"/>
                <a:gd name="csY380" fmla="*/ 1239997 h 1407395"/>
                <a:gd name="csX381" fmla="*/ 2940197 w 2992045"/>
                <a:gd name="csY381" fmla="*/ 1233597 h 1407395"/>
                <a:gd name="csX382" fmla="*/ 2947546 w 2992045"/>
                <a:gd name="csY382" fmla="*/ 1205894 h 1407395"/>
                <a:gd name="csX383" fmla="*/ 2938131 w 2992045"/>
                <a:gd name="csY383" fmla="*/ 1201593 h 1407395"/>
                <a:gd name="csX384" fmla="*/ 2898813 w 2992045"/>
                <a:gd name="csY384" fmla="*/ 1230955 h 1407395"/>
                <a:gd name="csX385" fmla="*/ 2878629 w 2992045"/>
                <a:gd name="csY385" fmla="*/ 1229770 h 1407395"/>
                <a:gd name="csX386" fmla="*/ 2902538 w 2992045"/>
                <a:gd name="csY386" fmla="*/ 1213853 h 1407395"/>
                <a:gd name="csX387" fmla="*/ 2870027 w 2992045"/>
                <a:gd name="csY387" fmla="*/ 1205623 h 1407395"/>
                <a:gd name="csX388" fmla="*/ 2833655 w 2992045"/>
                <a:gd name="csY388" fmla="*/ 1207655 h 1407395"/>
                <a:gd name="csX389" fmla="*/ 2767921 w 2992045"/>
                <a:gd name="csY389" fmla="*/ 1206639 h 1407395"/>
                <a:gd name="csX390" fmla="*/ 2762740 w 2992045"/>
                <a:gd name="csY390" fmla="*/ 1196615 h 1407395"/>
                <a:gd name="csX391" fmla="*/ 2783804 w 2992045"/>
                <a:gd name="csY391" fmla="*/ 1184660 h 1407395"/>
                <a:gd name="csX392" fmla="*/ 2769073 w 2992045"/>
                <a:gd name="csY392" fmla="*/ 1175483 h 1407395"/>
                <a:gd name="csX393" fmla="*/ 2797520 w 2992045"/>
                <a:gd name="csY393" fmla="*/ 1155062 h 1407395"/>
                <a:gd name="csX394" fmla="*/ 2832503 w 2992045"/>
                <a:gd name="csY394" fmla="*/ 1101147 h 1407395"/>
                <a:gd name="csX395" fmla="*/ 2853500 w 2992045"/>
                <a:gd name="csY395" fmla="*/ 1081878 h 1407395"/>
                <a:gd name="csX396" fmla="*/ 2882896 w 2992045"/>
                <a:gd name="csY396" fmla="*/ 1070194 h 1407395"/>
                <a:gd name="csX397" fmla="*/ 2898610 w 2992045"/>
                <a:gd name="csY397" fmla="*/ 1071684 h 1407395"/>
                <a:gd name="csX398" fmla="*/ 2892073 w 2992045"/>
                <a:gd name="csY398" fmla="*/ 1080862 h 1407395"/>
                <a:gd name="csX399" fmla="*/ 1934246 w 2992045"/>
                <a:gd name="csY399" fmla="*/ 613750 h 1407395"/>
                <a:gd name="csX400" fmla="*/ 1971329 w 2992045"/>
                <a:gd name="csY400" fmla="*/ 625366 h 1407395"/>
                <a:gd name="csX401" fmla="*/ 2010140 w 2992045"/>
                <a:gd name="csY401" fmla="*/ 635932 h 1407395"/>
                <a:gd name="csX402" fmla="*/ 2013154 w 2992045"/>
                <a:gd name="csY402" fmla="*/ 652019 h 1407395"/>
                <a:gd name="csX403" fmla="*/ 2038079 w 2992045"/>
                <a:gd name="csY403" fmla="*/ 649411 h 1407395"/>
                <a:gd name="csX404" fmla="*/ 2062259 w 2992045"/>
                <a:gd name="csY404" fmla="*/ 660621 h 1407395"/>
                <a:gd name="csX405" fmla="*/ 2032186 w 2992045"/>
                <a:gd name="csY405" fmla="*/ 671288 h 1407395"/>
                <a:gd name="csX406" fmla="*/ 1979491 w 2992045"/>
                <a:gd name="csY406" fmla="*/ 663127 h 1407395"/>
                <a:gd name="csX407" fmla="*/ 1960458 w 2992045"/>
                <a:gd name="csY407" fmla="*/ 647887 h 1407395"/>
                <a:gd name="csX408" fmla="*/ 1926898 w 2992045"/>
                <a:gd name="csY408" fmla="*/ 665904 h 1407395"/>
                <a:gd name="csX409" fmla="*/ 1878706 w 2992045"/>
                <a:gd name="csY409" fmla="*/ 683446 h 1407395"/>
                <a:gd name="csX410" fmla="*/ 1867057 w 2992045"/>
                <a:gd name="csY410" fmla="*/ 663635 h 1407395"/>
                <a:gd name="csX411" fmla="*/ 1821168 w 2992045"/>
                <a:gd name="csY411" fmla="*/ 666886 h 1407395"/>
                <a:gd name="csX412" fmla="*/ 1850598 w 2992045"/>
                <a:gd name="csY412" fmla="*/ 650122 h 1407395"/>
                <a:gd name="csX413" fmla="*/ 1854933 w 2992045"/>
                <a:gd name="csY413" fmla="*/ 623470 h 1407395"/>
                <a:gd name="csX414" fmla="*/ 1866481 w 2992045"/>
                <a:gd name="csY414" fmla="*/ 592449 h 1407395"/>
                <a:gd name="csX415" fmla="*/ 1890966 w 2992045"/>
                <a:gd name="csY415" fmla="*/ 595226 h 1407395"/>
                <a:gd name="csX416" fmla="*/ 1897231 w 2992045"/>
                <a:gd name="csY416" fmla="*/ 610093 h 1407395"/>
                <a:gd name="csX417" fmla="*/ 1914570 w 2992045"/>
                <a:gd name="csY417" fmla="*/ 604877 h 1407395"/>
                <a:gd name="csX418" fmla="*/ 1934246 w 2992045"/>
                <a:gd name="csY418" fmla="*/ 613750 h 1407395"/>
                <a:gd name="csX419" fmla="*/ 2107368 w 2992045"/>
                <a:gd name="csY419" fmla="*/ 368494 h 1407395"/>
                <a:gd name="csX420" fmla="*/ 2139406 w 2992045"/>
                <a:gd name="csY420" fmla="*/ 355015 h 1407395"/>
                <a:gd name="csX421" fmla="*/ 2214554 w 2992045"/>
                <a:gd name="csY421" fmla="*/ 372152 h 1407395"/>
                <a:gd name="csX422" fmla="*/ 2261187 w 2992045"/>
                <a:gd name="csY422" fmla="*/ 388306 h 1407395"/>
                <a:gd name="csX423" fmla="*/ 2265590 w 2992045"/>
                <a:gd name="csY423" fmla="*/ 403071 h 1407395"/>
                <a:gd name="csX424" fmla="*/ 2328479 w 2992045"/>
                <a:gd name="csY424" fmla="*/ 395417 h 1407395"/>
                <a:gd name="csX425" fmla="*/ 2363767 w 2992045"/>
                <a:gd name="csY425" fmla="*/ 416990 h 1407395"/>
                <a:gd name="csX426" fmla="*/ 2445519 w 2992045"/>
                <a:gd name="csY426" fmla="*/ 430367 h 1407395"/>
                <a:gd name="csX427" fmla="*/ 2475016 w 2992045"/>
                <a:gd name="csY427" fmla="*/ 444015 h 1407395"/>
                <a:gd name="csX428" fmla="*/ 2507053 w 2992045"/>
                <a:gd name="csY428" fmla="*/ 475713 h 1407395"/>
                <a:gd name="csX429" fmla="*/ 2444875 w 2992045"/>
                <a:gd name="csY429" fmla="*/ 491495 h 1407395"/>
                <a:gd name="csX430" fmla="*/ 2524629 w 2992045"/>
                <a:gd name="csY430" fmla="*/ 513609 h 1407395"/>
                <a:gd name="csX431" fmla="*/ 2578408 w 2992045"/>
                <a:gd name="csY431" fmla="*/ 521026 h 1407395"/>
                <a:gd name="csX432" fmla="*/ 2627073 w 2992045"/>
                <a:gd name="csY432" fmla="*/ 552182 h 1407395"/>
                <a:gd name="csX433" fmla="*/ 2680344 w 2992045"/>
                <a:gd name="csY433" fmla="*/ 554417 h 1407395"/>
                <a:gd name="csX434" fmla="*/ 2669812 w 2992045"/>
                <a:gd name="csY434" fmla="*/ 578191 h 1407395"/>
                <a:gd name="csX435" fmla="*/ 2610378 w 2992045"/>
                <a:gd name="csY435" fmla="*/ 617509 h 1407395"/>
                <a:gd name="csX436" fmla="*/ 2568689 w 2992045"/>
                <a:gd name="csY436" fmla="*/ 603049 h 1407395"/>
                <a:gd name="csX437" fmla="*/ 2515452 w 2992045"/>
                <a:gd name="csY437" fmla="*/ 570470 h 1407395"/>
                <a:gd name="csX438" fmla="*/ 2471629 w 2992045"/>
                <a:gd name="csY438" fmla="*/ 574703 h 1407395"/>
                <a:gd name="csX439" fmla="*/ 2467362 w 2992045"/>
                <a:gd name="csY439" fmla="*/ 594108 h 1407395"/>
                <a:gd name="csX440" fmla="*/ 2502955 w 2992045"/>
                <a:gd name="csY440" fmla="*/ 613818 h 1407395"/>
                <a:gd name="csX441" fmla="*/ 2548945 w 2992045"/>
                <a:gd name="csY441" fmla="*/ 629396 h 1407395"/>
                <a:gd name="csX442" fmla="*/ 2562898 w 2992045"/>
                <a:gd name="csY442" fmla="*/ 638371 h 1407395"/>
                <a:gd name="csX443" fmla="*/ 2584944 w 2992045"/>
                <a:gd name="csY443" fmla="*/ 671898 h 1407395"/>
                <a:gd name="csX444" fmla="*/ 2573261 w 2992045"/>
                <a:gd name="csY444" fmla="*/ 696247 h 1407395"/>
                <a:gd name="csX445" fmla="*/ 2530556 w 2992045"/>
                <a:gd name="csY445" fmla="*/ 687070 h 1407395"/>
                <a:gd name="csX446" fmla="*/ 2445620 w 2992045"/>
                <a:gd name="csY446" fmla="*/ 659943 h 1407395"/>
                <a:gd name="csX447" fmla="*/ 2493473 w 2992045"/>
                <a:gd name="csY447" fmla="*/ 689136 h 1407395"/>
                <a:gd name="csX448" fmla="*/ 2528761 w 2992045"/>
                <a:gd name="csY448" fmla="*/ 709591 h 1407395"/>
                <a:gd name="csX449" fmla="*/ 2534247 w 2992045"/>
                <a:gd name="csY449" fmla="*/ 721410 h 1407395"/>
                <a:gd name="csX450" fmla="*/ 2442437 w 2992045"/>
                <a:gd name="csY450" fmla="*/ 707897 h 1407395"/>
                <a:gd name="csX451" fmla="*/ 2369761 w 2992045"/>
                <a:gd name="csY451" fmla="*/ 688221 h 1407395"/>
                <a:gd name="csX452" fmla="*/ 2328715 w 2992045"/>
                <a:gd name="csY452" fmla="*/ 671729 h 1407395"/>
                <a:gd name="csX453" fmla="*/ 2340535 w 2992045"/>
                <a:gd name="csY453" fmla="*/ 662178 h 1407395"/>
                <a:gd name="csX454" fmla="*/ 2290007 w 2992045"/>
                <a:gd name="csY454" fmla="*/ 644771 h 1407395"/>
                <a:gd name="csX455" fmla="*/ 2240698 w 2992045"/>
                <a:gd name="csY455" fmla="*/ 628346 h 1407395"/>
                <a:gd name="csX456" fmla="*/ 2241206 w 2992045"/>
                <a:gd name="csY456" fmla="*/ 638168 h 1407395"/>
                <a:gd name="csX457" fmla="*/ 2143300 w 2992045"/>
                <a:gd name="csY457" fmla="*/ 643552 h 1407395"/>
                <a:gd name="csX458" fmla="*/ 2114650 w 2992045"/>
                <a:gd name="csY458" fmla="*/ 631936 h 1407395"/>
                <a:gd name="csX459" fmla="*/ 2136967 w 2992045"/>
                <a:gd name="csY459" fmla="*/ 607011 h 1407395"/>
                <a:gd name="csX460" fmla="*/ 2200601 w 2992045"/>
                <a:gd name="csY460" fmla="*/ 606401 h 1407395"/>
                <a:gd name="csX461" fmla="*/ 2270297 w 2992045"/>
                <a:gd name="csY461" fmla="*/ 602067 h 1407395"/>
                <a:gd name="csX462" fmla="*/ 2258986 w 2992045"/>
                <a:gd name="csY462" fmla="*/ 589977 h 1407395"/>
                <a:gd name="csX463" fmla="*/ 2270805 w 2992045"/>
                <a:gd name="csY463" fmla="*/ 573077 h 1407395"/>
                <a:gd name="csX464" fmla="*/ 2314627 w 2992045"/>
                <a:gd name="csY464" fmla="*/ 540092 h 1407395"/>
                <a:gd name="csX465" fmla="*/ 2305314 w 2992045"/>
                <a:gd name="csY465" fmla="*/ 525123 h 1407395"/>
                <a:gd name="csX466" fmla="*/ 2292242 w 2992045"/>
                <a:gd name="csY466" fmla="*/ 513541 h 1407395"/>
                <a:gd name="csX467" fmla="*/ 2240393 w 2992045"/>
                <a:gd name="csY467" fmla="*/ 497083 h 1407395"/>
                <a:gd name="csX468" fmla="*/ 2171781 w 2992045"/>
                <a:gd name="csY468" fmla="*/ 485568 h 1407395"/>
                <a:gd name="csX469" fmla="*/ 2193456 w 2992045"/>
                <a:gd name="csY469" fmla="*/ 477000 h 1407395"/>
                <a:gd name="csX470" fmla="*/ 2157625 w 2992045"/>
                <a:gd name="csY470" fmla="*/ 455936 h 1407395"/>
                <a:gd name="csX471" fmla="*/ 2127756 w 2992045"/>
                <a:gd name="csY471" fmla="*/ 454039 h 1407395"/>
                <a:gd name="csX472" fmla="*/ 2101069 w 2992045"/>
                <a:gd name="csY472" fmla="*/ 442491 h 1407395"/>
                <a:gd name="csX473" fmla="*/ 2082951 w 2992045"/>
                <a:gd name="csY473" fmla="*/ 452481 h 1407395"/>
                <a:gd name="csX474" fmla="*/ 2021552 w 2992045"/>
                <a:gd name="csY474" fmla="*/ 456850 h 1407395"/>
                <a:gd name="csX475" fmla="*/ 1898281 w 2992045"/>
                <a:gd name="csY475" fmla="*/ 449264 h 1407395"/>
                <a:gd name="csX476" fmla="*/ 1826655 w 2992045"/>
                <a:gd name="csY476" fmla="*/ 439341 h 1407395"/>
                <a:gd name="csX477" fmla="*/ 1771724 w 2992045"/>
                <a:gd name="csY477" fmla="*/ 434228 h 1407395"/>
                <a:gd name="csX478" fmla="*/ 1743582 w 2992045"/>
                <a:gd name="csY478" fmla="*/ 422341 h 1407395"/>
                <a:gd name="csX479" fmla="*/ 1778972 w 2992045"/>
                <a:gd name="csY479" fmla="*/ 406898 h 1407395"/>
                <a:gd name="csX480" fmla="*/ 1730882 w 2992045"/>
                <a:gd name="csY480" fmla="*/ 406729 h 1407395"/>
                <a:gd name="csX481" fmla="*/ 1720147 w 2992045"/>
                <a:gd name="csY481" fmla="*/ 372456 h 1407395"/>
                <a:gd name="csX482" fmla="*/ 1746156 w 2992045"/>
                <a:gd name="csY482" fmla="*/ 342180 h 1407395"/>
                <a:gd name="csX483" fmla="*/ 1781004 w 2992045"/>
                <a:gd name="csY483" fmla="*/ 328329 h 1407395"/>
                <a:gd name="csX484" fmla="*/ 1868445 w 2992045"/>
                <a:gd name="csY484" fmla="*/ 319321 h 1407395"/>
                <a:gd name="csX485" fmla="*/ 1843520 w 2992045"/>
                <a:gd name="csY485" fmla="*/ 341232 h 1407395"/>
                <a:gd name="csX486" fmla="*/ 1870206 w 2992045"/>
                <a:gd name="csY486" fmla="*/ 362330 h 1407395"/>
                <a:gd name="csX487" fmla="*/ 1901498 w 2992045"/>
                <a:gd name="csY487" fmla="*/ 335035 h 1407395"/>
                <a:gd name="csX488" fmla="*/ 1987314 w 2992045"/>
                <a:gd name="csY488" fmla="*/ 321116 h 1407395"/>
                <a:gd name="csX489" fmla="*/ 2045428 w 2992045"/>
                <a:gd name="csY489" fmla="*/ 356133 h 1407395"/>
                <a:gd name="csX490" fmla="*/ 2040382 w 2992045"/>
                <a:gd name="csY490" fmla="*/ 378315 h 1407395"/>
                <a:gd name="csX491" fmla="*/ 2107368 w 2992045"/>
                <a:gd name="csY491" fmla="*/ 368494 h 1407395"/>
                <a:gd name="csX492" fmla="*/ 1574558 w 2992045"/>
                <a:gd name="csY492" fmla="*/ 308111 h 1407395"/>
                <a:gd name="csX493" fmla="*/ 1645134 w 2992045"/>
                <a:gd name="csY493" fmla="*/ 309297 h 1407395"/>
                <a:gd name="csX494" fmla="*/ 1709818 w 2992045"/>
                <a:gd name="csY494" fmla="*/ 317526 h 1407395"/>
                <a:gd name="csX495" fmla="*/ 1659222 w 2992045"/>
                <a:gd name="csY495" fmla="*/ 347700 h 1407395"/>
                <a:gd name="csX496" fmla="*/ 1618854 w 2992045"/>
                <a:gd name="csY496" fmla="*/ 354270 h 1407395"/>
                <a:gd name="csX497" fmla="*/ 1582516 w 2992045"/>
                <a:gd name="csY497" fmla="*/ 379568 h 1407395"/>
                <a:gd name="csX498" fmla="*/ 1543875 w 2992045"/>
                <a:gd name="csY498" fmla="*/ 378315 h 1407395"/>
                <a:gd name="csX499" fmla="*/ 1522743 w 2992045"/>
                <a:gd name="csY499" fmla="*/ 348581 h 1407395"/>
                <a:gd name="csX500" fmla="*/ 1523285 w 2992045"/>
                <a:gd name="csY500" fmla="*/ 331750 h 1407395"/>
                <a:gd name="csX501" fmla="*/ 1540963 w 2992045"/>
                <a:gd name="csY501" fmla="*/ 317357 h 1407395"/>
                <a:gd name="csX502" fmla="*/ 1574558 w 2992045"/>
                <a:gd name="csY502" fmla="*/ 308111 h 1407395"/>
                <a:gd name="csX503" fmla="*/ 614428 w 2992045"/>
                <a:gd name="csY503" fmla="*/ 240989 h 1407395"/>
                <a:gd name="csX504" fmla="*/ 614428 w 2992045"/>
                <a:gd name="csY504" fmla="*/ 240989 h 1407395"/>
                <a:gd name="csX505" fmla="*/ 671898 w 2992045"/>
                <a:gd name="csY505" fmla="*/ 215658 h 1407395"/>
                <a:gd name="csX506" fmla="*/ 741458 w 2992045"/>
                <a:gd name="csY506" fmla="*/ 193746 h 1407395"/>
                <a:gd name="csX507" fmla="*/ 793408 w 2992045"/>
                <a:gd name="csY507" fmla="*/ 194220 h 1407395"/>
                <a:gd name="csX508" fmla="*/ 839838 w 2992045"/>
                <a:gd name="csY508" fmla="*/ 189242 h 1407395"/>
                <a:gd name="csX509" fmla="*/ 835199 w 2992045"/>
                <a:gd name="csY509" fmla="*/ 215251 h 1407395"/>
                <a:gd name="csX510" fmla="*/ 809122 w 2992045"/>
                <a:gd name="csY510" fmla="*/ 227003 h 1407395"/>
                <a:gd name="csX511" fmla="*/ 777492 w 2992045"/>
                <a:gd name="csY511" fmla="*/ 228662 h 1407395"/>
                <a:gd name="csX512" fmla="*/ 714535 w 2992045"/>
                <a:gd name="csY512" fmla="*/ 243157 h 1407395"/>
                <a:gd name="csX513" fmla="*/ 660316 w 2992045"/>
                <a:gd name="csY513" fmla="*/ 248338 h 1407395"/>
                <a:gd name="csX514" fmla="*/ 614428 w 2992045"/>
                <a:gd name="csY514" fmla="*/ 240989 h 1407395"/>
                <a:gd name="csX515" fmla="*/ 280680 w 2992045"/>
                <a:gd name="csY515" fmla="*/ 988645 h 1407395"/>
                <a:gd name="csX516" fmla="*/ 313191 w 2992045"/>
                <a:gd name="csY516" fmla="*/ 985936 h 1407395"/>
                <a:gd name="csX517" fmla="*/ 303065 w 2992045"/>
                <a:gd name="csY517" fmla="*/ 1024373 h 1407395"/>
                <a:gd name="csX518" fmla="*/ 332529 w 2992045"/>
                <a:gd name="csY518" fmla="*/ 1051635 h 1407395"/>
                <a:gd name="csX519" fmla="*/ 319016 w 2992045"/>
                <a:gd name="csY519" fmla="*/ 1051568 h 1407395"/>
                <a:gd name="csX520" fmla="*/ 298629 w 2992045"/>
                <a:gd name="csY520" fmla="*/ 1036057 h 1407395"/>
                <a:gd name="csX521" fmla="*/ 286099 w 2992045"/>
                <a:gd name="csY521" fmla="*/ 1020479 h 1407395"/>
                <a:gd name="csX522" fmla="*/ 268996 w 2992045"/>
                <a:gd name="csY522" fmla="*/ 1009947 h 1407395"/>
                <a:gd name="csX523" fmla="*/ 262731 w 2992045"/>
                <a:gd name="csY523" fmla="*/ 995046 h 1407395"/>
                <a:gd name="csX524" fmla="*/ 264763 w 2992045"/>
                <a:gd name="csY524" fmla="*/ 984242 h 1407395"/>
                <a:gd name="csX525" fmla="*/ 280680 w 2992045"/>
                <a:gd name="csY525" fmla="*/ 988645 h 1407395"/>
                <a:gd name="csX526" fmla="*/ 1202440 w 2992045"/>
                <a:gd name="csY526" fmla="*/ 133127 h 1407395"/>
                <a:gd name="csX527" fmla="*/ 1268919 w 2992045"/>
                <a:gd name="csY527" fmla="*/ 137766 h 1407395"/>
                <a:gd name="csX528" fmla="*/ 1360492 w 2992045"/>
                <a:gd name="csY528" fmla="*/ 150127 h 1407395"/>
                <a:gd name="csX529" fmla="*/ 1386399 w 2992045"/>
                <a:gd name="csY529" fmla="*/ 166213 h 1407395"/>
                <a:gd name="csX530" fmla="*/ 1399573 w 2992045"/>
                <a:gd name="csY530" fmla="*/ 180336 h 1407395"/>
                <a:gd name="csX531" fmla="*/ 1344270 w 2992045"/>
                <a:gd name="csY531" fmla="*/ 176576 h 1407395"/>
                <a:gd name="csX532" fmla="*/ 1288527 w 2992045"/>
                <a:gd name="csY532" fmla="*/ 165604 h 1407395"/>
                <a:gd name="csX533" fmla="*/ 1213141 w 2992045"/>
                <a:gd name="csY533" fmla="*/ 164351 h 1407395"/>
                <a:gd name="csX534" fmla="*/ 1245856 w 2992045"/>
                <a:gd name="csY534" fmla="*/ 154293 h 1407395"/>
                <a:gd name="csX535" fmla="*/ 1204878 w 2992045"/>
                <a:gd name="csY535" fmla="*/ 146131 h 1407395"/>
                <a:gd name="csX536" fmla="*/ 1202440 w 2992045"/>
                <a:gd name="csY536" fmla="*/ 133127 h 1407395"/>
                <a:gd name="csX537" fmla="*/ 592246 w 2992045"/>
                <a:gd name="csY537" fmla="*/ 1175923 h 1407395"/>
                <a:gd name="csX538" fmla="*/ 575211 w 2992045"/>
                <a:gd name="csY538" fmla="*/ 1180630 h 1407395"/>
                <a:gd name="csX539" fmla="*/ 519603 w 2992045"/>
                <a:gd name="csY539" fmla="*/ 1165255 h 1407395"/>
                <a:gd name="csX540" fmla="*/ 509444 w 2992045"/>
                <a:gd name="csY540" fmla="*/ 1153233 h 1407395"/>
                <a:gd name="csX541" fmla="*/ 479134 w 2992045"/>
                <a:gd name="csY541" fmla="*/ 1141380 h 1407395"/>
                <a:gd name="csX542" fmla="*/ 473038 w 2992045"/>
                <a:gd name="csY542" fmla="*/ 1131728 h 1407395"/>
                <a:gd name="csX543" fmla="*/ 438190 w 2992045"/>
                <a:gd name="csY543" fmla="*/ 1125632 h 1407395"/>
                <a:gd name="csX544" fmla="*/ 425118 w 2992045"/>
                <a:gd name="csY544" fmla="*/ 1107209 h 1407395"/>
                <a:gd name="csX545" fmla="*/ 428064 w 2992045"/>
                <a:gd name="csY545" fmla="*/ 1099352 h 1407395"/>
                <a:gd name="csX546" fmla="*/ 463589 w 2992045"/>
                <a:gd name="csY546" fmla="*/ 1106735 h 1407395"/>
                <a:gd name="csX547" fmla="*/ 484383 w 2992045"/>
                <a:gd name="csY547" fmla="*/ 1111883 h 1407395"/>
                <a:gd name="csX548" fmla="*/ 516217 w 2992045"/>
                <a:gd name="csY548" fmla="*/ 1115473 h 1407395"/>
                <a:gd name="csX549" fmla="*/ 527731 w 2992045"/>
                <a:gd name="csY549" fmla="*/ 1127156 h 1407395"/>
                <a:gd name="csX550" fmla="*/ 544461 w 2992045"/>
                <a:gd name="csY550" fmla="*/ 1143243 h 1407395"/>
                <a:gd name="csX551" fmla="*/ 578259 w 2992045"/>
                <a:gd name="csY551" fmla="*/ 1157229 h 1407395"/>
                <a:gd name="csX552" fmla="*/ 592246 w 2992045"/>
                <a:gd name="csY552" fmla="*/ 1175923 h 1407395"/>
                <a:gd name="csX553" fmla="*/ 659029 w 2992045"/>
                <a:gd name="csY553" fmla="*/ 297477 h 1407395"/>
                <a:gd name="csX554" fmla="*/ 707389 w 2992045"/>
                <a:gd name="csY554" fmla="*/ 304521 h 1407395"/>
                <a:gd name="csX555" fmla="*/ 793883 w 2992045"/>
                <a:gd name="csY555" fmla="*/ 306384 h 1407395"/>
                <a:gd name="csX556" fmla="*/ 826800 w 2992045"/>
                <a:gd name="csY556" fmla="*/ 316205 h 1407395"/>
                <a:gd name="csX557" fmla="*/ 863138 w 2992045"/>
                <a:gd name="csY557" fmla="*/ 330463 h 1407395"/>
                <a:gd name="csX558" fmla="*/ 820569 w 2992045"/>
                <a:gd name="csY558" fmla="*/ 338997 h 1407395"/>
                <a:gd name="csX559" fmla="*/ 737530 w 2992045"/>
                <a:gd name="csY559" fmla="*/ 362805 h 1407395"/>
                <a:gd name="csX560" fmla="*/ 695536 w 2992045"/>
                <a:gd name="csY560" fmla="*/ 386511 h 1407395"/>
                <a:gd name="csX561" fmla="*/ 695536 w 2992045"/>
                <a:gd name="csY561" fmla="*/ 401276 h 1407395"/>
                <a:gd name="csX562" fmla="*/ 606401 w 2992045"/>
                <a:gd name="csY562" fmla="*/ 417599 h 1407395"/>
                <a:gd name="csX563" fmla="*/ 588520 w 2992045"/>
                <a:gd name="csY563" fmla="*/ 402766 h 1407395"/>
                <a:gd name="csX564" fmla="*/ 510324 w 2992045"/>
                <a:gd name="csY564" fmla="*/ 384851 h 1407395"/>
                <a:gd name="csX565" fmla="*/ 524853 w 2992045"/>
                <a:gd name="csY565" fmla="*/ 370526 h 1407395"/>
                <a:gd name="csX566" fmla="*/ 548322 w 2992045"/>
                <a:gd name="csY566" fmla="*/ 345770 h 1407395"/>
                <a:gd name="csX567" fmla="*/ 577683 w 2992045"/>
                <a:gd name="csY567" fmla="*/ 323520 h 1407395"/>
                <a:gd name="csX568" fmla="*/ 544562 w 2992045"/>
                <a:gd name="csY568" fmla="*/ 302760 h 1407395"/>
                <a:gd name="csX569" fmla="*/ 659029 w 2992045"/>
                <a:gd name="csY569" fmla="*/ 297477 h 1407395"/>
                <a:gd name="csX570" fmla="*/ 1123634 w 2992045"/>
                <a:gd name="csY570" fmla="*/ 250167 h 1407395"/>
                <a:gd name="csX571" fmla="*/ 1153775 w 2992045"/>
                <a:gd name="csY571" fmla="*/ 244511 h 1407395"/>
                <a:gd name="csX572" fmla="*/ 1189266 w 2992045"/>
                <a:gd name="csY572" fmla="*/ 246001 h 1407395"/>
                <a:gd name="csX573" fmla="*/ 1195226 w 2992045"/>
                <a:gd name="csY573" fmla="*/ 262562 h 1407395"/>
                <a:gd name="csX574" fmla="*/ 1174636 w 2992045"/>
                <a:gd name="csY574" fmla="*/ 278648 h 1407395"/>
                <a:gd name="csX575" fmla="*/ 1059933 w 2992045"/>
                <a:gd name="csY575" fmla="*/ 283897 h 1407395"/>
                <a:gd name="csX576" fmla="*/ 974489 w 2992045"/>
                <a:gd name="csY576" fmla="*/ 298561 h 1407395"/>
                <a:gd name="csX577" fmla="*/ 922979 w 2992045"/>
                <a:gd name="csY577" fmla="*/ 299340 h 1407395"/>
                <a:gd name="csX578" fmla="*/ 918678 w 2992045"/>
                <a:gd name="csY578" fmla="*/ 288300 h 1407395"/>
                <a:gd name="csX579" fmla="*/ 989018 w 2992045"/>
                <a:gd name="csY579" fmla="*/ 273331 h 1407395"/>
                <a:gd name="csX580" fmla="*/ 836012 w 2992045"/>
                <a:gd name="csY580" fmla="*/ 277361 h 1407395"/>
                <a:gd name="csX581" fmla="*/ 788667 w 2992045"/>
                <a:gd name="csY581" fmla="*/ 271299 h 1407395"/>
                <a:gd name="csX582" fmla="*/ 834860 w 2992045"/>
                <a:gd name="csY582" fmla="*/ 238212 h 1407395"/>
                <a:gd name="csX583" fmla="*/ 866728 w 2992045"/>
                <a:gd name="csY583" fmla="*/ 228730 h 1407395"/>
                <a:gd name="csX584" fmla="*/ 962026 w 2992045"/>
                <a:gd name="csY584" fmla="*/ 240176 h 1407395"/>
                <a:gd name="csX585" fmla="*/ 1022206 w 2992045"/>
                <a:gd name="csY585" fmla="*/ 260225 h 1407395"/>
                <a:gd name="csX586" fmla="*/ 1081370 w 2992045"/>
                <a:gd name="csY586" fmla="*/ 262799 h 1407395"/>
                <a:gd name="csX587" fmla="*/ 1032941 w 2992045"/>
                <a:gd name="csY587" fmla="*/ 230389 h 1407395"/>
                <a:gd name="csX588" fmla="*/ 1063963 w 2992045"/>
                <a:gd name="csY588" fmla="*/ 218062 h 1407395"/>
                <a:gd name="csX589" fmla="*/ 1098912 w 2992045"/>
                <a:gd name="csY589" fmla="*/ 221990 h 1407395"/>
                <a:gd name="csX590" fmla="*/ 1110359 w 2992045"/>
                <a:gd name="csY590" fmla="*/ 238111 h 1407395"/>
                <a:gd name="csX591" fmla="*/ 1123634 w 2992045"/>
                <a:gd name="csY591" fmla="*/ 250167 h 1407395"/>
                <a:gd name="csX592" fmla="*/ 1167524 w 2992045"/>
                <a:gd name="csY592" fmla="*/ 343975 h 1407395"/>
                <a:gd name="csX593" fmla="*/ 1205488 w 2992045"/>
                <a:gd name="csY593" fmla="*/ 357623 h 1407395"/>
                <a:gd name="csX594" fmla="*/ 1226722 w 2992045"/>
                <a:gd name="csY594" fmla="*/ 390642 h 1407395"/>
                <a:gd name="csX595" fmla="*/ 1237220 w 2992045"/>
                <a:gd name="csY595" fmla="*/ 414518 h 1407395"/>
                <a:gd name="csX596" fmla="*/ 1294115 w 2992045"/>
                <a:gd name="csY596" fmla="*/ 431281 h 1407395"/>
                <a:gd name="csX597" fmla="*/ 1355209 w 2992045"/>
                <a:gd name="csY597" fmla="*/ 447334 h 1407395"/>
                <a:gd name="csX598" fmla="*/ 1351551 w 2992045"/>
                <a:gd name="csY598" fmla="*/ 462235 h 1407395"/>
                <a:gd name="csX599" fmla="*/ 1295943 w 2992045"/>
                <a:gd name="csY599" fmla="*/ 464944 h 1407395"/>
                <a:gd name="csX600" fmla="*/ 1317550 w 2992045"/>
                <a:gd name="csY600" fmla="*/ 477948 h 1407395"/>
                <a:gd name="csX601" fmla="*/ 1306137 w 2992045"/>
                <a:gd name="csY601" fmla="*/ 490377 h 1407395"/>
                <a:gd name="csX602" fmla="*/ 1244840 w 2992045"/>
                <a:gd name="csY602" fmla="*/ 485060 h 1407395"/>
                <a:gd name="csX603" fmla="*/ 1186591 w 2992045"/>
                <a:gd name="csY603" fmla="*/ 475916 h 1407395"/>
                <a:gd name="csX604" fmla="*/ 1147205 w 2992045"/>
                <a:gd name="csY604" fmla="*/ 477982 h 1407395"/>
                <a:gd name="csX605" fmla="*/ 1083639 w 2992045"/>
                <a:gd name="csY605" fmla="*/ 489463 h 1407395"/>
                <a:gd name="csX606" fmla="*/ 997823 w 2992045"/>
                <a:gd name="csY606" fmla="*/ 494543 h 1407395"/>
                <a:gd name="csX607" fmla="*/ 937575 w 2992045"/>
                <a:gd name="csY607" fmla="*/ 497726 h 1407395"/>
                <a:gd name="csX608" fmla="*/ 919220 w 2992045"/>
                <a:gd name="csY608" fmla="*/ 481775 h 1407395"/>
                <a:gd name="csX609" fmla="*/ 872993 w 2992045"/>
                <a:gd name="csY609" fmla="*/ 472530 h 1407395"/>
                <a:gd name="csX610" fmla="*/ 842920 w 2992045"/>
                <a:gd name="csY610" fmla="*/ 476323 h 1407395"/>
                <a:gd name="csX611" fmla="*/ 801198 w 2992045"/>
                <a:gd name="csY611" fmla="*/ 449501 h 1407395"/>
                <a:gd name="csX612" fmla="*/ 823718 w 2992045"/>
                <a:gd name="csY612" fmla="*/ 445877 h 1407395"/>
                <a:gd name="csX613" fmla="*/ 876007 w 2992045"/>
                <a:gd name="csY613" fmla="*/ 440120 h 1407395"/>
                <a:gd name="csX614" fmla="*/ 923758 w 2992045"/>
                <a:gd name="csY614" fmla="*/ 441644 h 1407395"/>
                <a:gd name="csX615" fmla="*/ 967953 w 2992045"/>
                <a:gd name="csY615" fmla="*/ 435752 h 1407395"/>
                <a:gd name="csX616" fmla="*/ 902456 w 2992045"/>
                <a:gd name="csY616" fmla="*/ 427827 h 1407395"/>
                <a:gd name="csX617" fmla="*/ 830085 w 2992045"/>
                <a:gd name="csY617" fmla="*/ 430536 h 1407395"/>
                <a:gd name="csX618" fmla="*/ 782063 w 2992045"/>
                <a:gd name="csY618" fmla="*/ 429825 h 1407395"/>
                <a:gd name="csX619" fmla="*/ 764216 w 2992045"/>
                <a:gd name="csY619" fmla="*/ 417362 h 1407395"/>
                <a:gd name="csX620" fmla="*/ 842751 w 2992045"/>
                <a:gd name="csY620" fmla="*/ 403816 h 1407395"/>
                <a:gd name="csX621" fmla="*/ 790496 w 2992045"/>
                <a:gd name="csY621" fmla="*/ 404290 h 1407395"/>
                <a:gd name="csX622" fmla="*/ 731366 w 2992045"/>
                <a:gd name="csY622" fmla="*/ 395350 h 1407395"/>
                <a:gd name="csX623" fmla="*/ 759780 w 2992045"/>
                <a:gd name="csY623" fmla="*/ 369984 h 1407395"/>
                <a:gd name="csX624" fmla="*/ 783384 w 2992045"/>
                <a:gd name="csY624" fmla="*/ 356506 h 1407395"/>
                <a:gd name="csX625" fmla="*/ 874043 w 2992045"/>
                <a:gd name="csY625" fmla="*/ 335881 h 1407395"/>
                <a:gd name="csX626" fmla="*/ 908654 w 2992045"/>
                <a:gd name="csY626" fmla="*/ 342451 h 1407395"/>
                <a:gd name="csX627" fmla="*/ 891755 w 2992045"/>
                <a:gd name="csY627" fmla="*/ 358300 h 1407395"/>
                <a:gd name="csX628" fmla="*/ 967106 w 2992045"/>
                <a:gd name="csY628" fmla="*/ 348073 h 1407395"/>
                <a:gd name="csX629" fmla="*/ 1014214 w 2992045"/>
                <a:gd name="csY629" fmla="*/ 365175 h 1407395"/>
                <a:gd name="csX630" fmla="*/ 1052482 w 2992045"/>
                <a:gd name="csY630" fmla="*/ 347870 h 1407395"/>
                <a:gd name="csX631" fmla="*/ 1083401 w 2992045"/>
                <a:gd name="csY631" fmla="*/ 358978 h 1407395"/>
                <a:gd name="csX632" fmla="*/ 1111138 w 2992045"/>
                <a:gd name="csY632" fmla="*/ 392234 h 1407395"/>
                <a:gd name="csX633" fmla="*/ 1128138 w 2992045"/>
                <a:gd name="csY633" fmla="*/ 378213 h 1407395"/>
                <a:gd name="csX634" fmla="*/ 1104093 w 2992045"/>
                <a:gd name="csY634" fmla="*/ 343501 h 1407395"/>
                <a:gd name="csX635" fmla="*/ 1133896 w 2992045"/>
                <a:gd name="csY635" fmla="*/ 338557 h 1407395"/>
                <a:gd name="csX636" fmla="*/ 1167524 w 2992045"/>
                <a:gd name="csY636" fmla="*/ 343975 h 1407395"/>
                <a:gd name="csX637" fmla="*/ 1373598 w 2992045"/>
                <a:gd name="csY637" fmla="*/ 356506 h 1407395"/>
                <a:gd name="csX638" fmla="*/ 1336278 w 2992045"/>
                <a:gd name="csY638" fmla="*/ 334357 h 1407395"/>
                <a:gd name="csX639" fmla="*/ 1376375 w 2992045"/>
                <a:gd name="csY639" fmla="*/ 317966 h 1407395"/>
                <a:gd name="csX640" fmla="*/ 1416743 w 2992045"/>
                <a:gd name="csY640" fmla="*/ 325112 h 1407395"/>
                <a:gd name="csX641" fmla="*/ 1477160 w 2992045"/>
                <a:gd name="csY641" fmla="*/ 320811 h 1407395"/>
                <a:gd name="csX642" fmla="*/ 1485964 w 2992045"/>
                <a:gd name="csY642" fmla="*/ 330632 h 1407395"/>
                <a:gd name="csX643" fmla="*/ 1454334 w 2992045"/>
                <a:gd name="csY643" fmla="*/ 346854 h 1407395"/>
                <a:gd name="csX644" fmla="*/ 1505607 w 2992045"/>
                <a:gd name="csY644" fmla="*/ 361450 h 1407395"/>
                <a:gd name="csX645" fmla="*/ 1499511 w 2992045"/>
                <a:gd name="csY645" fmla="*/ 391929 h 1407395"/>
                <a:gd name="csX646" fmla="*/ 1443971 w 2992045"/>
                <a:gd name="csY646" fmla="*/ 405035 h 1407395"/>
                <a:gd name="csX647" fmla="*/ 1411358 w 2992045"/>
                <a:gd name="csY647" fmla="*/ 402224 h 1407395"/>
                <a:gd name="csX648" fmla="*/ 1387923 w 2992045"/>
                <a:gd name="csY648" fmla="*/ 389288 h 1407395"/>
                <a:gd name="csX649" fmla="*/ 1303766 w 2992045"/>
                <a:gd name="csY649" fmla="*/ 363143 h 1407395"/>
                <a:gd name="csX650" fmla="*/ 1304444 w 2992045"/>
                <a:gd name="csY650" fmla="*/ 352306 h 1407395"/>
                <a:gd name="csX651" fmla="*/ 1373598 w 2992045"/>
                <a:gd name="csY651" fmla="*/ 356506 h 1407395"/>
                <a:gd name="csX652" fmla="*/ 1164917 w 2992045"/>
                <a:gd name="csY652" fmla="*/ 326229 h 1407395"/>
                <a:gd name="csX653" fmla="*/ 1210297 w 2992045"/>
                <a:gd name="csY653" fmla="*/ 324875 h 1407395"/>
                <a:gd name="csX654" fmla="*/ 1236035 w 2992045"/>
                <a:gd name="csY654" fmla="*/ 332325 h 1407395"/>
                <a:gd name="csX655" fmla="*/ 1206233 w 2992045"/>
                <a:gd name="csY655" fmla="*/ 354677 h 1407395"/>
                <a:gd name="csX656" fmla="*/ 1153402 w 2992045"/>
                <a:gd name="csY656" fmla="*/ 330971 h 1407395"/>
                <a:gd name="csX657" fmla="*/ 1164917 w 2992045"/>
                <a:gd name="csY657" fmla="*/ 326229 h 1407395"/>
                <a:gd name="csX658" fmla="*/ 1439230 w 2992045"/>
                <a:gd name="csY658" fmla="*/ 220568 h 1407395"/>
                <a:gd name="csX659" fmla="*/ 1465103 w 2992045"/>
                <a:gd name="csY659" fmla="*/ 236248 h 1407395"/>
                <a:gd name="csX660" fmla="*/ 1466187 w 2992045"/>
                <a:gd name="csY660" fmla="*/ 253655 h 1407395"/>
                <a:gd name="csX661" fmla="*/ 1450744 w 2992045"/>
                <a:gd name="csY661" fmla="*/ 278817 h 1407395"/>
                <a:gd name="csX662" fmla="*/ 1394899 w 2992045"/>
                <a:gd name="csY662" fmla="*/ 282305 h 1407395"/>
                <a:gd name="csX663" fmla="*/ 1358493 w 2992045"/>
                <a:gd name="csY663" fmla="*/ 276887 h 1407395"/>
                <a:gd name="csX664" fmla="*/ 1359205 w 2992045"/>
                <a:gd name="csY664" fmla="*/ 257109 h 1407395"/>
                <a:gd name="csX665" fmla="*/ 1303699 w 2992045"/>
                <a:gd name="csY665" fmla="*/ 259717 h 1407395"/>
                <a:gd name="csX666" fmla="*/ 1301531 w 2992045"/>
                <a:gd name="csY666" fmla="*/ 233539 h 1407395"/>
                <a:gd name="csX667" fmla="*/ 1337971 w 2992045"/>
                <a:gd name="csY667" fmla="*/ 234622 h 1407395"/>
                <a:gd name="csX668" fmla="*/ 1389007 w 2992045"/>
                <a:gd name="csY668" fmla="*/ 223074 h 1407395"/>
                <a:gd name="csX669" fmla="*/ 1436622 w 2992045"/>
                <a:gd name="csY669" fmla="*/ 225005 h 1407395"/>
                <a:gd name="csX670" fmla="*/ 1439230 w 2992045"/>
                <a:gd name="csY670" fmla="*/ 220568 h 1407395"/>
                <a:gd name="csX671" fmla="*/ 1523352 w 2992045"/>
                <a:gd name="csY671" fmla="*/ 89101 h 1407395"/>
                <a:gd name="csX672" fmla="*/ 1546821 w 2992045"/>
                <a:gd name="csY672" fmla="*/ 78772 h 1407395"/>
                <a:gd name="csX673" fmla="*/ 1581534 w 2992045"/>
                <a:gd name="csY673" fmla="*/ 76401 h 1407395"/>
                <a:gd name="csX674" fmla="*/ 1566734 w 2992045"/>
                <a:gd name="csY674" fmla="*/ 68646 h 1407395"/>
                <a:gd name="csX675" fmla="*/ 1645472 w 2992045"/>
                <a:gd name="csY675" fmla="*/ 66919 h 1407395"/>
                <a:gd name="csX676" fmla="*/ 1688719 w 2992045"/>
                <a:gd name="csY676" fmla="*/ 85003 h 1407395"/>
                <a:gd name="csX677" fmla="*/ 1745715 w 2992045"/>
                <a:gd name="csY677" fmla="*/ 92251 h 1407395"/>
                <a:gd name="csX678" fmla="*/ 1801255 w 2992045"/>
                <a:gd name="csY678" fmla="*/ 98651 h 1407395"/>
                <a:gd name="csX679" fmla="*/ 1828009 w 2992045"/>
                <a:gd name="csY679" fmla="*/ 121003 h 1407395"/>
                <a:gd name="csX680" fmla="*/ 1868851 w 2992045"/>
                <a:gd name="csY680" fmla="*/ 131941 h 1407395"/>
                <a:gd name="csX681" fmla="*/ 1822320 w 2992045"/>
                <a:gd name="csY681" fmla="*/ 142033 h 1407395"/>
                <a:gd name="csX682" fmla="*/ 1759770 w 2992045"/>
                <a:gd name="csY682" fmla="*/ 167500 h 1407395"/>
                <a:gd name="csX683" fmla="*/ 1699861 w 2992045"/>
                <a:gd name="csY683" fmla="*/ 169939 h 1407395"/>
                <a:gd name="csX684" fmla="*/ 1629657 w 2992045"/>
                <a:gd name="csY684" fmla="*/ 165604 h 1407395"/>
                <a:gd name="csX685" fmla="*/ 1593285 w 2992045"/>
                <a:gd name="csY685" fmla="*/ 151787 h 1407395"/>
                <a:gd name="csX686" fmla="*/ 1593793 w 2992045"/>
                <a:gd name="csY686" fmla="*/ 139493 h 1407395"/>
                <a:gd name="csX687" fmla="*/ 1620581 w 2992045"/>
                <a:gd name="csY687" fmla="*/ 130485 h 1407395"/>
                <a:gd name="csX688" fmla="*/ 1558641 w 2992045"/>
                <a:gd name="csY688" fmla="*/ 130756 h 1407395"/>
                <a:gd name="csX689" fmla="*/ 1521321 w 2992045"/>
                <a:gd name="csY689" fmla="*/ 119479 h 1407395"/>
                <a:gd name="csX690" fmla="*/ 1499850 w 2992045"/>
                <a:gd name="csY690" fmla="*/ 104137 h 1407395"/>
                <a:gd name="csX691" fmla="*/ 1523352 w 2992045"/>
                <a:gd name="csY691" fmla="*/ 89101 h 1407395"/>
                <a:gd name="csX692" fmla="*/ 1673344 w 2992045"/>
                <a:gd name="csY692" fmla="*/ 45346 h 1407395"/>
                <a:gd name="csX693" fmla="*/ 1723703 w 2992045"/>
                <a:gd name="csY693" fmla="*/ 38878 h 1407395"/>
                <a:gd name="csX694" fmla="*/ 1763258 w 2992045"/>
                <a:gd name="csY694" fmla="*/ 37760 h 1407395"/>
                <a:gd name="csX695" fmla="*/ 1829703 w 2992045"/>
                <a:gd name="csY695" fmla="*/ 32274 h 1407395"/>
                <a:gd name="csX696" fmla="*/ 1879485 w 2992045"/>
                <a:gd name="csY696" fmla="*/ 19676 h 1407395"/>
                <a:gd name="csX697" fmla="*/ 1921479 w 2992045"/>
                <a:gd name="csY697" fmla="*/ 21437 h 1407395"/>
                <a:gd name="csX698" fmla="*/ 1958054 w 2992045"/>
                <a:gd name="csY698" fmla="*/ 30919 h 1407395"/>
                <a:gd name="csX699" fmla="*/ 1983792 w 2992045"/>
                <a:gd name="csY699" fmla="*/ 12632 h 1407395"/>
                <a:gd name="csX700" fmla="*/ 2028495 w 2992045"/>
                <a:gd name="csY700" fmla="*/ 7213 h 1407395"/>
                <a:gd name="csX701" fmla="*/ 2089216 w 2992045"/>
                <a:gd name="csY701" fmla="*/ 3454 h 1407395"/>
                <a:gd name="csX702" fmla="*/ 2192744 w 2992045"/>
                <a:gd name="csY702" fmla="*/ 2066 h 1407395"/>
                <a:gd name="csX703" fmla="*/ 2210727 w 2992045"/>
                <a:gd name="csY703" fmla="*/ 5723 h 1407395"/>
                <a:gd name="csX704" fmla="*/ 2308498 w 2992045"/>
                <a:gd name="csY704" fmla="*/ 0 h 1407395"/>
                <a:gd name="csX705" fmla="*/ 2381851 w 2992045"/>
                <a:gd name="csY705" fmla="*/ 2134 h 1407395"/>
                <a:gd name="csX706" fmla="*/ 2455204 w 2992045"/>
                <a:gd name="csY706" fmla="*/ 4301 h 1407395"/>
                <a:gd name="csX707" fmla="*/ 2545728 w 2992045"/>
                <a:gd name="csY707" fmla="*/ 6942 h 1407395"/>
                <a:gd name="csX708" fmla="*/ 2618438 w 2992045"/>
                <a:gd name="csY708" fmla="*/ 11277 h 1407395"/>
                <a:gd name="csX709" fmla="*/ 2680412 w 2992045"/>
                <a:gd name="csY709" fmla="*/ 20455 h 1407395"/>
                <a:gd name="csX710" fmla="*/ 2678922 w 2992045"/>
                <a:gd name="csY710" fmla="*/ 29497 h 1407395"/>
                <a:gd name="csX711" fmla="*/ 2596289 w 2992045"/>
                <a:gd name="csY711" fmla="*/ 44195 h 1407395"/>
                <a:gd name="csX712" fmla="*/ 2514368 w 2992045"/>
                <a:gd name="csY712" fmla="*/ 51070 h 1407395"/>
                <a:gd name="csX713" fmla="*/ 2483719 w 2992045"/>
                <a:gd name="csY713" fmla="*/ 58656 h 1407395"/>
                <a:gd name="csX714" fmla="*/ 2557479 w 2992045"/>
                <a:gd name="csY714" fmla="*/ 58452 h 1407395"/>
                <a:gd name="csX715" fmla="*/ 2477556 w 2992045"/>
                <a:gd name="csY715" fmla="*/ 79009 h 1407395"/>
                <a:gd name="csX716" fmla="*/ 2422354 w 2992045"/>
                <a:gd name="csY716" fmla="*/ 88593 h 1407395"/>
                <a:gd name="csX717" fmla="*/ 2364444 w 2992045"/>
                <a:gd name="csY717" fmla="*/ 116261 h 1407395"/>
                <a:gd name="csX718" fmla="*/ 2294579 w 2992045"/>
                <a:gd name="csY718" fmla="*/ 121883 h 1407395"/>
                <a:gd name="csX719" fmla="*/ 2273006 w 2992045"/>
                <a:gd name="csY719" fmla="*/ 128792 h 1407395"/>
                <a:gd name="csX720" fmla="*/ 2170461 w 2992045"/>
                <a:gd name="csY720" fmla="*/ 132415 h 1407395"/>
                <a:gd name="csX721" fmla="*/ 2217162 w 2992045"/>
                <a:gd name="csY721" fmla="*/ 136649 h 1407395"/>
                <a:gd name="csX722" fmla="*/ 2193760 w 2992045"/>
                <a:gd name="csY722" fmla="*/ 142711 h 1407395"/>
                <a:gd name="csX723" fmla="*/ 2221767 w 2992045"/>
                <a:gd name="csY723" fmla="*/ 159406 h 1407395"/>
                <a:gd name="csX724" fmla="*/ 2189561 w 2992045"/>
                <a:gd name="csY724" fmla="*/ 171022 h 1407395"/>
                <a:gd name="csX725" fmla="*/ 2137238 w 2992045"/>
                <a:gd name="csY725" fmla="*/ 180606 h 1407395"/>
                <a:gd name="csX726" fmla="*/ 2121186 w 2992045"/>
                <a:gd name="csY726" fmla="*/ 193848 h 1407395"/>
                <a:gd name="csX727" fmla="*/ 2073875 w 2992045"/>
                <a:gd name="csY727" fmla="*/ 203974 h 1407395"/>
                <a:gd name="csX728" fmla="*/ 2078616 w 2992045"/>
                <a:gd name="csY728" fmla="*/ 211661 h 1407395"/>
                <a:gd name="csX729" fmla="*/ 2136493 w 2992045"/>
                <a:gd name="csY729" fmla="*/ 210341 h 1407395"/>
                <a:gd name="csX730" fmla="*/ 2137238 w 2992045"/>
                <a:gd name="csY730" fmla="*/ 218604 h 1407395"/>
                <a:gd name="csX731" fmla="*/ 2046749 w 2992045"/>
                <a:gd name="csY731" fmla="*/ 238923 h 1407395"/>
                <a:gd name="csX732" fmla="*/ 1958257 w 2992045"/>
                <a:gd name="csY732" fmla="*/ 229576 h 1407395"/>
                <a:gd name="csX733" fmla="*/ 1858759 w 2992045"/>
                <a:gd name="csY733" fmla="*/ 234826 h 1407395"/>
                <a:gd name="csX734" fmla="*/ 1808367 w 2992045"/>
                <a:gd name="csY734" fmla="*/ 230728 h 1407395"/>
                <a:gd name="csX735" fmla="*/ 1744327 w 2992045"/>
                <a:gd name="csY735" fmla="*/ 228967 h 1407395"/>
                <a:gd name="csX736" fmla="*/ 1740094 w 2992045"/>
                <a:gd name="csY736" fmla="*/ 212711 h 1407395"/>
                <a:gd name="csX737" fmla="*/ 1802712 w 2992045"/>
                <a:gd name="csY737" fmla="*/ 205058 h 1407395"/>
                <a:gd name="csX738" fmla="*/ 1786016 w 2992045"/>
                <a:gd name="csY738" fmla="*/ 180606 h 1407395"/>
                <a:gd name="csX739" fmla="*/ 1806674 w 2992045"/>
                <a:gd name="csY739" fmla="*/ 178236 h 1407395"/>
                <a:gd name="csX740" fmla="*/ 1897231 w 2992045"/>
                <a:gd name="csY740" fmla="*/ 192832 h 1407395"/>
                <a:gd name="csX741" fmla="*/ 1851038 w 2992045"/>
                <a:gd name="csY741" fmla="*/ 171124 h 1407395"/>
                <a:gd name="csX742" fmla="*/ 1796108 w 2992045"/>
                <a:gd name="csY742" fmla="*/ 164622 h 1407395"/>
                <a:gd name="csX743" fmla="*/ 1823539 w 2992045"/>
                <a:gd name="csY743" fmla="*/ 151516 h 1407395"/>
                <a:gd name="csX744" fmla="*/ 1883583 w 2992045"/>
                <a:gd name="csY744" fmla="*/ 143456 h 1407395"/>
                <a:gd name="csX745" fmla="*/ 1893201 w 2992045"/>
                <a:gd name="csY745" fmla="*/ 131670 h 1407395"/>
                <a:gd name="csX746" fmla="*/ 1845382 w 2992045"/>
                <a:gd name="csY746" fmla="*/ 118429 h 1407395"/>
                <a:gd name="csX747" fmla="*/ 1830990 w 2992045"/>
                <a:gd name="csY747" fmla="*/ 100988 h 1407395"/>
                <a:gd name="csX748" fmla="*/ 1923579 w 2992045"/>
                <a:gd name="csY748" fmla="*/ 102444 h 1407395"/>
                <a:gd name="csX749" fmla="*/ 1950299 w 2992045"/>
                <a:gd name="csY749" fmla="*/ 106102 h 1407395"/>
                <a:gd name="csX750" fmla="*/ 2003163 w 2992045"/>
                <a:gd name="csY750" fmla="*/ 93774 h 1407395"/>
                <a:gd name="csX751" fmla="*/ 1926898 w 2992045"/>
                <a:gd name="csY751" fmla="*/ 89846 h 1407395"/>
                <a:gd name="csX752" fmla="*/ 1808401 w 2992045"/>
                <a:gd name="csY752" fmla="*/ 92013 h 1407395"/>
                <a:gd name="csX753" fmla="*/ 1748526 w 2992045"/>
                <a:gd name="csY753" fmla="*/ 80499 h 1407395"/>
                <a:gd name="csX754" fmla="*/ 1720316 w 2992045"/>
                <a:gd name="csY754" fmla="*/ 66817 h 1407395"/>
                <a:gd name="csX755" fmla="*/ 1680761 w 2992045"/>
                <a:gd name="csY755" fmla="*/ 56895 h 1407395"/>
                <a:gd name="csX756" fmla="*/ 1673344 w 2992045"/>
                <a:gd name="csY756" fmla="*/ 45346 h 1407395"/>
                <a:gd name="csX757" fmla="*/ 2227761 w 2992045"/>
                <a:gd name="csY757" fmla="*/ 534707 h 1407395"/>
                <a:gd name="csX758" fmla="*/ 2205749 w 2992045"/>
                <a:gd name="csY758" fmla="*/ 544698 h 1407395"/>
                <a:gd name="csX759" fmla="*/ 2167785 w 2992045"/>
                <a:gd name="csY759" fmla="*/ 546391 h 1407395"/>
                <a:gd name="csX760" fmla="*/ 2159353 w 2992045"/>
                <a:gd name="csY760" fmla="*/ 529831 h 1407395"/>
                <a:gd name="csX761" fmla="*/ 2173712 w 2992045"/>
                <a:gd name="csY761" fmla="*/ 510832 h 1407395"/>
                <a:gd name="csX762" fmla="*/ 2204767 w 2992045"/>
                <a:gd name="csY762" fmla="*/ 506159 h 1407395"/>
                <a:gd name="csX763" fmla="*/ 2231182 w 2992045"/>
                <a:gd name="csY763" fmla="*/ 515539 h 1407395"/>
                <a:gd name="csX764" fmla="*/ 2231588 w 2992045"/>
                <a:gd name="csY764" fmla="*/ 530034 h 1407395"/>
                <a:gd name="csX765" fmla="*/ 2227761 w 2992045"/>
                <a:gd name="csY765" fmla="*/ 534707 h 1407395"/>
                <a:gd name="csX766" fmla="*/ 1515191 w 2992045"/>
                <a:gd name="csY766" fmla="*/ 465418 h 1407395"/>
                <a:gd name="csX767" fmla="*/ 1535815 w 2992045"/>
                <a:gd name="csY767" fmla="*/ 478355 h 1407395"/>
                <a:gd name="csX768" fmla="*/ 1514751 w 2992045"/>
                <a:gd name="csY768" fmla="*/ 490242 h 1407395"/>
                <a:gd name="csX769" fmla="*/ 1469133 w 2992045"/>
                <a:gd name="csY769" fmla="*/ 479980 h 1407395"/>
                <a:gd name="csX770" fmla="*/ 1441533 w 2992045"/>
                <a:gd name="csY770" fmla="*/ 483672 h 1407395"/>
                <a:gd name="csX771" fmla="*/ 1395306 w 2992045"/>
                <a:gd name="csY771" fmla="*/ 468466 h 1407395"/>
                <a:gd name="csX772" fmla="*/ 1425108 w 2992045"/>
                <a:gd name="csY772" fmla="*/ 457968 h 1407395"/>
                <a:gd name="csX773" fmla="*/ 1448780 w 2992045"/>
                <a:gd name="csY773" fmla="*/ 443270 h 1407395"/>
                <a:gd name="csX774" fmla="*/ 1484712 w 2992045"/>
                <a:gd name="csY774" fmla="*/ 452888 h 1407395"/>
                <a:gd name="csX775" fmla="*/ 1505031 w 2992045"/>
                <a:gd name="csY775" fmla="*/ 458983 h 1407395"/>
                <a:gd name="csX776" fmla="*/ 1515191 w 2992045"/>
                <a:gd name="csY776" fmla="*/ 465418 h 1407395"/>
                <a:gd name="csX777" fmla="*/ 2590024 w 2992045"/>
                <a:gd name="csY777" fmla="*/ 1129764 h 1407395"/>
                <a:gd name="csX778" fmla="*/ 2601742 w 2992045"/>
                <a:gd name="csY778" fmla="*/ 1126919 h 1407395"/>
                <a:gd name="csX779" fmla="*/ 2646275 w 2992045"/>
                <a:gd name="csY779" fmla="*/ 1135419 h 1407395"/>
                <a:gd name="csX780" fmla="*/ 2680886 w 2992045"/>
                <a:gd name="csY780" fmla="*/ 1149541 h 1407395"/>
                <a:gd name="csX781" fmla="*/ 2681902 w 2992045"/>
                <a:gd name="csY781" fmla="*/ 1155773 h 1407395"/>
                <a:gd name="csX782" fmla="*/ 2665410 w 2992045"/>
                <a:gd name="csY782" fmla="*/ 1156382 h 1407395"/>
                <a:gd name="csX783" fmla="*/ 2621519 w 2992045"/>
                <a:gd name="csY783" fmla="*/ 1145749 h 1407395"/>
                <a:gd name="csX784" fmla="*/ 2590024 w 2992045"/>
                <a:gd name="csY784" fmla="*/ 1129764 h 1407395"/>
                <a:gd name="csX785" fmla="*/ 2607093 w 2992045"/>
                <a:gd name="csY785" fmla="*/ 1225841 h 1407395"/>
                <a:gd name="csX786" fmla="*/ 2618946 w 2992045"/>
                <a:gd name="csY786" fmla="*/ 1242300 h 1407395"/>
                <a:gd name="csX787" fmla="*/ 2643532 w 2992045"/>
                <a:gd name="csY787" fmla="*/ 1246838 h 1407395"/>
                <a:gd name="csX788" fmla="*/ 2674926 w 2992045"/>
                <a:gd name="csY788" fmla="*/ 1245924 h 1407395"/>
                <a:gd name="csX789" fmla="*/ 2658264 w 2992045"/>
                <a:gd name="csY789" fmla="*/ 1259809 h 1407395"/>
                <a:gd name="csX790" fmla="*/ 2645733 w 2992045"/>
                <a:gd name="csY790" fmla="*/ 1262010 h 1407395"/>
                <a:gd name="csX791" fmla="*/ 2602758 w 2992045"/>
                <a:gd name="csY791" fmla="*/ 1247617 h 1407395"/>
                <a:gd name="csX792" fmla="*/ 2594291 w 2992045"/>
                <a:gd name="csY792" fmla="*/ 1236306 h 1407395"/>
                <a:gd name="csX793" fmla="*/ 2607093 w 2992045"/>
                <a:gd name="csY793" fmla="*/ 1225841 h 1407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</a:cxnLst>
              <a:rect l="l" t="t" r="r" b="b"/>
              <a:pathLst>
                <a:path w="2992045" h="1407395">
                  <a:moveTo>
                    <a:pt x="614936" y="1159329"/>
                  </a:moveTo>
                  <a:lnTo>
                    <a:pt x="610398" y="1159227"/>
                  </a:lnTo>
                  <a:lnTo>
                    <a:pt x="544833" y="1125971"/>
                  </a:lnTo>
                  <a:lnTo>
                    <a:pt x="520619" y="1111341"/>
                  </a:lnTo>
                  <a:lnTo>
                    <a:pt x="459288" y="1097320"/>
                  </a:lnTo>
                  <a:lnTo>
                    <a:pt x="440425" y="1067349"/>
                  </a:lnTo>
                  <a:lnTo>
                    <a:pt x="445268" y="1046555"/>
                  </a:lnTo>
                  <a:lnTo>
                    <a:pt x="401920" y="1032163"/>
                  </a:lnTo>
                  <a:lnTo>
                    <a:pt x="395993" y="1004833"/>
                  </a:lnTo>
                  <a:lnTo>
                    <a:pt x="355015" y="980246"/>
                  </a:lnTo>
                  <a:lnTo>
                    <a:pt x="354304" y="962805"/>
                  </a:lnTo>
                  <a:lnTo>
                    <a:pt x="354304" y="962805"/>
                  </a:lnTo>
                  <a:lnTo>
                    <a:pt x="373134" y="946482"/>
                  </a:lnTo>
                  <a:lnTo>
                    <a:pt x="372185" y="925113"/>
                  </a:lnTo>
                  <a:lnTo>
                    <a:pt x="314614" y="903574"/>
                  </a:lnTo>
                  <a:lnTo>
                    <a:pt x="280003" y="864933"/>
                  </a:lnTo>
                  <a:lnTo>
                    <a:pt x="258803" y="840651"/>
                  </a:lnTo>
                  <a:lnTo>
                    <a:pt x="227815" y="825378"/>
                  </a:lnTo>
                  <a:lnTo>
                    <a:pt x="204990" y="811493"/>
                  </a:lnTo>
                  <a:lnTo>
                    <a:pt x="187007" y="793984"/>
                  </a:lnTo>
                  <a:lnTo>
                    <a:pt x="153006" y="804957"/>
                  </a:lnTo>
                  <a:lnTo>
                    <a:pt x="120088" y="823888"/>
                  </a:lnTo>
                  <a:lnTo>
                    <a:pt x="89982" y="801638"/>
                  </a:lnTo>
                  <a:lnTo>
                    <a:pt x="66343" y="786805"/>
                  </a:lnTo>
                  <a:lnTo>
                    <a:pt x="33358" y="777424"/>
                  </a:lnTo>
                  <a:lnTo>
                    <a:pt x="0" y="776442"/>
                  </a:lnTo>
                  <a:lnTo>
                    <a:pt x="169" y="583610"/>
                  </a:lnTo>
                  <a:lnTo>
                    <a:pt x="406" y="457900"/>
                  </a:lnTo>
                  <a:lnTo>
                    <a:pt x="406" y="457900"/>
                  </a:lnTo>
                  <a:lnTo>
                    <a:pt x="63566" y="466061"/>
                  </a:lnTo>
                  <a:lnTo>
                    <a:pt x="116905" y="482351"/>
                  </a:lnTo>
                  <a:lnTo>
                    <a:pt x="152193" y="485467"/>
                  </a:lnTo>
                  <a:lnTo>
                    <a:pt x="181927" y="471345"/>
                  </a:lnTo>
                  <a:lnTo>
                    <a:pt x="222939" y="460778"/>
                  </a:lnTo>
                  <a:lnTo>
                    <a:pt x="273263" y="464910"/>
                  </a:lnTo>
                  <a:lnTo>
                    <a:pt x="323994" y="450009"/>
                  </a:lnTo>
                  <a:lnTo>
                    <a:pt x="379399" y="441576"/>
                  </a:lnTo>
                  <a:lnTo>
                    <a:pt x="402665" y="455631"/>
                  </a:lnTo>
                  <a:lnTo>
                    <a:pt x="427929" y="447706"/>
                  </a:lnTo>
                  <a:lnTo>
                    <a:pt x="435514" y="431755"/>
                  </a:lnTo>
                  <a:lnTo>
                    <a:pt x="458916" y="435379"/>
                  </a:lnTo>
                  <a:lnTo>
                    <a:pt x="516183" y="465723"/>
                  </a:lnTo>
                  <a:lnTo>
                    <a:pt x="561258" y="442796"/>
                  </a:lnTo>
                  <a:lnTo>
                    <a:pt x="565830" y="468466"/>
                  </a:lnTo>
                  <a:lnTo>
                    <a:pt x="607451" y="462912"/>
                  </a:lnTo>
                  <a:lnTo>
                    <a:pt x="620253" y="453023"/>
                  </a:lnTo>
                  <a:lnTo>
                    <a:pt x="661264" y="454987"/>
                  </a:lnTo>
                  <a:lnTo>
                    <a:pt x="713045" y="469211"/>
                  </a:lnTo>
                  <a:lnTo>
                    <a:pt x="792291" y="481640"/>
                  </a:lnTo>
                  <a:lnTo>
                    <a:pt x="838924" y="487363"/>
                  </a:lnTo>
                  <a:lnTo>
                    <a:pt x="872079" y="485196"/>
                  </a:lnTo>
                  <a:lnTo>
                    <a:pt x="917764" y="502366"/>
                  </a:lnTo>
                  <a:lnTo>
                    <a:pt x="870115" y="519163"/>
                  </a:lnTo>
                  <a:lnTo>
                    <a:pt x="931344" y="526444"/>
                  </a:lnTo>
                  <a:lnTo>
                    <a:pt x="1022748" y="522448"/>
                  </a:lnTo>
                  <a:lnTo>
                    <a:pt x="1051602" y="516521"/>
                  </a:lnTo>
                  <a:lnTo>
                    <a:pt x="1087703" y="536841"/>
                  </a:lnTo>
                  <a:lnTo>
                    <a:pt x="1124549" y="519705"/>
                  </a:lnTo>
                  <a:lnTo>
                    <a:pt x="1089971" y="505312"/>
                  </a:lnTo>
                  <a:lnTo>
                    <a:pt x="1111849" y="493730"/>
                  </a:lnTo>
                  <a:lnTo>
                    <a:pt x="1153064" y="492172"/>
                  </a:lnTo>
                  <a:lnTo>
                    <a:pt x="1180156" y="488785"/>
                  </a:lnTo>
                  <a:lnTo>
                    <a:pt x="1207486" y="496879"/>
                  </a:lnTo>
                  <a:lnTo>
                    <a:pt x="1241521" y="515269"/>
                  </a:lnTo>
                  <a:lnTo>
                    <a:pt x="1279349" y="512559"/>
                  </a:lnTo>
                  <a:lnTo>
                    <a:pt x="1339190" y="527833"/>
                  </a:lnTo>
                  <a:lnTo>
                    <a:pt x="1391750" y="522448"/>
                  </a:lnTo>
                  <a:lnTo>
                    <a:pt x="1441160" y="523261"/>
                  </a:lnTo>
                  <a:lnTo>
                    <a:pt x="1437232" y="502196"/>
                  </a:lnTo>
                  <a:lnTo>
                    <a:pt x="1467372" y="496270"/>
                  </a:lnTo>
                  <a:lnTo>
                    <a:pt x="1519830" y="507784"/>
                  </a:lnTo>
                  <a:lnTo>
                    <a:pt x="1519627" y="539821"/>
                  </a:lnTo>
                  <a:lnTo>
                    <a:pt x="1541200" y="512796"/>
                  </a:lnTo>
                  <a:lnTo>
                    <a:pt x="1568428" y="513711"/>
                  </a:lnTo>
                  <a:lnTo>
                    <a:pt x="1583735" y="479676"/>
                  </a:lnTo>
                  <a:lnTo>
                    <a:pt x="1547465" y="458780"/>
                  </a:lnTo>
                  <a:lnTo>
                    <a:pt x="1507943" y="445099"/>
                  </a:lnTo>
                  <a:lnTo>
                    <a:pt x="1510653" y="407677"/>
                  </a:lnTo>
                  <a:lnTo>
                    <a:pt x="1550682" y="383090"/>
                  </a:lnTo>
                  <a:lnTo>
                    <a:pt x="1595351" y="388543"/>
                  </a:lnTo>
                  <a:lnTo>
                    <a:pt x="1629623" y="403477"/>
                  </a:lnTo>
                  <a:lnTo>
                    <a:pt x="1675613" y="441678"/>
                  </a:lnTo>
                  <a:lnTo>
                    <a:pt x="1645574" y="458306"/>
                  </a:lnTo>
                  <a:lnTo>
                    <a:pt x="1708565" y="465147"/>
                  </a:lnTo>
                  <a:lnTo>
                    <a:pt x="1708395" y="499792"/>
                  </a:lnTo>
                  <a:lnTo>
                    <a:pt x="1753674" y="473241"/>
                  </a:lnTo>
                  <a:lnTo>
                    <a:pt x="1794144" y="495051"/>
                  </a:lnTo>
                  <a:lnTo>
                    <a:pt x="1784085" y="520179"/>
                  </a:lnTo>
                  <a:lnTo>
                    <a:pt x="1816834" y="543005"/>
                  </a:lnTo>
                  <a:lnTo>
                    <a:pt x="1852190" y="518553"/>
                  </a:lnTo>
                  <a:lnTo>
                    <a:pt x="1876878" y="489293"/>
                  </a:lnTo>
                  <a:lnTo>
                    <a:pt x="1878740" y="452143"/>
                  </a:lnTo>
                  <a:lnTo>
                    <a:pt x="1926864" y="454750"/>
                  </a:lnTo>
                  <a:lnTo>
                    <a:pt x="1976917" y="459729"/>
                  </a:lnTo>
                  <a:lnTo>
                    <a:pt x="2022399" y="476526"/>
                  </a:lnTo>
                  <a:lnTo>
                    <a:pt x="2024431" y="493323"/>
                  </a:lnTo>
                  <a:lnTo>
                    <a:pt x="1999235" y="511374"/>
                  </a:lnTo>
                  <a:lnTo>
                    <a:pt x="2023110" y="529526"/>
                  </a:lnTo>
                  <a:lnTo>
                    <a:pt x="2018775" y="545985"/>
                  </a:lnTo>
                  <a:lnTo>
                    <a:pt x="1952466" y="569657"/>
                  </a:lnTo>
                  <a:lnTo>
                    <a:pt x="1905393" y="574906"/>
                  </a:lnTo>
                  <a:lnTo>
                    <a:pt x="1870376" y="564713"/>
                  </a:lnTo>
                  <a:lnTo>
                    <a:pt x="1860250" y="581713"/>
                  </a:lnTo>
                  <a:lnTo>
                    <a:pt x="1827637" y="610262"/>
                  </a:lnTo>
                  <a:lnTo>
                    <a:pt x="1817748" y="625062"/>
                  </a:lnTo>
                  <a:lnTo>
                    <a:pt x="1778464" y="647989"/>
                  </a:lnTo>
                  <a:lnTo>
                    <a:pt x="1730002" y="650224"/>
                  </a:lnTo>
                  <a:lnTo>
                    <a:pt x="1703248" y="664549"/>
                  </a:lnTo>
                  <a:lnTo>
                    <a:pt x="1701013" y="686562"/>
                  </a:lnTo>
                  <a:lnTo>
                    <a:pt x="1661627" y="690795"/>
                  </a:lnTo>
                  <a:lnTo>
                    <a:pt x="1620175" y="718226"/>
                  </a:lnTo>
                  <a:lnTo>
                    <a:pt x="1583430" y="756359"/>
                  </a:lnTo>
                  <a:lnTo>
                    <a:pt x="1570324" y="783079"/>
                  </a:lnTo>
                  <a:lnTo>
                    <a:pt x="1568428" y="822398"/>
                  </a:lnTo>
                  <a:lnTo>
                    <a:pt x="1618211" y="828053"/>
                  </a:lnTo>
                  <a:lnTo>
                    <a:pt x="1633450" y="859752"/>
                  </a:lnTo>
                  <a:lnTo>
                    <a:pt x="1649299" y="885456"/>
                  </a:lnTo>
                  <a:lnTo>
                    <a:pt x="1696678" y="878750"/>
                  </a:lnTo>
                  <a:lnTo>
                    <a:pt x="1759600" y="893414"/>
                  </a:lnTo>
                  <a:lnTo>
                    <a:pt x="1793466" y="906283"/>
                  </a:lnTo>
                  <a:lnTo>
                    <a:pt x="1817714" y="922302"/>
                  </a:lnTo>
                  <a:lnTo>
                    <a:pt x="1860148" y="931615"/>
                  </a:lnTo>
                  <a:lnTo>
                    <a:pt x="1896012" y="945872"/>
                  </a:lnTo>
                  <a:lnTo>
                    <a:pt x="1951924" y="947837"/>
                  </a:lnTo>
                  <a:lnTo>
                    <a:pt x="1988770" y="951122"/>
                  </a:lnTo>
                  <a:lnTo>
                    <a:pt x="1983250" y="980449"/>
                  </a:lnTo>
                  <a:lnTo>
                    <a:pt x="1993782" y="1014485"/>
                  </a:lnTo>
                  <a:lnTo>
                    <a:pt x="2018301" y="1052380"/>
                  </a:lnTo>
                  <a:lnTo>
                    <a:pt x="2068694" y="1084553"/>
                  </a:lnTo>
                  <a:lnTo>
                    <a:pt x="2094770" y="1073513"/>
                  </a:lnTo>
                  <a:lnTo>
                    <a:pt x="2113092" y="1038699"/>
                  </a:lnTo>
                  <a:lnTo>
                    <a:pt x="2095414" y="985225"/>
                  </a:lnTo>
                  <a:lnTo>
                    <a:pt x="2071504" y="967377"/>
                  </a:lnTo>
                  <a:lnTo>
                    <a:pt x="2125724" y="951528"/>
                  </a:lnTo>
                  <a:lnTo>
                    <a:pt x="2164094" y="927788"/>
                  </a:lnTo>
                  <a:lnTo>
                    <a:pt x="2182889" y="904184"/>
                  </a:lnTo>
                  <a:lnTo>
                    <a:pt x="2180112" y="881527"/>
                  </a:lnTo>
                  <a:lnTo>
                    <a:pt x="2157117" y="852775"/>
                  </a:lnTo>
                  <a:lnTo>
                    <a:pt x="2115970" y="827274"/>
                  </a:lnTo>
                  <a:lnTo>
                    <a:pt x="2155932" y="791783"/>
                  </a:lnTo>
                  <a:lnTo>
                    <a:pt x="2141167" y="761134"/>
                  </a:lnTo>
                  <a:lnTo>
                    <a:pt x="2129855" y="708236"/>
                  </a:lnTo>
                  <a:lnTo>
                    <a:pt x="2153426" y="700413"/>
                  </a:lnTo>
                  <a:lnTo>
                    <a:pt x="2211506" y="709658"/>
                  </a:lnTo>
                  <a:lnTo>
                    <a:pt x="2246320" y="712943"/>
                  </a:lnTo>
                  <a:lnTo>
                    <a:pt x="2274361" y="704037"/>
                  </a:lnTo>
                  <a:lnTo>
                    <a:pt x="2305890" y="715517"/>
                  </a:lnTo>
                  <a:lnTo>
                    <a:pt x="2347613" y="735159"/>
                  </a:lnTo>
                  <a:lnTo>
                    <a:pt x="2357874" y="748299"/>
                  </a:lnTo>
                  <a:lnTo>
                    <a:pt x="2418291" y="750873"/>
                  </a:lnTo>
                  <a:lnTo>
                    <a:pt x="2417275" y="779320"/>
                  </a:lnTo>
                  <a:lnTo>
                    <a:pt x="2428518" y="822127"/>
                  </a:lnTo>
                  <a:lnTo>
                    <a:pt x="2459438" y="827410"/>
                  </a:lnTo>
                  <a:lnTo>
                    <a:pt x="2483990" y="847357"/>
                  </a:lnTo>
                  <a:lnTo>
                    <a:pt x="2533028" y="828561"/>
                  </a:lnTo>
                  <a:lnTo>
                    <a:pt x="2565437" y="791173"/>
                  </a:lnTo>
                  <a:lnTo>
                    <a:pt x="2587823" y="775426"/>
                  </a:lnTo>
                  <a:lnTo>
                    <a:pt x="2614204" y="805668"/>
                  </a:lnTo>
                  <a:lnTo>
                    <a:pt x="2658332" y="848881"/>
                  </a:lnTo>
                  <a:lnTo>
                    <a:pt x="2695753" y="889520"/>
                  </a:lnTo>
                  <a:lnTo>
                    <a:pt x="2682139" y="910787"/>
                  </a:lnTo>
                  <a:lnTo>
                    <a:pt x="2727181" y="929888"/>
                  </a:lnTo>
                  <a:lnTo>
                    <a:pt x="2757626" y="949225"/>
                  </a:lnTo>
                  <a:lnTo>
                    <a:pt x="2811642" y="957996"/>
                  </a:lnTo>
                  <a:lnTo>
                    <a:pt x="2833384" y="968766"/>
                  </a:lnTo>
                  <a:lnTo>
                    <a:pt x="2846795" y="997450"/>
                  </a:lnTo>
                  <a:lnTo>
                    <a:pt x="2873176" y="1001954"/>
                  </a:lnTo>
                  <a:lnTo>
                    <a:pt x="2886790" y="1014722"/>
                  </a:lnTo>
                  <a:lnTo>
                    <a:pt x="2889263" y="1052753"/>
                  </a:lnTo>
                  <a:lnTo>
                    <a:pt x="2864676" y="1065487"/>
                  </a:lnTo>
                  <a:lnTo>
                    <a:pt x="2840360" y="1077374"/>
                  </a:lnTo>
                  <a:lnTo>
                    <a:pt x="2784549" y="1089430"/>
                  </a:lnTo>
                  <a:lnTo>
                    <a:pt x="2741946" y="1117234"/>
                  </a:lnTo>
                  <a:lnTo>
                    <a:pt x="2684679" y="1122754"/>
                  </a:lnTo>
                  <a:lnTo>
                    <a:pt x="2612240" y="1115608"/>
                  </a:lnTo>
                  <a:lnTo>
                    <a:pt x="2561441" y="1115371"/>
                  </a:lnTo>
                  <a:lnTo>
                    <a:pt x="2526356" y="1117708"/>
                  </a:lnTo>
                  <a:lnTo>
                    <a:pt x="2498011" y="1141989"/>
                  </a:lnTo>
                  <a:lnTo>
                    <a:pt x="2454832" y="1157026"/>
                  </a:lnTo>
                  <a:lnTo>
                    <a:pt x="2405963" y="1201830"/>
                  </a:lnTo>
                  <a:lnTo>
                    <a:pt x="2366984" y="1233089"/>
                  </a:lnTo>
                  <a:lnTo>
                    <a:pt x="2395770" y="1227535"/>
                  </a:lnTo>
                  <a:lnTo>
                    <a:pt x="2450124" y="1183035"/>
                  </a:lnTo>
                  <a:lnTo>
                    <a:pt x="2521175" y="1154825"/>
                  </a:lnTo>
                  <a:lnTo>
                    <a:pt x="2571838" y="1151438"/>
                  </a:lnTo>
                  <a:lnTo>
                    <a:pt x="2601810" y="1168066"/>
                  </a:lnTo>
                  <a:lnTo>
                    <a:pt x="2569840" y="1190790"/>
                  </a:lnTo>
                  <a:lnTo>
                    <a:pt x="2580542" y="1227297"/>
                  </a:lnTo>
                  <a:lnTo>
                    <a:pt x="2591616" y="1252866"/>
                  </a:lnTo>
                  <a:lnTo>
                    <a:pt x="2635608" y="1269765"/>
                  </a:lnTo>
                  <a:lnTo>
                    <a:pt x="2691554" y="1264855"/>
                  </a:lnTo>
                  <a:lnTo>
                    <a:pt x="2725521" y="1226789"/>
                  </a:lnTo>
                  <a:lnTo>
                    <a:pt x="2727858" y="1251342"/>
                  </a:lnTo>
                  <a:lnTo>
                    <a:pt x="2749735" y="1263636"/>
                  </a:lnTo>
                  <a:lnTo>
                    <a:pt x="2707843" y="1285818"/>
                  </a:lnTo>
                  <a:lnTo>
                    <a:pt x="2632831" y="1305968"/>
                  </a:lnTo>
                  <a:lnTo>
                    <a:pt x="2599236" y="1319650"/>
                  </a:lnTo>
                  <a:lnTo>
                    <a:pt x="2561408" y="1344067"/>
                  </a:lnTo>
                  <a:lnTo>
                    <a:pt x="2535703" y="1341561"/>
                  </a:lnTo>
                  <a:lnTo>
                    <a:pt x="2534383" y="1312910"/>
                  </a:lnTo>
                  <a:lnTo>
                    <a:pt x="2593207" y="1284903"/>
                  </a:lnTo>
                  <a:lnTo>
                    <a:pt x="2538988" y="1286021"/>
                  </a:lnTo>
                  <a:lnTo>
                    <a:pt x="2501363" y="1290119"/>
                  </a:lnTo>
                  <a:lnTo>
                    <a:pt x="2479215" y="1270984"/>
                  </a:lnTo>
                  <a:lnTo>
                    <a:pt x="2479249" y="1224825"/>
                  </a:lnTo>
                  <a:lnTo>
                    <a:pt x="2464213" y="1215038"/>
                  </a:lnTo>
                  <a:lnTo>
                    <a:pt x="2441489" y="1220795"/>
                  </a:lnTo>
                  <a:lnTo>
                    <a:pt x="2430245" y="1211888"/>
                  </a:lnTo>
                  <a:lnTo>
                    <a:pt x="2404406" y="1237457"/>
                  </a:lnTo>
                  <a:lnTo>
                    <a:pt x="2394077" y="1263805"/>
                  </a:lnTo>
                  <a:lnTo>
                    <a:pt x="2382054" y="1279214"/>
                  </a:lnTo>
                  <a:lnTo>
                    <a:pt x="2367661" y="1284463"/>
                  </a:lnTo>
                  <a:lnTo>
                    <a:pt x="2356824" y="1286156"/>
                  </a:lnTo>
                  <a:lnTo>
                    <a:pt x="2353438" y="1294521"/>
                  </a:lnTo>
                  <a:lnTo>
                    <a:pt x="2291023" y="1294555"/>
                  </a:lnTo>
                  <a:lnTo>
                    <a:pt x="2239581" y="1294792"/>
                  </a:lnTo>
                  <a:lnTo>
                    <a:pt x="2224307" y="1301023"/>
                  </a:lnTo>
                  <a:lnTo>
                    <a:pt x="2188511" y="1325407"/>
                  </a:lnTo>
                  <a:lnTo>
                    <a:pt x="2184278" y="1328048"/>
                  </a:lnTo>
                  <a:lnTo>
                    <a:pt x="2173441" y="1341222"/>
                  </a:lnTo>
                  <a:lnTo>
                    <a:pt x="2142352" y="1341222"/>
                  </a:lnTo>
                  <a:lnTo>
                    <a:pt x="2109096" y="1341358"/>
                  </a:lnTo>
                  <a:lnTo>
                    <a:pt x="2093788" y="1346742"/>
                  </a:lnTo>
                  <a:lnTo>
                    <a:pt x="2099275" y="1353380"/>
                  </a:lnTo>
                  <a:lnTo>
                    <a:pt x="2102323" y="1363709"/>
                  </a:lnTo>
                  <a:lnTo>
                    <a:pt x="2101679" y="1367129"/>
                  </a:lnTo>
                  <a:lnTo>
                    <a:pt x="2057382" y="1383995"/>
                  </a:lnTo>
                  <a:lnTo>
                    <a:pt x="2022467" y="1389312"/>
                  </a:lnTo>
                  <a:lnTo>
                    <a:pt x="1983149" y="1407396"/>
                  </a:lnTo>
                  <a:lnTo>
                    <a:pt x="1974648" y="1407396"/>
                  </a:lnTo>
                  <a:lnTo>
                    <a:pt x="1963134" y="1402045"/>
                  </a:lnTo>
                  <a:lnTo>
                    <a:pt x="1959341" y="1397202"/>
                  </a:lnTo>
                  <a:lnTo>
                    <a:pt x="1960086" y="1393680"/>
                  </a:lnTo>
                  <a:lnTo>
                    <a:pt x="1967536" y="1381827"/>
                  </a:lnTo>
                  <a:lnTo>
                    <a:pt x="1983453" y="1363201"/>
                  </a:lnTo>
                  <a:lnTo>
                    <a:pt x="1993342" y="1343186"/>
                  </a:lnTo>
                  <a:lnTo>
                    <a:pt x="1986569" y="1313757"/>
                  </a:lnTo>
                  <a:lnTo>
                    <a:pt x="1979356" y="1283007"/>
                  </a:lnTo>
                  <a:lnTo>
                    <a:pt x="1944067" y="1267124"/>
                  </a:lnTo>
                  <a:lnTo>
                    <a:pt x="1948233" y="1261096"/>
                  </a:lnTo>
                  <a:lnTo>
                    <a:pt x="1943289" y="1256964"/>
                  </a:lnTo>
                  <a:lnTo>
                    <a:pt x="1933975" y="1256964"/>
                  </a:lnTo>
                  <a:lnTo>
                    <a:pt x="1927168" y="1251613"/>
                  </a:lnTo>
                  <a:lnTo>
                    <a:pt x="1925475" y="1243587"/>
                  </a:lnTo>
                  <a:lnTo>
                    <a:pt x="1918871" y="1247075"/>
                  </a:lnTo>
                  <a:lnTo>
                    <a:pt x="1909795" y="1246025"/>
                  </a:lnTo>
                  <a:lnTo>
                    <a:pt x="1911861" y="1242672"/>
                  </a:lnTo>
                  <a:lnTo>
                    <a:pt x="1903903" y="1239354"/>
                  </a:lnTo>
                  <a:lnTo>
                    <a:pt x="1900618" y="1230447"/>
                  </a:lnTo>
                  <a:lnTo>
                    <a:pt x="1874338" y="1219610"/>
                  </a:lnTo>
                  <a:lnTo>
                    <a:pt x="1846906" y="1208333"/>
                  </a:lnTo>
                  <a:lnTo>
                    <a:pt x="1813786" y="1195227"/>
                  </a:lnTo>
                  <a:lnTo>
                    <a:pt x="1782020" y="1182933"/>
                  </a:lnTo>
                  <a:lnTo>
                    <a:pt x="1751710" y="1192517"/>
                  </a:lnTo>
                  <a:lnTo>
                    <a:pt x="1740636" y="1192856"/>
                  </a:lnTo>
                  <a:lnTo>
                    <a:pt x="1698980" y="1184051"/>
                  </a:lnTo>
                  <a:lnTo>
                    <a:pt x="1671549" y="1188453"/>
                  </a:lnTo>
                  <a:lnTo>
                    <a:pt x="1638699" y="1177955"/>
                  </a:lnTo>
                  <a:lnTo>
                    <a:pt x="1604122" y="1172570"/>
                  </a:lnTo>
                  <a:lnTo>
                    <a:pt x="1580484" y="1170471"/>
                  </a:lnTo>
                  <a:lnTo>
                    <a:pt x="1569952" y="1164747"/>
                  </a:lnTo>
                  <a:lnTo>
                    <a:pt x="1563924" y="1146155"/>
                  </a:lnTo>
                  <a:lnTo>
                    <a:pt x="1552477" y="1146324"/>
                  </a:lnTo>
                  <a:lnTo>
                    <a:pt x="1552376" y="1159329"/>
                  </a:lnTo>
                  <a:lnTo>
                    <a:pt x="1482273" y="1159295"/>
                  </a:lnTo>
                  <a:lnTo>
                    <a:pt x="1366418" y="1159329"/>
                  </a:lnTo>
                  <a:lnTo>
                    <a:pt x="1251342" y="1159329"/>
                  </a:lnTo>
                  <a:lnTo>
                    <a:pt x="1149677" y="1159329"/>
                  </a:lnTo>
                  <a:lnTo>
                    <a:pt x="1048079" y="1159329"/>
                  </a:lnTo>
                  <a:lnTo>
                    <a:pt x="948175" y="1159329"/>
                  </a:lnTo>
                  <a:lnTo>
                    <a:pt x="844952" y="1159329"/>
                  </a:lnTo>
                  <a:lnTo>
                    <a:pt x="811662" y="1159329"/>
                  </a:lnTo>
                  <a:lnTo>
                    <a:pt x="711115" y="1159329"/>
                  </a:lnTo>
                  <a:lnTo>
                    <a:pt x="614936" y="1159329"/>
                  </a:lnTo>
                  <a:close/>
                  <a:moveTo>
                    <a:pt x="1930487" y="703732"/>
                  </a:moveTo>
                  <a:lnTo>
                    <a:pt x="1955683" y="688120"/>
                  </a:lnTo>
                  <a:lnTo>
                    <a:pt x="2002181" y="688424"/>
                  </a:lnTo>
                  <a:lnTo>
                    <a:pt x="2001470" y="694994"/>
                  </a:lnTo>
                  <a:lnTo>
                    <a:pt x="1961813" y="713688"/>
                  </a:lnTo>
                  <a:lnTo>
                    <a:pt x="1937904" y="712909"/>
                  </a:lnTo>
                  <a:lnTo>
                    <a:pt x="1930487" y="703732"/>
                  </a:lnTo>
                  <a:close/>
                  <a:moveTo>
                    <a:pt x="2073333" y="353221"/>
                  </a:moveTo>
                  <a:lnTo>
                    <a:pt x="2036081" y="335272"/>
                  </a:lnTo>
                  <a:lnTo>
                    <a:pt x="2037503" y="323080"/>
                  </a:lnTo>
                  <a:lnTo>
                    <a:pt x="2053793" y="320811"/>
                  </a:lnTo>
                  <a:lnTo>
                    <a:pt x="2131312" y="324468"/>
                  </a:lnTo>
                  <a:lnTo>
                    <a:pt x="2189696" y="343061"/>
                  </a:lnTo>
                  <a:lnTo>
                    <a:pt x="2192710" y="352442"/>
                  </a:lnTo>
                  <a:lnTo>
                    <a:pt x="2156711" y="351426"/>
                  </a:lnTo>
                  <a:lnTo>
                    <a:pt x="2120204" y="350714"/>
                  </a:lnTo>
                  <a:lnTo>
                    <a:pt x="2083154" y="355286"/>
                  </a:lnTo>
                  <a:lnTo>
                    <a:pt x="2073333" y="353221"/>
                  </a:lnTo>
                  <a:close/>
                  <a:moveTo>
                    <a:pt x="2055080" y="716161"/>
                  </a:moveTo>
                  <a:lnTo>
                    <a:pt x="2068152" y="706001"/>
                  </a:lnTo>
                  <a:lnTo>
                    <a:pt x="2082003" y="706746"/>
                  </a:lnTo>
                  <a:lnTo>
                    <a:pt x="2090605" y="713688"/>
                  </a:lnTo>
                  <a:lnTo>
                    <a:pt x="2077330" y="731502"/>
                  </a:lnTo>
                  <a:lnTo>
                    <a:pt x="2062361" y="728623"/>
                  </a:lnTo>
                  <a:lnTo>
                    <a:pt x="2053488" y="718531"/>
                  </a:lnTo>
                  <a:lnTo>
                    <a:pt x="2055080" y="716161"/>
                  </a:lnTo>
                  <a:close/>
                  <a:moveTo>
                    <a:pt x="1604732" y="279495"/>
                  </a:moveTo>
                  <a:lnTo>
                    <a:pt x="1586309" y="292635"/>
                  </a:lnTo>
                  <a:lnTo>
                    <a:pt x="1537136" y="290095"/>
                  </a:lnTo>
                  <a:lnTo>
                    <a:pt x="1496090" y="281256"/>
                  </a:lnTo>
                  <a:lnTo>
                    <a:pt x="1514107" y="266016"/>
                  </a:lnTo>
                  <a:lnTo>
                    <a:pt x="1562806" y="256906"/>
                  </a:lnTo>
                  <a:lnTo>
                    <a:pt x="1592371" y="268793"/>
                  </a:lnTo>
                  <a:lnTo>
                    <a:pt x="1604732" y="279495"/>
                  </a:lnTo>
                  <a:close/>
                  <a:moveTo>
                    <a:pt x="1597045" y="193475"/>
                  </a:moveTo>
                  <a:lnTo>
                    <a:pt x="1581602" y="194458"/>
                  </a:lnTo>
                  <a:lnTo>
                    <a:pt x="1518137" y="192290"/>
                  </a:lnTo>
                  <a:lnTo>
                    <a:pt x="1509129" y="182808"/>
                  </a:lnTo>
                  <a:lnTo>
                    <a:pt x="1577301" y="183316"/>
                  </a:lnTo>
                  <a:lnTo>
                    <a:pt x="1601074" y="189615"/>
                  </a:lnTo>
                  <a:lnTo>
                    <a:pt x="1597045" y="193475"/>
                  </a:lnTo>
                  <a:close/>
                  <a:moveTo>
                    <a:pt x="1498359" y="151279"/>
                  </a:moveTo>
                  <a:lnTo>
                    <a:pt x="1538829" y="163064"/>
                  </a:lnTo>
                  <a:lnTo>
                    <a:pt x="1529651" y="175289"/>
                  </a:lnTo>
                  <a:lnTo>
                    <a:pt x="1479530" y="182266"/>
                  </a:lnTo>
                  <a:lnTo>
                    <a:pt x="1451963" y="174409"/>
                  </a:lnTo>
                  <a:lnTo>
                    <a:pt x="1437435" y="161709"/>
                  </a:lnTo>
                  <a:lnTo>
                    <a:pt x="1434759" y="147689"/>
                  </a:lnTo>
                  <a:lnTo>
                    <a:pt x="1478616" y="149043"/>
                  </a:lnTo>
                  <a:lnTo>
                    <a:pt x="1498359" y="151279"/>
                  </a:lnTo>
                  <a:close/>
                  <a:moveTo>
                    <a:pt x="1789741" y="299408"/>
                  </a:moveTo>
                  <a:lnTo>
                    <a:pt x="1735048" y="295208"/>
                  </a:lnTo>
                  <a:lnTo>
                    <a:pt x="1645066" y="284304"/>
                  </a:lnTo>
                  <a:lnTo>
                    <a:pt x="1633349" y="265711"/>
                  </a:lnTo>
                  <a:lnTo>
                    <a:pt x="1629217" y="248914"/>
                  </a:lnTo>
                  <a:lnTo>
                    <a:pt x="1595216" y="234148"/>
                  </a:lnTo>
                  <a:lnTo>
                    <a:pt x="1525181" y="230017"/>
                  </a:lnTo>
                  <a:lnTo>
                    <a:pt x="1485931" y="219518"/>
                  </a:lnTo>
                  <a:lnTo>
                    <a:pt x="1498664" y="205633"/>
                  </a:lnTo>
                  <a:lnTo>
                    <a:pt x="1568462" y="207767"/>
                  </a:lnTo>
                  <a:lnTo>
                    <a:pt x="1606053" y="218672"/>
                  </a:lnTo>
                  <a:lnTo>
                    <a:pt x="1672734" y="218570"/>
                  </a:lnTo>
                  <a:lnTo>
                    <a:pt x="1701961" y="229712"/>
                  </a:lnTo>
                  <a:lnTo>
                    <a:pt x="1694239" y="242445"/>
                  </a:lnTo>
                  <a:lnTo>
                    <a:pt x="1733117" y="250099"/>
                  </a:lnTo>
                  <a:lnTo>
                    <a:pt x="1754622" y="258159"/>
                  </a:lnTo>
                  <a:lnTo>
                    <a:pt x="1800307" y="259649"/>
                  </a:lnTo>
                  <a:lnTo>
                    <a:pt x="1849717" y="262494"/>
                  </a:lnTo>
                  <a:lnTo>
                    <a:pt x="1903530" y="255145"/>
                  </a:lnTo>
                  <a:lnTo>
                    <a:pt x="1972515" y="252266"/>
                  </a:lnTo>
                  <a:lnTo>
                    <a:pt x="2027513" y="254637"/>
                  </a:lnTo>
                  <a:lnTo>
                    <a:pt x="2063783" y="267405"/>
                  </a:lnTo>
                  <a:lnTo>
                    <a:pt x="2071369" y="281425"/>
                  </a:lnTo>
                  <a:lnTo>
                    <a:pt x="2050237" y="290433"/>
                  </a:lnTo>
                  <a:lnTo>
                    <a:pt x="1999743" y="297714"/>
                  </a:lnTo>
                  <a:lnTo>
                    <a:pt x="1956395" y="293583"/>
                  </a:lnTo>
                  <a:lnTo>
                    <a:pt x="1859267" y="298798"/>
                  </a:lnTo>
                  <a:lnTo>
                    <a:pt x="1789741" y="299408"/>
                  </a:lnTo>
                  <a:close/>
                  <a:moveTo>
                    <a:pt x="1006966" y="172038"/>
                  </a:moveTo>
                  <a:lnTo>
                    <a:pt x="1054717" y="177355"/>
                  </a:lnTo>
                  <a:lnTo>
                    <a:pt x="1043440" y="187481"/>
                  </a:lnTo>
                  <a:lnTo>
                    <a:pt x="980314" y="197235"/>
                  </a:lnTo>
                  <a:lnTo>
                    <a:pt x="930091" y="186296"/>
                  </a:lnTo>
                  <a:lnTo>
                    <a:pt x="957488" y="175493"/>
                  </a:lnTo>
                  <a:lnTo>
                    <a:pt x="1006966" y="172038"/>
                  </a:lnTo>
                  <a:close/>
                  <a:moveTo>
                    <a:pt x="1017126" y="149992"/>
                  </a:moveTo>
                  <a:lnTo>
                    <a:pt x="1061185" y="156833"/>
                  </a:lnTo>
                  <a:lnTo>
                    <a:pt x="1019937" y="163436"/>
                  </a:lnTo>
                  <a:lnTo>
                    <a:pt x="963686" y="163403"/>
                  </a:lnTo>
                  <a:lnTo>
                    <a:pt x="964228" y="158560"/>
                  </a:lnTo>
                  <a:lnTo>
                    <a:pt x="998974" y="148434"/>
                  </a:lnTo>
                  <a:lnTo>
                    <a:pt x="1017126" y="149992"/>
                  </a:lnTo>
                  <a:close/>
                  <a:moveTo>
                    <a:pt x="2892073" y="1080862"/>
                  </a:moveTo>
                  <a:lnTo>
                    <a:pt x="2873989" y="1102197"/>
                  </a:lnTo>
                  <a:lnTo>
                    <a:pt x="2851570" y="1131830"/>
                  </a:lnTo>
                  <a:lnTo>
                    <a:pt x="2873684" y="1120383"/>
                  </a:lnTo>
                  <a:lnTo>
                    <a:pt x="2896442" y="1127630"/>
                  </a:lnTo>
                  <a:lnTo>
                    <a:pt x="2884555" y="1139449"/>
                  </a:lnTo>
                  <a:lnTo>
                    <a:pt x="2914594" y="1148729"/>
                  </a:lnTo>
                  <a:lnTo>
                    <a:pt x="2930206" y="1140466"/>
                  </a:lnTo>
                  <a:lnTo>
                    <a:pt x="2963971" y="1150896"/>
                  </a:lnTo>
                  <a:lnTo>
                    <a:pt x="2953506" y="1175686"/>
                  </a:lnTo>
                  <a:lnTo>
                    <a:pt x="2977212" y="1169895"/>
                  </a:lnTo>
                  <a:lnTo>
                    <a:pt x="2981513" y="1187878"/>
                  </a:lnTo>
                  <a:lnTo>
                    <a:pt x="2992045" y="1208908"/>
                  </a:lnTo>
                  <a:lnTo>
                    <a:pt x="2977788" y="1238744"/>
                  </a:lnTo>
                  <a:lnTo>
                    <a:pt x="2962480" y="1239997"/>
                  </a:lnTo>
                  <a:lnTo>
                    <a:pt x="2940197" y="1233597"/>
                  </a:lnTo>
                  <a:lnTo>
                    <a:pt x="2947546" y="1205894"/>
                  </a:lnTo>
                  <a:lnTo>
                    <a:pt x="2938131" y="1201593"/>
                  </a:lnTo>
                  <a:lnTo>
                    <a:pt x="2898813" y="1230955"/>
                  </a:lnTo>
                  <a:lnTo>
                    <a:pt x="2878629" y="1229770"/>
                  </a:lnTo>
                  <a:lnTo>
                    <a:pt x="2902538" y="1213853"/>
                  </a:lnTo>
                  <a:lnTo>
                    <a:pt x="2870027" y="1205623"/>
                  </a:lnTo>
                  <a:lnTo>
                    <a:pt x="2833655" y="1207655"/>
                  </a:lnTo>
                  <a:lnTo>
                    <a:pt x="2767921" y="1206639"/>
                  </a:lnTo>
                  <a:lnTo>
                    <a:pt x="2762740" y="1196615"/>
                  </a:lnTo>
                  <a:lnTo>
                    <a:pt x="2783804" y="1184660"/>
                  </a:lnTo>
                  <a:lnTo>
                    <a:pt x="2769073" y="1175483"/>
                  </a:lnTo>
                  <a:lnTo>
                    <a:pt x="2797520" y="1155062"/>
                  </a:lnTo>
                  <a:lnTo>
                    <a:pt x="2832503" y="1101147"/>
                  </a:lnTo>
                  <a:lnTo>
                    <a:pt x="2853500" y="1081878"/>
                  </a:lnTo>
                  <a:lnTo>
                    <a:pt x="2882896" y="1070194"/>
                  </a:lnTo>
                  <a:lnTo>
                    <a:pt x="2898610" y="1071684"/>
                  </a:lnTo>
                  <a:lnTo>
                    <a:pt x="2892073" y="1080862"/>
                  </a:lnTo>
                  <a:close/>
                  <a:moveTo>
                    <a:pt x="1934246" y="613750"/>
                  </a:moveTo>
                  <a:lnTo>
                    <a:pt x="1971329" y="625366"/>
                  </a:lnTo>
                  <a:lnTo>
                    <a:pt x="2010140" y="635932"/>
                  </a:lnTo>
                  <a:lnTo>
                    <a:pt x="2013154" y="652019"/>
                  </a:lnTo>
                  <a:lnTo>
                    <a:pt x="2038079" y="649411"/>
                  </a:lnTo>
                  <a:lnTo>
                    <a:pt x="2062259" y="660621"/>
                  </a:lnTo>
                  <a:lnTo>
                    <a:pt x="2032186" y="671288"/>
                  </a:lnTo>
                  <a:lnTo>
                    <a:pt x="1979491" y="663127"/>
                  </a:lnTo>
                  <a:lnTo>
                    <a:pt x="1960458" y="647887"/>
                  </a:lnTo>
                  <a:lnTo>
                    <a:pt x="1926898" y="665904"/>
                  </a:lnTo>
                  <a:lnTo>
                    <a:pt x="1878706" y="683446"/>
                  </a:lnTo>
                  <a:lnTo>
                    <a:pt x="1867057" y="663635"/>
                  </a:lnTo>
                  <a:lnTo>
                    <a:pt x="1821168" y="666886"/>
                  </a:lnTo>
                  <a:lnTo>
                    <a:pt x="1850598" y="650122"/>
                  </a:lnTo>
                  <a:lnTo>
                    <a:pt x="1854933" y="623470"/>
                  </a:lnTo>
                  <a:lnTo>
                    <a:pt x="1866481" y="592449"/>
                  </a:lnTo>
                  <a:lnTo>
                    <a:pt x="1890966" y="595226"/>
                  </a:lnTo>
                  <a:lnTo>
                    <a:pt x="1897231" y="610093"/>
                  </a:lnTo>
                  <a:lnTo>
                    <a:pt x="1914570" y="604877"/>
                  </a:lnTo>
                  <a:lnTo>
                    <a:pt x="1934246" y="613750"/>
                  </a:lnTo>
                  <a:close/>
                  <a:moveTo>
                    <a:pt x="2107368" y="368494"/>
                  </a:moveTo>
                  <a:lnTo>
                    <a:pt x="2139406" y="355015"/>
                  </a:lnTo>
                  <a:lnTo>
                    <a:pt x="2214554" y="372152"/>
                  </a:lnTo>
                  <a:lnTo>
                    <a:pt x="2261187" y="388306"/>
                  </a:lnTo>
                  <a:lnTo>
                    <a:pt x="2265590" y="403071"/>
                  </a:lnTo>
                  <a:lnTo>
                    <a:pt x="2328479" y="395417"/>
                  </a:lnTo>
                  <a:lnTo>
                    <a:pt x="2363767" y="416990"/>
                  </a:lnTo>
                  <a:lnTo>
                    <a:pt x="2445519" y="430367"/>
                  </a:lnTo>
                  <a:lnTo>
                    <a:pt x="2475016" y="444015"/>
                  </a:lnTo>
                  <a:lnTo>
                    <a:pt x="2507053" y="475713"/>
                  </a:lnTo>
                  <a:lnTo>
                    <a:pt x="2444875" y="491495"/>
                  </a:lnTo>
                  <a:lnTo>
                    <a:pt x="2524629" y="513609"/>
                  </a:lnTo>
                  <a:lnTo>
                    <a:pt x="2578408" y="521026"/>
                  </a:lnTo>
                  <a:lnTo>
                    <a:pt x="2627073" y="552182"/>
                  </a:lnTo>
                  <a:lnTo>
                    <a:pt x="2680344" y="554417"/>
                  </a:lnTo>
                  <a:lnTo>
                    <a:pt x="2669812" y="578191"/>
                  </a:lnTo>
                  <a:lnTo>
                    <a:pt x="2610378" y="617509"/>
                  </a:lnTo>
                  <a:lnTo>
                    <a:pt x="2568689" y="603049"/>
                  </a:lnTo>
                  <a:lnTo>
                    <a:pt x="2515452" y="570470"/>
                  </a:lnTo>
                  <a:lnTo>
                    <a:pt x="2471629" y="574703"/>
                  </a:lnTo>
                  <a:lnTo>
                    <a:pt x="2467362" y="594108"/>
                  </a:lnTo>
                  <a:lnTo>
                    <a:pt x="2502955" y="613818"/>
                  </a:lnTo>
                  <a:lnTo>
                    <a:pt x="2548945" y="629396"/>
                  </a:lnTo>
                  <a:lnTo>
                    <a:pt x="2562898" y="638371"/>
                  </a:lnTo>
                  <a:lnTo>
                    <a:pt x="2584944" y="671898"/>
                  </a:lnTo>
                  <a:lnTo>
                    <a:pt x="2573261" y="696247"/>
                  </a:lnTo>
                  <a:lnTo>
                    <a:pt x="2530556" y="687070"/>
                  </a:lnTo>
                  <a:lnTo>
                    <a:pt x="2445620" y="659943"/>
                  </a:lnTo>
                  <a:lnTo>
                    <a:pt x="2493473" y="689136"/>
                  </a:lnTo>
                  <a:lnTo>
                    <a:pt x="2528761" y="709591"/>
                  </a:lnTo>
                  <a:lnTo>
                    <a:pt x="2534247" y="721410"/>
                  </a:lnTo>
                  <a:lnTo>
                    <a:pt x="2442437" y="707897"/>
                  </a:lnTo>
                  <a:lnTo>
                    <a:pt x="2369761" y="688221"/>
                  </a:lnTo>
                  <a:lnTo>
                    <a:pt x="2328715" y="671729"/>
                  </a:lnTo>
                  <a:lnTo>
                    <a:pt x="2340535" y="662178"/>
                  </a:lnTo>
                  <a:lnTo>
                    <a:pt x="2290007" y="644771"/>
                  </a:lnTo>
                  <a:lnTo>
                    <a:pt x="2240698" y="628346"/>
                  </a:lnTo>
                  <a:lnTo>
                    <a:pt x="2241206" y="638168"/>
                  </a:lnTo>
                  <a:lnTo>
                    <a:pt x="2143300" y="643552"/>
                  </a:lnTo>
                  <a:lnTo>
                    <a:pt x="2114650" y="631936"/>
                  </a:lnTo>
                  <a:lnTo>
                    <a:pt x="2136967" y="607011"/>
                  </a:lnTo>
                  <a:lnTo>
                    <a:pt x="2200601" y="606401"/>
                  </a:lnTo>
                  <a:lnTo>
                    <a:pt x="2270297" y="602067"/>
                  </a:lnTo>
                  <a:lnTo>
                    <a:pt x="2258986" y="589977"/>
                  </a:lnTo>
                  <a:lnTo>
                    <a:pt x="2270805" y="573077"/>
                  </a:lnTo>
                  <a:lnTo>
                    <a:pt x="2314627" y="540092"/>
                  </a:lnTo>
                  <a:lnTo>
                    <a:pt x="2305314" y="525123"/>
                  </a:lnTo>
                  <a:lnTo>
                    <a:pt x="2292242" y="513541"/>
                  </a:lnTo>
                  <a:lnTo>
                    <a:pt x="2240393" y="497083"/>
                  </a:lnTo>
                  <a:lnTo>
                    <a:pt x="2171781" y="485568"/>
                  </a:lnTo>
                  <a:lnTo>
                    <a:pt x="2193456" y="477000"/>
                  </a:lnTo>
                  <a:lnTo>
                    <a:pt x="2157625" y="455936"/>
                  </a:lnTo>
                  <a:lnTo>
                    <a:pt x="2127756" y="454039"/>
                  </a:lnTo>
                  <a:lnTo>
                    <a:pt x="2101069" y="442491"/>
                  </a:lnTo>
                  <a:lnTo>
                    <a:pt x="2082951" y="452481"/>
                  </a:lnTo>
                  <a:lnTo>
                    <a:pt x="2021552" y="456850"/>
                  </a:lnTo>
                  <a:lnTo>
                    <a:pt x="1898281" y="449264"/>
                  </a:lnTo>
                  <a:lnTo>
                    <a:pt x="1826655" y="439341"/>
                  </a:lnTo>
                  <a:lnTo>
                    <a:pt x="1771724" y="434228"/>
                  </a:lnTo>
                  <a:lnTo>
                    <a:pt x="1743582" y="422341"/>
                  </a:lnTo>
                  <a:lnTo>
                    <a:pt x="1778972" y="406898"/>
                  </a:lnTo>
                  <a:lnTo>
                    <a:pt x="1730882" y="406729"/>
                  </a:lnTo>
                  <a:lnTo>
                    <a:pt x="1720147" y="372456"/>
                  </a:lnTo>
                  <a:lnTo>
                    <a:pt x="1746156" y="342180"/>
                  </a:lnTo>
                  <a:lnTo>
                    <a:pt x="1781004" y="328329"/>
                  </a:lnTo>
                  <a:lnTo>
                    <a:pt x="1868445" y="319321"/>
                  </a:lnTo>
                  <a:lnTo>
                    <a:pt x="1843520" y="341232"/>
                  </a:lnTo>
                  <a:lnTo>
                    <a:pt x="1870206" y="362330"/>
                  </a:lnTo>
                  <a:lnTo>
                    <a:pt x="1901498" y="335035"/>
                  </a:lnTo>
                  <a:lnTo>
                    <a:pt x="1987314" y="321116"/>
                  </a:lnTo>
                  <a:lnTo>
                    <a:pt x="2045428" y="356133"/>
                  </a:lnTo>
                  <a:lnTo>
                    <a:pt x="2040382" y="378315"/>
                  </a:lnTo>
                  <a:lnTo>
                    <a:pt x="2107368" y="368494"/>
                  </a:lnTo>
                  <a:close/>
                  <a:moveTo>
                    <a:pt x="1574558" y="308111"/>
                  </a:moveTo>
                  <a:lnTo>
                    <a:pt x="1645134" y="309297"/>
                  </a:lnTo>
                  <a:lnTo>
                    <a:pt x="1709818" y="317526"/>
                  </a:lnTo>
                  <a:lnTo>
                    <a:pt x="1659222" y="347700"/>
                  </a:lnTo>
                  <a:lnTo>
                    <a:pt x="1618854" y="354270"/>
                  </a:lnTo>
                  <a:lnTo>
                    <a:pt x="1582516" y="379568"/>
                  </a:lnTo>
                  <a:lnTo>
                    <a:pt x="1543875" y="378315"/>
                  </a:lnTo>
                  <a:lnTo>
                    <a:pt x="1522743" y="348581"/>
                  </a:lnTo>
                  <a:lnTo>
                    <a:pt x="1523285" y="331750"/>
                  </a:lnTo>
                  <a:lnTo>
                    <a:pt x="1540963" y="317357"/>
                  </a:lnTo>
                  <a:lnTo>
                    <a:pt x="1574558" y="308111"/>
                  </a:lnTo>
                  <a:close/>
                  <a:moveTo>
                    <a:pt x="614428" y="240989"/>
                  </a:moveTo>
                  <a:lnTo>
                    <a:pt x="614428" y="240989"/>
                  </a:lnTo>
                  <a:lnTo>
                    <a:pt x="671898" y="215658"/>
                  </a:lnTo>
                  <a:lnTo>
                    <a:pt x="741458" y="193746"/>
                  </a:lnTo>
                  <a:lnTo>
                    <a:pt x="793408" y="194220"/>
                  </a:lnTo>
                  <a:lnTo>
                    <a:pt x="839838" y="189242"/>
                  </a:lnTo>
                  <a:lnTo>
                    <a:pt x="835199" y="215251"/>
                  </a:lnTo>
                  <a:lnTo>
                    <a:pt x="809122" y="227003"/>
                  </a:lnTo>
                  <a:lnTo>
                    <a:pt x="777492" y="228662"/>
                  </a:lnTo>
                  <a:lnTo>
                    <a:pt x="714535" y="243157"/>
                  </a:lnTo>
                  <a:lnTo>
                    <a:pt x="660316" y="248338"/>
                  </a:lnTo>
                  <a:lnTo>
                    <a:pt x="614428" y="240989"/>
                  </a:lnTo>
                  <a:close/>
                  <a:moveTo>
                    <a:pt x="280680" y="988645"/>
                  </a:moveTo>
                  <a:lnTo>
                    <a:pt x="313191" y="985936"/>
                  </a:lnTo>
                  <a:lnTo>
                    <a:pt x="303065" y="1024373"/>
                  </a:lnTo>
                  <a:lnTo>
                    <a:pt x="332529" y="1051635"/>
                  </a:lnTo>
                  <a:lnTo>
                    <a:pt x="319016" y="1051568"/>
                  </a:lnTo>
                  <a:lnTo>
                    <a:pt x="298629" y="1036057"/>
                  </a:lnTo>
                  <a:lnTo>
                    <a:pt x="286099" y="1020479"/>
                  </a:lnTo>
                  <a:lnTo>
                    <a:pt x="268996" y="1009947"/>
                  </a:lnTo>
                  <a:lnTo>
                    <a:pt x="262731" y="995046"/>
                  </a:lnTo>
                  <a:lnTo>
                    <a:pt x="264763" y="984242"/>
                  </a:lnTo>
                  <a:lnTo>
                    <a:pt x="280680" y="988645"/>
                  </a:lnTo>
                  <a:close/>
                  <a:moveTo>
                    <a:pt x="1202440" y="133127"/>
                  </a:moveTo>
                  <a:lnTo>
                    <a:pt x="1268919" y="137766"/>
                  </a:lnTo>
                  <a:lnTo>
                    <a:pt x="1360492" y="150127"/>
                  </a:lnTo>
                  <a:lnTo>
                    <a:pt x="1386399" y="166213"/>
                  </a:lnTo>
                  <a:lnTo>
                    <a:pt x="1399573" y="180336"/>
                  </a:lnTo>
                  <a:lnTo>
                    <a:pt x="1344270" y="176576"/>
                  </a:lnTo>
                  <a:lnTo>
                    <a:pt x="1288527" y="165604"/>
                  </a:lnTo>
                  <a:lnTo>
                    <a:pt x="1213141" y="164351"/>
                  </a:lnTo>
                  <a:lnTo>
                    <a:pt x="1245856" y="154293"/>
                  </a:lnTo>
                  <a:lnTo>
                    <a:pt x="1204878" y="146131"/>
                  </a:lnTo>
                  <a:lnTo>
                    <a:pt x="1202440" y="133127"/>
                  </a:lnTo>
                  <a:close/>
                  <a:moveTo>
                    <a:pt x="592246" y="1175923"/>
                  </a:moveTo>
                  <a:lnTo>
                    <a:pt x="575211" y="1180630"/>
                  </a:lnTo>
                  <a:lnTo>
                    <a:pt x="519603" y="1165255"/>
                  </a:lnTo>
                  <a:lnTo>
                    <a:pt x="509444" y="1153233"/>
                  </a:lnTo>
                  <a:lnTo>
                    <a:pt x="479134" y="1141380"/>
                  </a:lnTo>
                  <a:lnTo>
                    <a:pt x="473038" y="1131728"/>
                  </a:lnTo>
                  <a:lnTo>
                    <a:pt x="438190" y="1125632"/>
                  </a:lnTo>
                  <a:lnTo>
                    <a:pt x="425118" y="1107209"/>
                  </a:lnTo>
                  <a:lnTo>
                    <a:pt x="428064" y="1099352"/>
                  </a:lnTo>
                  <a:lnTo>
                    <a:pt x="463589" y="1106735"/>
                  </a:lnTo>
                  <a:lnTo>
                    <a:pt x="484383" y="1111883"/>
                  </a:lnTo>
                  <a:lnTo>
                    <a:pt x="516217" y="1115473"/>
                  </a:lnTo>
                  <a:lnTo>
                    <a:pt x="527731" y="1127156"/>
                  </a:lnTo>
                  <a:lnTo>
                    <a:pt x="544461" y="1143243"/>
                  </a:lnTo>
                  <a:lnTo>
                    <a:pt x="578259" y="1157229"/>
                  </a:lnTo>
                  <a:lnTo>
                    <a:pt x="592246" y="1175923"/>
                  </a:lnTo>
                  <a:close/>
                  <a:moveTo>
                    <a:pt x="659029" y="297477"/>
                  </a:moveTo>
                  <a:lnTo>
                    <a:pt x="707389" y="304521"/>
                  </a:lnTo>
                  <a:lnTo>
                    <a:pt x="793883" y="306384"/>
                  </a:lnTo>
                  <a:lnTo>
                    <a:pt x="826800" y="316205"/>
                  </a:lnTo>
                  <a:lnTo>
                    <a:pt x="863138" y="330463"/>
                  </a:lnTo>
                  <a:lnTo>
                    <a:pt x="820569" y="338997"/>
                  </a:lnTo>
                  <a:lnTo>
                    <a:pt x="737530" y="362805"/>
                  </a:lnTo>
                  <a:lnTo>
                    <a:pt x="695536" y="386511"/>
                  </a:lnTo>
                  <a:lnTo>
                    <a:pt x="695536" y="401276"/>
                  </a:lnTo>
                  <a:lnTo>
                    <a:pt x="606401" y="417599"/>
                  </a:lnTo>
                  <a:lnTo>
                    <a:pt x="588520" y="402766"/>
                  </a:lnTo>
                  <a:lnTo>
                    <a:pt x="510324" y="384851"/>
                  </a:lnTo>
                  <a:lnTo>
                    <a:pt x="524853" y="370526"/>
                  </a:lnTo>
                  <a:lnTo>
                    <a:pt x="548322" y="345770"/>
                  </a:lnTo>
                  <a:lnTo>
                    <a:pt x="577683" y="323520"/>
                  </a:lnTo>
                  <a:lnTo>
                    <a:pt x="544562" y="302760"/>
                  </a:lnTo>
                  <a:lnTo>
                    <a:pt x="659029" y="297477"/>
                  </a:lnTo>
                  <a:close/>
                  <a:moveTo>
                    <a:pt x="1123634" y="250167"/>
                  </a:moveTo>
                  <a:lnTo>
                    <a:pt x="1153775" y="244511"/>
                  </a:lnTo>
                  <a:lnTo>
                    <a:pt x="1189266" y="246001"/>
                  </a:lnTo>
                  <a:lnTo>
                    <a:pt x="1195226" y="262562"/>
                  </a:lnTo>
                  <a:lnTo>
                    <a:pt x="1174636" y="278648"/>
                  </a:lnTo>
                  <a:lnTo>
                    <a:pt x="1059933" y="283897"/>
                  </a:lnTo>
                  <a:lnTo>
                    <a:pt x="974489" y="298561"/>
                  </a:lnTo>
                  <a:lnTo>
                    <a:pt x="922979" y="299340"/>
                  </a:lnTo>
                  <a:lnTo>
                    <a:pt x="918678" y="288300"/>
                  </a:lnTo>
                  <a:lnTo>
                    <a:pt x="989018" y="273331"/>
                  </a:lnTo>
                  <a:lnTo>
                    <a:pt x="836012" y="277361"/>
                  </a:lnTo>
                  <a:lnTo>
                    <a:pt x="788667" y="271299"/>
                  </a:lnTo>
                  <a:lnTo>
                    <a:pt x="834860" y="238212"/>
                  </a:lnTo>
                  <a:lnTo>
                    <a:pt x="866728" y="228730"/>
                  </a:lnTo>
                  <a:lnTo>
                    <a:pt x="962026" y="240176"/>
                  </a:lnTo>
                  <a:lnTo>
                    <a:pt x="1022206" y="260225"/>
                  </a:lnTo>
                  <a:lnTo>
                    <a:pt x="1081370" y="262799"/>
                  </a:lnTo>
                  <a:lnTo>
                    <a:pt x="1032941" y="230389"/>
                  </a:lnTo>
                  <a:lnTo>
                    <a:pt x="1063963" y="218062"/>
                  </a:lnTo>
                  <a:lnTo>
                    <a:pt x="1098912" y="221990"/>
                  </a:lnTo>
                  <a:lnTo>
                    <a:pt x="1110359" y="238111"/>
                  </a:lnTo>
                  <a:lnTo>
                    <a:pt x="1123634" y="250167"/>
                  </a:lnTo>
                  <a:close/>
                  <a:moveTo>
                    <a:pt x="1167524" y="343975"/>
                  </a:moveTo>
                  <a:lnTo>
                    <a:pt x="1205488" y="357623"/>
                  </a:lnTo>
                  <a:lnTo>
                    <a:pt x="1226722" y="390642"/>
                  </a:lnTo>
                  <a:lnTo>
                    <a:pt x="1237220" y="414518"/>
                  </a:lnTo>
                  <a:lnTo>
                    <a:pt x="1294115" y="431281"/>
                  </a:lnTo>
                  <a:lnTo>
                    <a:pt x="1355209" y="447334"/>
                  </a:lnTo>
                  <a:lnTo>
                    <a:pt x="1351551" y="462235"/>
                  </a:lnTo>
                  <a:lnTo>
                    <a:pt x="1295943" y="464944"/>
                  </a:lnTo>
                  <a:lnTo>
                    <a:pt x="1317550" y="477948"/>
                  </a:lnTo>
                  <a:lnTo>
                    <a:pt x="1306137" y="490377"/>
                  </a:lnTo>
                  <a:lnTo>
                    <a:pt x="1244840" y="485060"/>
                  </a:lnTo>
                  <a:lnTo>
                    <a:pt x="1186591" y="475916"/>
                  </a:lnTo>
                  <a:lnTo>
                    <a:pt x="1147205" y="477982"/>
                  </a:lnTo>
                  <a:lnTo>
                    <a:pt x="1083639" y="489463"/>
                  </a:lnTo>
                  <a:lnTo>
                    <a:pt x="997823" y="494543"/>
                  </a:lnTo>
                  <a:lnTo>
                    <a:pt x="937575" y="497726"/>
                  </a:lnTo>
                  <a:lnTo>
                    <a:pt x="919220" y="481775"/>
                  </a:lnTo>
                  <a:lnTo>
                    <a:pt x="872993" y="472530"/>
                  </a:lnTo>
                  <a:lnTo>
                    <a:pt x="842920" y="476323"/>
                  </a:lnTo>
                  <a:lnTo>
                    <a:pt x="801198" y="449501"/>
                  </a:lnTo>
                  <a:lnTo>
                    <a:pt x="823718" y="445877"/>
                  </a:lnTo>
                  <a:lnTo>
                    <a:pt x="876007" y="440120"/>
                  </a:lnTo>
                  <a:lnTo>
                    <a:pt x="923758" y="441644"/>
                  </a:lnTo>
                  <a:lnTo>
                    <a:pt x="967953" y="435752"/>
                  </a:lnTo>
                  <a:lnTo>
                    <a:pt x="902456" y="427827"/>
                  </a:lnTo>
                  <a:lnTo>
                    <a:pt x="830085" y="430536"/>
                  </a:lnTo>
                  <a:lnTo>
                    <a:pt x="782063" y="429825"/>
                  </a:lnTo>
                  <a:lnTo>
                    <a:pt x="764216" y="417362"/>
                  </a:lnTo>
                  <a:lnTo>
                    <a:pt x="842751" y="403816"/>
                  </a:lnTo>
                  <a:lnTo>
                    <a:pt x="790496" y="404290"/>
                  </a:lnTo>
                  <a:lnTo>
                    <a:pt x="731366" y="395350"/>
                  </a:lnTo>
                  <a:lnTo>
                    <a:pt x="759780" y="369984"/>
                  </a:lnTo>
                  <a:lnTo>
                    <a:pt x="783384" y="356506"/>
                  </a:lnTo>
                  <a:lnTo>
                    <a:pt x="874043" y="335881"/>
                  </a:lnTo>
                  <a:lnTo>
                    <a:pt x="908654" y="342451"/>
                  </a:lnTo>
                  <a:lnTo>
                    <a:pt x="891755" y="358300"/>
                  </a:lnTo>
                  <a:lnTo>
                    <a:pt x="967106" y="348073"/>
                  </a:lnTo>
                  <a:lnTo>
                    <a:pt x="1014214" y="365175"/>
                  </a:lnTo>
                  <a:lnTo>
                    <a:pt x="1052482" y="347870"/>
                  </a:lnTo>
                  <a:lnTo>
                    <a:pt x="1083401" y="358978"/>
                  </a:lnTo>
                  <a:lnTo>
                    <a:pt x="1111138" y="392234"/>
                  </a:lnTo>
                  <a:lnTo>
                    <a:pt x="1128138" y="378213"/>
                  </a:lnTo>
                  <a:lnTo>
                    <a:pt x="1104093" y="343501"/>
                  </a:lnTo>
                  <a:lnTo>
                    <a:pt x="1133896" y="338557"/>
                  </a:lnTo>
                  <a:lnTo>
                    <a:pt x="1167524" y="343975"/>
                  </a:lnTo>
                  <a:close/>
                  <a:moveTo>
                    <a:pt x="1373598" y="356506"/>
                  </a:moveTo>
                  <a:lnTo>
                    <a:pt x="1336278" y="334357"/>
                  </a:lnTo>
                  <a:lnTo>
                    <a:pt x="1376375" y="317966"/>
                  </a:lnTo>
                  <a:lnTo>
                    <a:pt x="1416743" y="325112"/>
                  </a:lnTo>
                  <a:lnTo>
                    <a:pt x="1477160" y="320811"/>
                  </a:lnTo>
                  <a:lnTo>
                    <a:pt x="1485964" y="330632"/>
                  </a:lnTo>
                  <a:lnTo>
                    <a:pt x="1454334" y="346854"/>
                  </a:lnTo>
                  <a:lnTo>
                    <a:pt x="1505607" y="361450"/>
                  </a:lnTo>
                  <a:lnTo>
                    <a:pt x="1499511" y="391929"/>
                  </a:lnTo>
                  <a:lnTo>
                    <a:pt x="1443971" y="405035"/>
                  </a:lnTo>
                  <a:lnTo>
                    <a:pt x="1411358" y="402224"/>
                  </a:lnTo>
                  <a:lnTo>
                    <a:pt x="1387923" y="389288"/>
                  </a:lnTo>
                  <a:lnTo>
                    <a:pt x="1303766" y="363143"/>
                  </a:lnTo>
                  <a:lnTo>
                    <a:pt x="1304444" y="352306"/>
                  </a:lnTo>
                  <a:lnTo>
                    <a:pt x="1373598" y="356506"/>
                  </a:lnTo>
                  <a:close/>
                  <a:moveTo>
                    <a:pt x="1164917" y="326229"/>
                  </a:moveTo>
                  <a:lnTo>
                    <a:pt x="1210297" y="324875"/>
                  </a:lnTo>
                  <a:lnTo>
                    <a:pt x="1236035" y="332325"/>
                  </a:lnTo>
                  <a:lnTo>
                    <a:pt x="1206233" y="354677"/>
                  </a:lnTo>
                  <a:lnTo>
                    <a:pt x="1153402" y="330971"/>
                  </a:lnTo>
                  <a:lnTo>
                    <a:pt x="1164917" y="326229"/>
                  </a:lnTo>
                  <a:close/>
                  <a:moveTo>
                    <a:pt x="1439230" y="220568"/>
                  </a:moveTo>
                  <a:lnTo>
                    <a:pt x="1465103" y="236248"/>
                  </a:lnTo>
                  <a:lnTo>
                    <a:pt x="1466187" y="253655"/>
                  </a:lnTo>
                  <a:lnTo>
                    <a:pt x="1450744" y="278817"/>
                  </a:lnTo>
                  <a:lnTo>
                    <a:pt x="1394899" y="282305"/>
                  </a:lnTo>
                  <a:lnTo>
                    <a:pt x="1358493" y="276887"/>
                  </a:lnTo>
                  <a:lnTo>
                    <a:pt x="1359205" y="257109"/>
                  </a:lnTo>
                  <a:lnTo>
                    <a:pt x="1303699" y="259717"/>
                  </a:lnTo>
                  <a:lnTo>
                    <a:pt x="1301531" y="233539"/>
                  </a:lnTo>
                  <a:lnTo>
                    <a:pt x="1337971" y="234622"/>
                  </a:lnTo>
                  <a:lnTo>
                    <a:pt x="1389007" y="223074"/>
                  </a:lnTo>
                  <a:lnTo>
                    <a:pt x="1436622" y="225005"/>
                  </a:lnTo>
                  <a:lnTo>
                    <a:pt x="1439230" y="220568"/>
                  </a:lnTo>
                  <a:close/>
                  <a:moveTo>
                    <a:pt x="1523352" y="89101"/>
                  </a:moveTo>
                  <a:lnTo>
                    <a:pt x="1546821" y="78772"/>
                  </a:lnTo>
                  <a:lnTo>
                    <a:pt x="1581534" y="76401"/>
                  </a:lnTo>
                  <a:lnTo>
                    <a:pt x="1566734" y="68646"/>
                  </a:lnTo>
                  <a:lnTo>
                    <a:pt x="1645472" y="66919"/>
                  </a:lnTo>
                  <a:lnTo>
                    <a:pt x="1688719" y="85003"/>
                  </a:lnTo>
                  <a:lnTo>
                    <a:pt x="1745715" y="92251"/>
                  </a:lnTo>
                  <a:lnTo>
                    <a:pt x="1801255" y="98651"/>
                  </a:lnTo>
                  <a:lnTo>
                    <a:pt x="1828009" y="121003"/>
                  </a:lnTo>
                  <a:lnTo>
                    <a:pt x="1868851" y="131941"/>
                  </a:lnTo>
                  <a:lnTo>
                    <a:pt x="1822320" y="142033"/>
                  </a:lnTo>
                  <a:lnTo>
                    <a:pt x="1759770" y="167500"/>
                  </a:lnTo>
                  <a:lnTo>
                    <a:pt x="1699861" y="169939"/>
                  </a:lnTo>
                  <a:lnTo>
                    <a:pt x="1629657" y="165604"/>
                  </a:lnTo>
                  <a:lnTo>
                    <a:pt x="1593285" y="151787"/>
                  </a:lnTo>
                  <a:lnTo>
                    <a:pt x="1593793" y="139493"/>
                  </a:lnTo>
                  <a:lnTo>
                    <a:pt x="1620581" y="130485"/>
                  </a:lnTo>
                  <a:lnTo>
                    <a:pt x="1558641" y="130756"/>
                  </a:lnTo>
                  <a:lnTo>
                    <a:pt x="1521321" y="119479"/>
                  </a:lnTo>
                  <a:lnTo>
                    <a:pt x="1499850" y="104137"/>
                  </a:lnTo>
                  <a:lnTo>
                    <a:pt x="1523352" y="89101"/>
                  </a:lnTo>
                  <a:close/>
                  <a:moveTo>
                    <a:pt x="1673344" y="45346"/>
                  </a:moveTo>
                  <a:lnTo>
                    <a:pt x="1723703" y="38878"/>
                  </a:lnTo>
                  <a:lnTo>
                    <a:pt x="1763258" y="37760"/>
                  </a:lnTo>
                  <a:lnTo>
                    <a:pt x="1829703" y="32274"/>
                  </a:lnTo>
                  <a:lnTo>
                    <a:pt x="1879485" y="19676"/>
                  </a:lnTo>
                  <a:lnTo>
                    <a:pt x="1921479" y="21437"/>
                  </a:lnTo>
                  <a:lnTo>
                    <a:pt x="1958054" y="30919"/>
                  </a:lnTo>
                  <a:lnTo>
                    <a:pt x="1983792" y="12632"/>
                  </a:lnTo>
                  <a:lnTo>
                    <a:pt x="2028495" y="7213"/>
                  </a:lnTo>
                  <a:lnTo>
                    <a:pt x="2089216" y="3454"/>
                  </a:lnTo>
                  <a:lnTo>
                    <a:pt x="2192744" y="2066"/>
                  </a:lnTo>
                  <a:lnTo>
                    <a:pt x="2210727" y="5723"/>
                  </a:lnTo>
                  <a:lnTo>
                    <a:pt x="2308498" y="0"/>
                  </a:lnTo>
                  <a:lnTo>
                    <a:pt x="2381851" y="2134"/>
                  </a:lnTo>
                  <a:lnTo>
                    <a:pt x="2455204" y="4301"/>
                  </a:lnTo>
                  <a:lnTo>
                    <a:pt x="2545728" y="6942"/>
                  </a:lnTo>
                  <a:lnTo>
                    <a:pt x="2618438" y="11277"/>
                  </a:lnTo>
                  <a:lnTo>
                    <a:pt x="2680412" y="20455"/>
                  </a:lnTo>
                  <a:lnTo>
                    <a:pt x="2678922" y="29497"/>
                  </a:lnTo>
                  <a:lnTo>
                    <a:pt x="2596289" y="44195"/>
                  </a:lnTo>
                  <a:lnTo>
                    <a:pt x="2514368" y="51070"/>
                  </a:lnTo>
                  <a:lnTo>
                    <a:pt x="2483719" y="58656"/>
                  </a:lnTo>
                  <a:lnTo>
                    <a:pt x="2557479" y="58452"/>
                  </a:lnTo>
                  <a:lnTo>
                    <a:pt x="2477556" y="79009"/>
                  </a:lnTo>
                  <a:lnTo>
                    <a:pt x="2422354" y="88593"/>
                  </a:lnTo>
                  <a:lnTo>
                    <a:pt x="2364444" y="116261"/>
                  </a:lnTo>
                  <a:lnTo>
                    <a:pt x="2294579" y="121883"/>
                  </a:lnTo>
                  <a:lnTo>
                    <a:pt x="2273006" y="128792"/>
                  </a:lnTo>
                  <a:lnTo>
                    <a:pt x="2170461" y="132415"/>
                  </a:lnTo>
                  <a:lnTo>
                    <a:pt x="2217162" y="136649"/>
                  </a:lnTo>
                  <a:lnTo>
                    <a:pt x="2193760" y="142711"/>
                  </a:lnTo>
                  <a:lnTo>
                    <a:pt x="2221767" y="159406"/>
                  </a:lnTo>
                  <a:lnTo>
                    <a:pt x="2189561" y="171022"/>
                  </a:lnTo>
                  <a:lnTo>
                    <a:pt x="2137238" y="180606"/>
                  </a:lnTo>
                  <a:lnTo>
                    <a:pt x="2121186" y="193848"/>
                  </a:lnTo>
                  <a:lnTo>
                    <a:pt x="2073875" y="203974"/>
                  </a:lnTo>
                  <a:lnTo>
                    <a:pt x="2078616" y="211661"/>
                  </a:lnTo>
                  <a:lnTo>
                    <a:pt x="2136493" y="210341"/>
                  </a:lnTo>
                  <a:lnTo>
                    <a:pt x="2137238" y="218604"/>
                  </a:lnTo>
                  <a:lnTo>
                    <a:pt x="2046749" y="238923"/>
                  </a:lnTo>
                  <a:lnTo>
                    <a:pt x="1958257" y="229576"/>
                  </a:lnTo>
                  <a:lnTo>
                    <a:pt x="1858759" y="234826"/>
                  </a:lnTo>
                  <a:lnTo>
                    <a:pt x="1808367" y="230728"/>
                  </a:lnTo>
                  <a:lnTo>
                    <a:pt x="1744327" y="228967"/>
                  </a:lnTo>
                  <a:lnTo>
                    <a:pt x="1740094" y="212711"/>
                  </a:lnTo>
                  <a:lnTo>
                    <a:pt x="1802712" y="205058"/>
                  </a:lnTo>
                  <a:lnTo>
                    <a:pt x="1786016" y="180606"/>
                  </a:lnTo>
                  <a:lnTo>
                    <a:pt x="1806674" y="178236"/>
                  </a:lnTo>
                  <a:lnTo>
                    <a:pt x="1897231" y="192832"/>
                  </a:lnTo>
                  <a:lnTo>
                    <a:pt x="1851038" y="171124"/>
                  </a:lnTo>
                  <a:lnTo>
                    <a:pt x="1796108" y="164622"/>
                  </a:lnTo>
                  <a:lnTo>
                    <a:pt x="1823539" y="151516"/>
                  </a:lnTo>
                  <a:lnTo>
                    <a:pt x="1883583" y="143456"/>
                  </a:lnTo>
                  <a:lnTo>
                    <a:pt x="1893201" y="131670"/>
                  </a:lnTo>
                  <a:lnTo>
                    <a:pt x="1845382" y="118429"/>
                  </a:lnTo>
                  <a:lnTo>
                    <a:pt x="1830990" y="100988"/>
                  </a:lnTo>
                  <a:lnTo>
                    <a:pt x="1923579" y="102444"/>
                  </a:lnTo>
                  <a:lnTo>
                    <a:pt x="1950299" y="106102"/>
                  </a:lnTo>
                  <a:lnTo>
                    <a:pt x="2003163" y="93774"/>
                  </a:lnTo>
                  <a:lnTo>
                    <a:pt x="1926898" y="89846"/>
                  </a:lnTo>
                  <a:lnTo>
                    <a:pt x="1808401" y="92013"/>
                  </a:lnTo>
                  <a:lnTo>
                    <a:pt x="1748526" y="80499"/>
                  </a:lnTo>
                  <a:lnTo>
                    <a:pt x="1720316" y="66817"/>
                  </a:lnTo>
                  <a:lnTo>
                    <a:pt x="1680761" y="56895"/>
                  </a:lnTo>
                  <a:lnTo>
                    <a:pt x="1673344" y="45346"/>
                  </a:lnTo>
                  <a:close/>
                  <a:moveTo>
                    <a:pt x="2227761" y="534707"/>
                  </a:moveTo>
                  <a:lnTo>
                    <a:pt x="2205749" y="544698"/>
                  </a:lnTo>
                  <a:lnTo>
                    <a:pt x="2167785" y="546391"/>
                  </a:lnTo>
                  <a:lnTo>
                    <a:pt x="2159353" y="529831"/>
                  </a:lnTo>
                  <a:lnTo>
                    <a:pt x="2173712" y="510832"/>
                  </a:lnTo>
                  <a:lnTo>
                    <a:pt x="2204767" y="506159"/>
                  </a:lnTo>
                  <a:lnTo>
                    <a:pt x="2231182" y="515539"/>
                  </a:lnTo>
                  <a:lnTo>
                    <a:pt x="2231588" y="530034"/>
                  </a:lnTo>
                  <a:lnTo>
                    <a:pt x="2227761" y="534707"/>
                  </a:lnTo>
                  <a:close/>
                  <a:moveTo>
                    <a:pt x="1515191" y="465418"/>
                  </a:moveTo>
                  <a:lnTo>
                    <a:pt x="1535815" y="478355"/>
                  </a:lnTo>
                  <a:lnTo>
                    <a:pt x="1514751" y="490242"/>
                  </a:lnTo>
                  <a:lnTo>
                    <a:pt x="1469133" y="479980"/>
                  </a:lnTo>
                  <a:lnTo>
                    <a:pt x="1441533" y="483672"/>
                  </a:lnTo>
                  <a:lnTo>
                    <a:pt x="1395306" y="468466"/>
                  </a:lnTo>
                  <a:lnTo>
                    <a:pt x="1425108" y="457968"/>
                  </a:lnTo>
                  <a:lnTo>
                    <a:pt x="1448780" y="443270"/>
                  </a:lnTo>
                  <a:lnTo>
                    <a:pt x="1484712" y="452888"/>
                  </a:lnTo>
                  <a:lnTo>
                    <a:pt x="1505031" y="458983"/>
                  </a:lnTo>
                  <a:lnTo>
                    <a:pt x="1515191" y="465418"/>
                  </a:lnTo>
                  <a:close/>
                  <a:moveTo>
                    <a:pt x="2590024" y="1129764"/>
                  </a:moveTo>
                  <a:lnTo>
                    <a:pt x="2601742" y="1126919"/>
                  </a:lnTo>
                  <a:lnTo>
                    <a:pt x="2646275" y="1135419"/>
                  </a:lnTo>
                  <a:lnTo>
                    <a:pt x="2680886" y="1149541"/>
                  </a:lnTo>
                  <a:lnTo>
                    <a:pt x="2681902" y="1155773"/>
                  </a:lnTo>
                  <a:lnTo>
                    <a:pt x="2665410" y="1156382"/>
                  </a:lnTo>
                  <a:lnTo>
                    <a:pt x="2621519" y="1145749"/>
                  </a:lnTo>
                  <a:lnTo>
                    <a:pt x="2590024" y="1129764"/>
                  </a:lnTo>
                  <a:close/>
                  <a:moveTo>
                    <a:pt x="2607093" y="1225841"/>
                  </a:moveTo>
                  <a:lnTo>
                    <a:pt x="2618946" y="1242300"/>
                  </a:lnTo>
                  <a:lnTo>
                    <a:pt x="2643532" y="1246838"/>
                  </a:lnTo>
                  <a:lnTo>
                    <a:pt x="2674926" y="1245924"/>
                  </a:lnTo>
                  <a:lnTo>
                    <a:pt x="2658264" y="1259809"/>
                  </a:lnTo>
                  <a:lnTo>
                    <a:pt x="2645733" y="1262010"/>
                  </a:lnTo>
                  <a:lnTo>
                    <a:pt x="2602758" y="1247617"/>
                  </a:lnTo>
                  <a:lnTo>
                    <a:pt x="2594291" y="1236306"/>
                  </a:lnTo>
                  <a:lnTo>
                    <a:pt x="2607093" y="1225841"/>
                  </a:lnTo>
                  <a:close/>
                </a:path>
              </a:pathLst>
            </a:custGeom>
            <a:solidFill>
              <a:srgbClr val="FF000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7AD26B48-B072-2EA5-F6A1-21F6EC9B1D73}"/>
                </a:ext>
              </a:extLst>
            </p:cNvPr>
            <p:cNvSpPr/>
            <p:nvPr/>
          </p:nvSpPr>
          <p:spPr>
            <a:xfrm>
              <a:off x="278004" y="1012402"/>
              <a:ext cx="3550018" cy="1775991"/>
            </a:xfrm>
            <a:custGeom>
              <a:avLst/>
              <a:gdLst>
                <a:gd name="csX0" fmla="*/ 1657766 w 3550018"/>
                <a:gd name="csY0" fmla="*/ 757172 h 1775991"/>
                <a:gd name="csX1" fmla="*/ 1753945 w 3550018"/>
                <a:gd name="csY1" fmla="*/ 757172 h 1775991"/>
                <a:gd name="csX2" fmla="*/ 1854492 w 3550018"/>
                <a:gd name="csY2" fmla="*/ 757172 h 1775991"/>
                <a:gd name="csX3" fmla="*/ 1887782 w 3550018"/>
                <a:gd name="csY3" fmla="*/ 757172 h 1775991"/>
                <a:gd name="csX4" fmla="*/ 1991005 w 3550018"/>
                <a:gd name="csY4" fmla="*/ 757172 h 1775991"/>
                <a:gd name="csX5" fmla="*/ 2090910 w 3550018"/>
                <a:gd name="csY5" fmla="*/ 757172 h 1775991"/>
                <a:gd name="csX6" fmla="*/ 2192507 w 3550018"/>
                <a:gd name="csY6" fmla="*/ 757172 h 1775991"/>
                <a:gd name="csX7" fmla="*/ 2294172 w 3550018"/>
                <a:gd name="csY7" fmla="*/ 757172 h 1775991"/>
                <a:gd name="csX8" fmla="*/ 2409248 w 3550018"/>
                <a:gd name="csY8" fmla="*/ 757172 h 1775991"/>
                <a:gd name="csX9" fmla="*/ 2525103 w 3550018"/>
                <a:gd name="csY9" fmla="*/ 757138 h 1775991"/>
                <a:gd name="csX10" fmla="*/ 2595206 w 3550018"/>
                <a:gd name="csY10" fmla="*/ 757172 h 1775991"/>
                <a:gd name="csX11" fmla="*/ 2595307 w 3550018"/>
                <a:gd name="csY11" fmla="*/ 744168 h 1775991"/>
                <a:gd name="csX12" fmla="*/ 2606754 w 3550018"/>
                <a:gd name="csY12" fmla="*/ 743998 h 1775991"/>
                <a:gd name="csX13" fmla="*/ 2612782 w 3550018"/>
                <a:gd name="csY13" fmla="*/ 762591 h 1775991"/>
                <a:gd name="csX14" fmla="*/ 2623314 w 3550018"/>
                <a:gd name="csY14" fmla="*/ 768314 h 1775991"/>
                <a:gd name="csX15" fmla="*/ 2646953 w 3550018"/>
                <a:gd name="csY15" fmla="*/ 770414 h 1775991"/>
                <a:gd name="csX16" fmla="*/ 2681530 w 3550018"/>
                <a:gd name="csY16" fmla="*/ 775798 h 1775991"/>
                <a:gd name="csX17" fmla="*/ 2714379 w 3550018"/>
                <a:gd name="csY17" fmla="*/ 786297 h 1775991"/>
                <a:gd name="csX18" fmla="*/ 2741811 w 3550018"/>
                <a:gd name="csY18" fmla="*/ 781894 h 1775991"/>
                <a:gd name="csX19" fmla="*/ 2783466 w 3550018"/>
                <a:gd name="csY19" fmla="*/ 790699 h 1775991"/>
                <a:gd name="csX20" fmla="*/ 2794540 w 3550018"/>
                <a:gd name="csY20" fmla="*/ 790361 h 1775991"/>
                <a:gd name="csX21" fmla="*/ 2824850 w 3550018"/>
                <a:gd name="csY21" fmla="*/ 780777 h 1775991"/>
                <a:gd name="csX22" fmla="*/ 2856616 w 3550018"/>
                <a:gd name="csY22" fmla="*/ 793070 h 1775991"/>
                <a:gd name="csX23" fmla="*/ 2889737 w 3550018"/>
                <a:gd name="csY23" fmla="*/ 806176 h 1775991"/>
                <a:gd name="csX24" fmla="*/ 2917168 w 3550018"/>
                <a:gd name="csY24" fmla="*/ 817453 h 1775991"/>
                <a:gd name="csX25" fmla="*/ 2943448 w 3550018"/>
                <a:gd name="csY25" fmla="*/ 828290 h 1775991"/>
                <a:gd name="csX26" fmla="*/ 2946733 w 3550018"/>
                <a:gd name="csY26" fmla="*/ 837197 h 1775991"/>
                <a:gd name="csX27" fmla="*/ 2954691 w 3550018"/>
                <a:gd name="csY27" fmla="*/ 840516 h 1775991"/>
                <a:gd name="csX28" fmla="*/ 2952625 w 3550018"/>
                <a:gd name="csY28" fmla="*/ 843869 h 1775991"/>
                <a:gd name="csX29" fmla="*/ 2961702 w 3550018"/>
                <a:gd name="csY29" fmla="*/ 844918 h 1775991"/>
                <a:gd name="csX30" fmla="*/ 2968305 w 3550018"/>
                <a:gd name="csY30" fmla="*/ 841430 h 1775991"/>
                <a:gd name="csX31" fmla="*/ 2969999 w 3550018"/>
                <a:gd name="csY31" fmla="*/ 849456 h 1775991"/>
                <a:gd name="csX32" fmla="*/ 2976806 w 3550018"/>
                <a:gd name="csY32" fmla="*/ 854807 h 1775991"/>
                <a:gd name="csX33" fmla="*/ 2986119 w 3550018"/>
                <a:gd name="csY33" fmla="*/ 854807 h 1775991"/>
                <a:gd name="csX34" fmla="*/ 2991063 w 3550018"/>
                <a:gd name="csY34" fmla="*/ 858939 h 1775991"/>
                <a:gd name="csX35" fmla="*/ 2986898 w 3550018"/>
                <a:gd name="csY35" fmla="*/ 864967 h 1775991"/>
                <a:gd name="csX36" fmla="*/ 3022186 w 3550018"/>
                <a:gd name="csY36" fmla="*/ 880850 h 1775991"/>
                <a:gd name="csX37" fmla="*/ 3029399 w 3550018"/>
                <a:gd name="csY37" fmla="*/ 911600 h 1775991"/>
                <a:gd name="csX38" fmla="*/ 3036172 w 3550018"/>
                <a:gd name="csY38" fmla="*/ 941030 h 1775991"/>
                <a:gd name="csX39" fmla="*/ 3026284 w 3550018"/>
                <a:gd name="csY39" fmla="*/ 961044 h 1775991"/>
                <a:gd name="csX40" fmla="*/ 3010367 w 3550018"/>
                <a:gd name="csY40" fmla="*/ 979671 h 1775991"/>
                <a:gd name="csX41" fmla="*/ 3002916 w 3550018"/>
                <a:gd name="csY41" fmla="*/ 991524 h 1775991"/>
                <a:gd name="csX42" fmla="*/ 3002171 w 3550018"/>
                <a:gd name="csY42" fmla="*/ 995046 h 1775991"/>
                <a:gd name="csX43" fmla="*/ 3005964 w 3550018"/>
                <a:gd name="csY43" fmla="*/ 999888 h 1775991"/>
                <a:gd name="csX44" fmla="*/ 3017478 w 3550018"/>
                <a:gd name="csY44" fmla="*/ 1005239 h 1775991"/>
                <a:gd name="csX45" fmla="*/ 3025979 w 3550018"/>
                <a:gd name="csY45" fmla="*/ 1005239 h 1775991"/>
                <a:gd name="csX46" fmla="*/ 3065297 w 3550018"/>
                <a:gd name="csY46" fmla="*/ 987155 h 1775991"/>
                <a:gd name="csX47" fmla="*/ 3100213 w 3550018"/>
                <a:gd name="csY47" fmla="*/ 981838 h 1775991"/>
                <a:gd name="csX48" fmla="*/ 3144509 w 3550018"/>
                <a:gd name="csY48" fmla="*/ 964973 h 1775991"/>
                <a:gd name="csX49" fmla="*/ 3145153 w 3550018"/>
                <a:gd name="csY49" fmla="*/ 961552 h 1775991"/>
                <a:gd name="csX50" fmla="*/ 3142105 w 3550018"/>
                <a:gd name="csY50" fmla="*/ 951223 h 1775991"/>
                <a:gd name="csX51" fmla="*/ 3136619 w 3550018"/>
                <a:gd name="csY51" fmla="*/ 944586 h 1775991"/>
                <a:gd name="csX52" fmla="*/ 3151926 w 3550018"/>
                <a:gd name="csY52" fmla="*/ 939201 h 1775991"/>
                <a:gd name="csX53" fmla="*/ 3185182 w 3550018"/>
                <a:gd name="csY53" fmla="*/ 939065 h 1775991"/>
                <a:gd name="csX54" fmla="*/ 3216271 w 3550018"/>
                <a:gd name="csY54" fmla="*/ 939065 h 1775991"/>
                <a:gd name="csX55" fmla="*/ 3227108 w 3550018"/>
                <a:gd name="csY55" fmla="*/ 925892 h 1775991"/>
                <a:gd name="csX56" fmla="*/ 3231341 w 3550018"/>
                <a:gd name="csY56" fmla="*/ 923250 h 1775991"/>
                <a:gd name="csX57" fmla="*/ 3267137 w 3550018"/>
                <a:gd name="csY57" fmla="*/ 898867 h 1775991"/>
                <a:gd name="csX58" fmla="*/ 3282411 w 3550018"/>
                <a:gd name="csY58" fmla="*/ 892635 h 1775991"/>
                <a:gd name="csX59" fmla="*/ 3333853 w 3550018"/>
                <a:gd name="csY59" fmla="*/ 892398 h 1775991"/>
                <a:gd name="csX60" fmla="*/ 3396268 w 3550018"/>
                <a:gd name="csY60" fmla="*/ 892364 h 1775991"/>
                <a:gd name="csX61" fmla="*/ 3399654 w 3550018"/>
                <a:gd name="csY61" fmla="*/ 884000 h 1775991"/>
                <a:gd name="csX62" fmla="*/ 3410491 w 3550018"/>
                <a:gd name="csY62" fmla="*/ 882306 h 1775991"/>
                <a:gd name="csX63" fmla="*/ 3424884 w 3550018"/>
                <a:gd name="csY63" fmla="*/ 877057 h 1775991"/>
                <a:gd name="csX64" fmla="*/ 3436907 w 3550018"/>
                <a:gd name="csY64" fmla="*/ 861648 h 1775991"/>
                <a:gd name="csX65" fmla="*/ 3447236 w 3550018"/>
                <a:gd name="csY65" fmla="*/ 835301 h 1775991"/>
                <a:gd name="csX66" fmla="*/ 3473075 w 3550018"/>
                <a:gd name="csY66" fmla="*/ 809732 h 1775991"/>
                <a:gd name="csX67" fmla="*/ 3484319 w 3550018"/>
                <a:gd name="csY67" fmla="*/ 818638 h 1775991"/>
                <a:gd name="csX68" fmla="*/ 3507043 w 3550018"/>
                <a:gd name="csY68" fmla="*/ 812881 h 1775991"/>
                <a:gd name="csX69" fmla="*/ 3522079 w 3550018"/>
                <a:gd name="csY69" fmla="*/ 822669 h 1775991"/>
                <a:gd name="csX70" fmla="*/ 3522045 w 3550018"/>
                <a:gd name="csY70" fmla="*/ 868828 h 1775991"/>
                <a:gd name="csX71" fmla="*/ 3544194 w 3550018"/>
                <a:gd name="csY71" fmla="*/ 887962 h 1775991"/>
                <a:gd name="csX72" fmla="*/ 3550019 w 3550018"/>
                <a:gd name="csY72" fmla="*/ 899070 h 1775991"/>
                <a:gd name="csX73" fmla="*/ 3513850 w 3550018"/>
                <a:gd name="csY73" fmla="*/ 915495 h 1775991"/>
                <a:gd name="csX74" fmla="*/ 3479070 w 3550018"/>
                <a:gd name="csY74" fmla="*/ 927179 h 1775991"/>
                <a:gd name="csX75" fmla="*/ 3443307 w 3550018"/>
                <a:gd name="csY75" fmla="*/ 937203 h 1775991"/>
                <a:gd name="csX76" fmla="*/ 3425392 w 3550018"/>
                <a:gd name="csY76" fmla="*/ 957319 h 1775991"/>
                <a:gd name="csX77" fmla="*/ 3419635 w 3550018"/>
                <a:gd name="csY77" fmla="*/ 964939 h 1775991"/>
                <a:gd name="csX78" fmla="*/ 3419297 w 3550018"/>
                <a:gd name="csY78" fmla="*/ 982888 h 1775991"/>
                <a:gd name="csX79" fmla="*/ 3430472 w 3550018"/>
                <a:gd name="csY79" fmla="*/ 1000837 h 1775991"/>
                <a:gd name="csX80" fmla="*/ 3444526 w 3550018"/>
                <a:gd name="csY80" fmla="*/ 1001683 h 1775991"/>
                <a:gd name="csX81" fmla="*/ 3440971 w 3550018"/>
                <a:gd name="csY81" fmla="*/ 989322 h 1775991"/>
                <a:gd name="csX82" fmla="*/ 3451130 w 3550018"/>
                <a:gd name="csY82" fmla="*/ 996840 h 1775991"/>
                <a:gd name="csX83" fmla="*/ 3448421 w 3550018"/>
                <a:gd name="csY83" fmla="*/ 1006526 h 1775991"/>
                <a:gd name="csX84" fmla="*/ 3425562 w 3550018"/>
                <a:gd name="csY84" fmla="*/ 1012012 h 1775991"/>
                <a:gd name="csX85" fmla="*/ 3409306 w 3550018"/>
                <a:gd name="csY85" fmla="*/ 1011369 h 1775991"/>
                <a:gd name="csX86" fmla="*/ 3384245 w 3550018"/>
                <a:gd name="csY86" fmla="*/ 1017262 h 1775991"/>
                <a:gd name="csX87" fmla="*/ 3369514 w 3550018"/>
                <a:gd name="csY87" fmla="*/ 1018955 h 1775991"/>
                <a:gd name="csX88" fmla="*/ 3349838 w 3550018"/>
                <a:gd name="csY88" fmla="*/ 1020614 h 1775991"/>
                <a:gd name="csX89" fmla="*/ 3321594 w 3550018"/>
                <a:gd name="csY89" fmla="*/ 1030435 h 1775991"/>
                <a:gd name="csX90" fmla="*/ 3371343 w 3550018"/>
                <a:gd name="csY90" fmla="*/ 1024069 h 1775991"/>
                <a:gd name="csX91" fmla="*/ 3381367 w 3550018"/>
                <a:gd name="csY91" fmla="*/ 1030469 h 1775991"/>
                <a:gd name="csX92" fmla="*/ 3333955 w 3550018"/>
                <a:gd name="csY92" fmla="*/ 1040629 h 1775991"/>
                <a:gd name="csX93" fmla="*/ 3312382 w 3550018"/>
                <a:gd name="csY93" fmla="*/ 1040697 h 1775991"/>
                <a:gd name="csX94" fmla="*/ 3313398 w 3550018"/>
                <a:gd name="csY94" fmla="*/ 1036531 h 1775991"/>
                <a:gd name="csX95" fmla="*/ 3303069 w 3550018"/>
                <a:gd name="csY95" fmla="*/ 1045912 h 1775991"/>
                <a:gd name="csX96" fmla="*/ 3313059 w 3550018"/>
                <a:gd name="csY96" fmla="*/ 1047470 h 1775991"/>
                <a:gd name="csX97" fmla="*/ 3305744 w 3550018"/>
                <a:gd name="csY97" fmla="*/ 1071819 h 1775991"/>
                <a:gd name="csX98" fmla="*/ 3281090 w 3550018"/>
                <a:gd name="csY98" fmla="*/ 1097862 h 1775991"/>
                <a:gd name="csX99" fmla="*/ 3278584 w 3550018"/>
                <a:gd name="csY99" fmla="*/ 1089193 h 1775991"/>
                <a:gd name="csX100" fmla="*/ 3271134 w 3550018"/>
                <a:gd name="csY100" fmla="*/ 1087432 h 1775991"/>
                <a:gd name="csX101" fmla="*/ 3260026 w 3550018"/>
                <a:gd name="csY101" fmla="*/ 1078965 h 1775991"/>
                <a:gd name="csX102" fmla="*/ 3267070 w 3550018"/>
                <a:gd name="csY102" fmla="*/ 1097185 h 1775991"/>
                <a:gd name="csX103" fmla="*/ 3275468 w 3550018"/>
                <a:gd name="csY103" fmla="*/ 1103213 h 1775991"/>
                <a:gd name="csX104" fmla="*/ 3275976 w 3550018"/>
                <a:gd name="csY104" fmla="*/ 1116014 h 1775991"/>
                <a:gd name="csX105" fmla="*/ 3265139 w 3550018"/>
                <a:gd name="csY105" fmla="*/ 1129154 h 1775991"/>
                <a:gd name="csX106" fmla="*/ 3246073 w 3550018"/>
                <a:gd name="csY106" fmla="*/ 1156213 h 1775991"/>
                <a:gd name="csX107" fmla="*/ 3242991 w 3550018"/>
                <a:gd name="csY107" fmla="*/ 1154858 h 1775991"/>
                <a:gd name="csX108" fmla="*/ 3253456 w 3550018"/>
                <a:gd name="csY108" fmla="*/ 1131830 h 1775991"/>
                <a:gd name="csX109" fmla="*/ 3236150 w 3550018"/>
                <a:gd name="csY109" fmla="*/ 1118893 h 1775991"/>
                <a:gd name="csX110" fmla="*/ 3232188 w 3550018"/>
                <a:gd name="csY110" fmla="*/ 1090750 h 1775991"/>
                <a:gd name="csX111" fmla="*/ 3225652 w 3550018"/>
                <a:gd name="csY111" fmla="*/ 1105381 h 1775991"/>
                <a:gd name="csX112" fmla="*/ 3232899 w 3550018"/>
                <a:gd name="csY112" fmla="*/ 1126885 h 1775991"/>
                <a:gd name="csX113" fmla="*/ 3210514 w 3550018"/>
                <a:gd name="csY113" fmla="*/ 1121568 h 1775991"/>
                <a:gd name="csX114" fmla="*/ 3233813 w 3550018"/>
                <a:gd name="csY114" fmla="*/ 1132473 h 1775991"/>
                <a:gd name="csX115" fmla="*/ 3235270 w 3550018"/>
                <a:gd name="csY115" fmla="*/ 1164713 h 1775991"/>
                <a:gd name="csX116" fmla="*/ 3244989 w 3550018"/>
                <a:gd name="csY116" fmla="*/ 1167050 h 1775991"/>
                <a:gd name="csX117" fmla="*/ 3248511 w 3550018"/>
                <a:gd name="csY117" fmla="*/ 1178768 h 1775991"/>
                <a:gd name="csX118" fmla="*/ 3253286 w 3550018"/>
                <a:gd name="csY118" fmla="*/ 1212634 h 1775991"/>
                <a:gd name="csX119" fmla="*/ 3231748 w 3550018"/>
                <a:gd name="csY119" fmla="*/ 1237762 h 1775991"/>
                <a:gd name="csX120" fmla="*/ 3196696 w 3550018"/>
                <a:gd name="csY120" fmla="*/ 1247820 h 1775991"/>
                <a:gd name="csX121" fmla="*/ 3174447 w 3550018"/>
                <a:gd name="csY121" fmla="*/ 1267699 h 1775991"/>
                <a:gd name="csX122" fmla="*/ 3157548 w 3550018"/>
                <a:gd name="csY122" fmla="*/ 1269867 h 1775991"/>
                <a:gd name="csX123" fmla="*/ 3140378 w 3550018"/>
                <a:gd name="csY123" fmla="*/ 1282296 h 1775991"/>
                <a:gd name="csX124" fmla="*/ 3135535 w 3550018"/>
                <a:gd name="csY124" fmla="*/ 1293674 h 1775991"/>
                <a:gd name="csX125" fmla="*/ 3098384 w 3550018"/>
                <a:gd name="csY125" fmla="*/ 1315653 h 1775991"/>
                <a:gd name="csX126" fmla="*/ 3079284 w 3550018"/>
                <a:gd name="csY126" fmla="*/ 1331773 h 1775991"/>
                <a:gd name="csX127" fmla="*/ 3063333 w 3550018"/>
                <a:gd name="csY127" fmla="*/ 1351856 h 1775991"/>
                <a:gd name="csX128" fmla="*/ 3058118 w 3550018"/>
                <a:gd name="csY128" fmla="*/ 1375901 h 1775991"/>
                <a:gd name="csX129" fmla="*/ 3064078 w 3550018"/>
                <a:gd name="csY129" fmla="*/ 1399404 h 1775991"/>
                <a:gd name="csX130" fmla="*/ 3075389 w 3550018"/>
                <a:gd name="csY130" fmla="*/ 1428393 h 1775991"/>
                <a:gd name="csX131" fmla="*/ 3090425 w 3550018"/>
                <a:gd name="csY131" fmla="*/ 1452370 h 1775991"/>
                <a:gd name="csX132" fmla="*/ 3090629 w 3550018"/>
                <a:gd name="csY132" fmla="*/ 1467000 h 1775991"/>
                <a:gd name="csX133" fmla="*/ 3106647 w 3550018"/>
                <a:gd name="csY133" fmla="*/ 1506284 h 1775991"/>
                <a:gd name="csX134" fmla="*/ 3105597 w 3550018"/>
                <a:gd name="csY134" fmla="*/ 1529110 h 1775991"/>
                <a:gd name="csX135" fmla="*/ 3104107 w 3550018"/>
                <a:gd name="csY135" fmla="*/ 1542283 h 1775991"/>
                <a:gd name="csX136" fmla="*/ 3095675 w 3550018"/>
                <a:gd name="csY136" fmla="*/ 1562975 h 1775991"/>
                <a:gd name="csX137" fmla="*/ 3085549 w 3550018"/>
                <a:gd name="csY137" fmla="*/ 1567243 h 1775991"/>
                <a:gd name="csX138" fmla="*/ 3068887 w 3550018"/>
                <a:gd name="csY138" fmla="*/ 1563145 h 1775991"/>
                <a:gd name="csX139" fmla="*/ 3063536 w 3550018"/>
                <a:gd name="csY139" fmla="*/ 1548278 h 1775991"/>
                <a:gd name="csX140" fmla="*/ 3050667 w 3550018"/>
                <a:gd name="csY140" fmla="*/ 1540488 h 1775991"/>
                <a:gd name="csX141" fmla="*/ 3032718 w 3550018"/>
                <a:gd name="csY141" fmla="*/ 1511364 h 1775991"/>
                <a:gd name="csX142" fmla="*/ 3016970 w 3550018"/>
                <a:gd name="csY142" fmla="*/ 1485457 h 1775991"/>
                <a:gd name="csX143" fmla="*/ 3011891 w 3550018"/>
                <a:gd name="csY143" fmla="*/ 1472215 h 1775991"/>
                <a:gd name="csX144" fmla="*/ 3018833 w 3550018"/>
                <a:gd name="csY144" fmla="*/ 1449728 h 1775991"/>
                <a:gd name="csX145" fmla="*/ 3009351 w 3550018"/>
                <a:gd name="csY145" fmla="*/ 1431102 h 1775991"/>
                <a:gd name="csX146" fmla="*/ 2982935 w 3550018"/>
                <a:gd name="csY146" fmla="*/ 1402756 h 1775991"/>
                <a:gd name="csX147" fmla="*/ 2969728 w 3550018"/>
                <a:gd name="csY147" fmla="*/ 1397575 h 1775991"/>
                <a:gd name="csX148" fmla="*/ 2935557 w 3550018"/>
                <a:gd name="csY148" fmla="*/ 1412950 h 1775991"/>
                <a:gd name="csX149" fmla="*/ 2929495 w 3550018"/>
                <a:gd name="csY149" fmla="*/ 1411257 h 1775991"/>
                <a:gd name="csX150" fmla="*/ 2913070 w 3550018"/>
                <a:gd name="csY150" fmla="*/ 1395441 h 1775991"/>
                <a:gd name="csX151" fmla="*/ 2891836 w 3550018"/>
                <a:gd name="csY151" fmla="*/ 1387076 h 1775991"/>
                <a:gd name="csX152" fmla="*/ 2853568 w 3550018"/>
                <a:gd name="csY152" fmla="*/ 1391344 h 1775991"/>
                <a:gd name="csX153" fmla="*/ 2823495 w 3550018"/>
                <a:gd name="csY153" fmla="*/ 1387584 h 1775991"/>
                <a:gd name="csX154" fmla="*/ 2797689 w 3550018"/>
                <a:gd name="csY154" fmla="*/ 1389921 h 1775991"/>
                <a:gd name="csX155" fmla="*/ 2783669 w 3550018"/>
                <a:gd name="csY155" fmla="*/ 1395204 h 1775991"/>
                <a:gd name="csX156" fmla="*/ 2789765 w 3550018"/>
                <a:gd name="csY156" fmla="*/ 1404212 h 1775991"/>
                <a:gd name="csX157" fmla="*/ 2789223 w 3550018"/>
                <a:gd name="csY157" fmla="*/ 1417928 h 1775991"/>
                <a:gd name="csX158" fmla="*/ 2796402 w 3550018"/>
                <a:gd name="csY158" fmla="*/ 1424634 h 1775991"/>
                <a:gd name="csX159" fmla="*/ 2789968 w 3550018"/>
                <a:gd name="csY159" fmla="*/ 1429070 h 1775991"/>
                <a:gd name="csX160" fmla="*/ 2777404 w 3550018"/>
                <a:gd name="csY160" fmla="*/ 1424092 h 1775991"/>
                <a:gd name="csX161" fmla="*/ 2764670 w 3550018"/>
                <a:gd name="csY161" fmla="*/ 1430526 h 1775991"/>
                <a:gd name="csX162" fmla="*/ 2740118 w 3550018"/>
                <a:gd name="csY162" fmla="*/ 1429443 h 1775991"/>
                <a:gd name="csX163" fmla="*/ 2714820 w 3550018"/>
                <a:gd name="csY163" fmla="*/ 1411561 h 1775991"/>
                <a:gd name="csX164" fmla="*/ 2685289 w 3550018"/>
                <a:gd name="csY164" fmla="*/ 1415795 h 1775991"/>
                <a:gd name="csX165" fmla="*/ 2660668 w 3550018"/>
                <a:gd name="csY165" fmla="*/ 1407938 h 1775991"/>
                <a:gd name="csX166" fmla="*/ 2639604 w 3550018"/>
                <a:gd name="csY166" fmla="*/ 1410308 h 1775991"/>
                <a:gd name="csX167" fmla="*/ 2611089 w 3550018"/>
                <a:gd name="csY167" fmla="*/ 1418233 h 1775991"/>
                <a:gd name="csX168" fmla="*/ 2580271 w 3550018"/>
                <a:gd name="csY168" fmla="*/ 1443328 h 1775991"/>
                <a:gd name="csX169" fmla="*/ 2546608 w 3550018"/>
                <a:gd name="csY169" fmla="*/ 1457958 h 1775991"/>
                <a:gd name="csX170" fmla="*/ 2528117 w 3550018"/>
                <a:gd name="csY170" fmla="*/ 1474112 h 1775991"/>
                <a:gd name="csX171" fmla="*/ 2520328 w 3550018"/>
                <a:gd name="csY171" fmla="*/ 1489351 h 1775991"/>
                <a:gd name="csX172" fmla="*/ 2519990 w 3550018"/>
                <a:gd name="csY172" fmla="*/ 1512719 h 1775991"/>
                <a:gd name="csX173" fmla="*/ 2521683 w 3550018"/>
                <a:gd name="csY173" fmla="*/ 1528974 h 1775991"/>
                <a:gd name="csX174" fmla="*/ 2528117 w 3550018"/>
                <a:gd name="csY174" fmla="*/ 1540488 h 1775991"/>
                <a:gd name="csX175" fmla="*/ 2514910 w 3550018"/>
                <a:gd name="csY175" fmla="*/ 1541505 h 1775991"/>
                <a:gd name="csX176" fmla="*/ 2490865 w 3550018"/>
                <a:gd name="csY176" fmla="*/ 1534054 h 1775991"/>
                <a:gd name="csX177" fmla="*/ 2464450 w 3550018"/>
                <a:gd name="csY177" fmla="*/ 1523556 h 1775991"/>
                <a:gd name="csX178" fmla="*/ 2454967 w 3550018"/>
                <a:gd name="csY178" fmla="*/ 1507639 h 1775991"/>
                <a:gd name="csX179" fmla="*/ 2447517 w 3550018"/>
                <a:gd name="csY179" fmla="*/ 1483933 h 1775991"/>
                <a:gd name="csX180" fmla="*/ 2427536 w 3550018"/>
                <a:gd name="csY180" fmla="*/ 1464629 h 1775991"/>
                <a:gd name="csX181" fmla="*/ 2415818 w 3550018"/>
                <a:gd name="csY181" fmla="*/ 1444784 h 1775991"/>
                <a:gd name="csX182" fmla="*/ 2398818 w 3550018"/>
                <a:gd name="csY182" fmla="*/ 1421586 h 1775991"/>
                <a:gd name="csX183" fmla="*/ 2374976 w 3550018"/>
                <a:gd name="csY183" fmla="*/ 1408107 h 1775991"/>
                <a:gd name="csX184" fmla="*/ 2347274 w 3550018"/>
                <a:gd name="csY184" fmla="*/ 1408751 h 1775991"/>
                <a:gd name="csX185" fmla="*/ 2325938 w 3550018"/>
                <a:gd name="csY185" fmla="*/ 1435504 h 1775991"/>
                <a:gd name="csX186" fmla="*/ 2297830 w 3550018"/>
                <a:gd name="csY186" fmla="*/ 1425345 h 1775991"/>
                <a:gd name="csX187" fmla="*/ 2280321 w 3550018"/>
                <a:gd name="csY187" fmla="*/ 1415117 h 1775991"/>
                <a:gd name="csX188" fmla="*/ 2271889 w 3550018"/>
                <a:gd name="csY188" fmla="*/ 1396491 h 1775991"/>
                <a:gd name="csX189" fmla="*/ 2260679 w 3550018"/>
                <a:gd name="csY189" fmla="*/ 1378813 h 1775991"/>
                <a:gd name="csX190" fmla="*/ 2240529 w 3550018"/>
                <a:gd name="csY190" fmla="*/ 1363912 h 1775991"/>
                <a:gd name="csX191" fmla="*/ 2223224 w 3550018"/>
                <a:gd name="csY191" fmla="*/ 1353211 h 1775991"/>
                <a:gd name="csX192" fmla="*/ 2210862 w 3550018"/>
                <a:gd name="csY192" fmla="*/ 1341188 h 1775991"/>
                <a:gd name="csX193" fmla="*/ 2152207 w 3550018"/>
                <a:gd name="csY193" fmla="*/ 1341188 h 1775991"/>
                <a:gd name="csX194" fmla="*/ 2152139 w 3550018"/>
                <a:gd name="csY194" fmla="*/ 1355175 h 1775991"/>
                <a:gd name="csX195" fmla="*/ 2125283 w 3550018"/>
                <a:gd name="csY195" fmla="*/ 1355175 h 1775991"/>
                <a:gd name="csX196" fmla="*/ 2057924 w 3550018"/>
                <a:gd name="csY196" fmla="*/ 1355412 h 1775991"/>
                <a:gd name="csX197" fmla="*/ 1980676 w 3550018"/>
                <a:gd name="csY197" fmla="*/ 1331570 h 1775991"/>
                <a:gd name="csX198" fmla="*/ 1929539 w 3550018"/>
                <a:gd name="csY198" fmla="*/ 1315111 h 1775991"/>
                <a:gd name="csX199" fmla="*/ 1932722 w 3550018"/>
                <a:gd name="csY199" fmla="*/ 1308474 h 1775991"/>
                <a:gd name="csX200" fmla="*/ 1889713 w 3550018"/>
                <a:gd name="csY200" fmla="*/ 1312165 h 1775991"/>
                <a:gd name="csX201" fmla="*/ 1851207 w 3550018"/>
                <a:gd name="csY201" fmla="*/ 1314773 h 1775991"/>
                <a:gd name="csX202" fmla="*/ 1845518 w 3550018"/>
                <a:gd name="csY202" fmla="*/ 1297467 h 1775991"/>
                <a:gd name="csX203" fmla="*/ 1823573 w 3550018"/>
                <a:gd name="csY203" fmla="*/ 1277995 h 1775991"/>
                <a:gd name="csX204" fmla="*/ 1807758 w 3550018"/>
                <a:gd name="csY204" fmla="*/ 1273931 h 1775991"/>
                <a:gd name="csX205" fmla="*/ 1804066 w 3550018"/>
                <a:gd name="csY205" fmla="*/ 1264211 h 1775991"/>
                <a:gd name="csX206" fmla="*/ 1785067 w 3550018"/>
                <a:gd name="csY206" fmla="*/ 1262518 h 1775991"/>
                <a:gd name="csX207" fmla="*/ 1772943 w 3550018"/>
                <a:gd name="csY207" fmla="*/ 1253374 h 1775991"/>
                <a:gd name="csX208" fmla="*/ 1741482 w 3550018"/>
                <a:gd name="csY208" fmla="*/ 1250021 h 1775991"/>
                <a:gd name="csX209" fmla="*/ 1732846 w 3550018"/>
                <a:gd name="csY209" fmla="*/ 1244535 h 1775991"/>
                <a:gd name="csX210" fmla="*/ 1728749 w 3550018"/>
                <a:gd name="csY210" fmla="*/ 1225977 h 1775991"/>
                <a:gd name="csX211" fmla="*/ 1695865 w 3550018"/>
                <a:gd name="csY211" fmla="*/ 1191942 h 1775991"/>
                <a:gd name="csX212" fmla="*/ 1667688 w 3550018"/>
                <a:gd name="csY212" fmla="*/ 1144868 h 1775991"/>
                <a:gd name="csX213" fmla="*/ 1668874 w 3550018"/>
                <a:gd name="csY213" fmla="*/ 1137045 h 1775991"/>
                <a:gd name="csX214" fmla="*/ 1653939 w 3550018"/>
                <a:gd name="csY214" fmla="*/ 1125836 h 1775991"/>
                <a:gd name="csX215" fmla="*/ 1627727 w 3550018"/>
                <a:gd name="csY215" fmla="*/ 1097456 h 1775991"/>
                <a:gd name="csX216" fmla="*/ 1623053 w 3550018"/>
                <a:gd name="csY216" fmla="*/ 1069855 h 1775991"/>
                <a:gd name="csX217" fmla="*/ 1605003 w 3550018"/>
                <a:gd name="csY217" fmla="*/ 1051365 h 1775991"/>
                <a:gd name="csX218" fmla="*/ 1612419 w 3550018"/>
                <a:gd name="csY218" fmla="*/ 1023290 h 1775991"/>
                <a:gd name="csX219" fmla="*/ 1611234 w 3550018"/>
                <a:gd name="csY219" fmla="*/ 994233 h 1775991"/>
                <a:gd name="csX220" fmla="*/ 1600431 w 3550018"/>
                <a:gd name="csY220" fmla="*/ 968292 h 1775991"/>
                <a:gd name="csX221" fmla="*/ 1613673 w 3550018"/>
                <a:gd name="csY221" fmla="*/ 936390 h 1775991"/>
                <a:gd name="csX222" fmla="*/ 1617770 w 3550018"/>
                <a:gd name="csY222" fmla="*/ 905640 h 1775991"/>
                <a:gd name="csX223" fmla="*/ 1621902 w 3550018"/>
                <a:gd name="csY223" fmla="*/ 874924 h 1775991"/>
                <a:gd name="csX224" fmla="*/ 1615772 w 3550018"/>
                <a:gd name="csY224" fmla="*/ 829476 h 1775991"/>
                <a:gd name="csX225" fmla="*/ 1605071 w 3550018"/>
                <a:gd name="csY225" fmla="*/ 800520 h 1775991"/>
                <a:gd name="csX226" fmla="*/ 1595216 w 3550018"/>
                <a:gd name="csY226" fmla="*/ 784807 h 1775991"/>
                <a:gd name="csX227" fmla="*/ 1599313 w 3550018"/>
                <a:gd name="csY227" fmla="*/ 778169 h 1775991"/>
                <a:gd name="csX228" fmla="*/ 1648283 w 3550018"/>
                <a:gd name="csY228" fmla="*/ 789683 h 1775991"/>
                <a:gd name="csX229" fmla="*/ 1666334 w 3550018"/>
                <a:gd name="csY229" fmla="*/ 821653 h 1775991"/>
                <a:gd name="csX230" fmla="*/ 1674699 w 3550018"/>
                <a:gd name="csY230" fmla="*/ 812712 h 1775991"/>
                <a:gd name="csX231" fmla="*/ 1669280 w 3550018"/>
                <a:gd name="csY231" fmla="*/ 784942 h 1775991"/>
                <a:gd name="csX232" fmla="*/ 1657766 w 3550018"/>
                <a:gd name="csY232" fmla="*/ 757172 h 1775991"/>
                <a:gd name="csX233" fmla="*/ 555027 w 3550018"/>
                <a:gd name="csY233" fmla="*/ 1736572 h 1775991"/>
                <a:gd name="csX234" fmla="*/ 561021 w 3550018"/>
                <a:gd name="csY234" fmla="*/ 1739518 h 1775991"/>
                <a:gd name="csX235" fmla="*/ 566541 w 3550018"/>
                <a:gd name="csY235" fmla="*/ 1744056 h 1775991"/>
                <a:gd name="csX236" fmla="*/ 575177 w 3550018"/>
                <a:gd name="csY236" fmla="*/ 1755909 h 1775991"/>
                <a:gd name="csX237" fmla="*/ 574364 w 3550018"/>
                <a:gd name="csY237" fmla="*/ 1757805 h 1775991"/>
                <a:gd name="csX238" fmla="*/ 561123 w 3550018"/>
                <a:gd name="csY238" fmla="*/ 1765019 h 1775991"/>
                <a:gd name="csX239" fmla="*/ 550286 w 3550018"/>
                <a:gd name="csY239" fmla="*/ 1770336 h 1775991"/>
                <a:gd name="csX240" fmla="*/ 545341 w 3550018"/>
                <a:gd name="csY240" fmla="*/ 1775991 h 1775991"/>
                <a:gd name="csX241" fmla="*/ 536909 w 3550018"/>
                <a:gd name="csY241" fmla="*/ 1771149 h 1775991"/>
                <a:gd name="csX242" fmla="*/ 537891 w 3550018"/>
                <a:gd name="csY242" fmla="*/ 1761666 h 1775991"/>
                <a:gd name="csX243" fmla="*/ 532303 w 3550018"/>
                <a:gd name="csY243" fmla="*/ 1749339 h 1775991"/>
                <a:gd name="csX244" fmla="*/ 533962 w 3550018"/>
                <a:gd name="csY244" fmla="*/ 1745580 h 1775991"/>
                <a:gd name="csX245" fmla="*/ 539855 w 3550018"/>
                <a:gd name="csY245" fmla="*/ 1740060 h 1775991"/>
                <a:gd name="csX246" fmla="*/ 537518 w 3550018"/>
                <a:gd name="csY246" fmla="*/ 1733388 h 1775991"/>
                <a:gd name="csX247" fmla="*/ 539483 w 3550018"/>
                <a:gd name="csY247" fmla="*/ 1730239 h 1775991"/>
                <a:gd name="csX248" fmla="*/ 542056 w 3550018"/>
                <a:gd name="csY248" fmla="*/ 1730848 h 1775991"/>
                <a:gd name="csX249" fmla="*/ 555027 w 3550018"/>
                <a:gd name="csY249" fmla="*/ 1736572 h 1775991"/>
                <a:gd name="csX250" fmla="*/ 534911 w 3550018"/>
                <a:gd name="csY250" fmla="*/ 1713407 h 1775991"/>
                <a:gd name="csX251" fmla="*/ 532100 w 3550018"/>
                <a:gd name="csY251" fmla="*/ 1717471 h 1775991"/>
                <a:gd name="csX252" fmla="*/ 520755 w 3550018"/>
                <a:gd name="csY252" fmla="*/ 1719910 h 1775991"/>
                <a:gd name="csX253" fmla="*/ 514896 w 3550018"/>
                <a:gd name="csY253" fmla="*/ 1712764 h 1775991"/>
                <a:gd name="csX254" fmla="*/ 511001 w 3550018"/>
                <a:gd name="csY254" fmla="*/ 1710021 h 1775991"/>
                <a:gd name="csX255" fmla="*/ 510697 w 3550018"/>
                <a:gd name="csY255" fmla="*/ 1707887 h 1775991"/>
                <a:gd name="csX256" fmla="*/ 514015 w 3550018"/>
                <a:gd name="csY256" fmla="*/ 1705009 h 1775991"/>
                <a:gd name="csX257" fmla="*/ 526072 w 3550018"/>
                <a:gd name="csY257" fmla="*/ 1708226 h 1775991"/>
                <a:gd name="csX258" fmla="*/ 534911 w 3550018"/>
                <a:gd name="csY258" fmla="*/ 1713407 h 1775991"/>
                <a:gd name="csX259" fmla="*/ 509105 w 3550018"/>
                <a:gd name="csY259" fmla="*/ 1699421 h 1775991"/>
                <a:gd name="csX260" fmla="*/ 508055 w 3550018"/>
                <a:gd name="csY260" fmla="*/ 1703078 h 1775991"/>
                <a:gd name="csX261" fmla="*/ 489903 w 3550018"/>
                <a:gd name="csY261" fmla="*/ 1702096 h 1775991"/>
                <a:gd name="csX262" fmla="*/ 492443 w 3550018"/>
                <a:gd name="csY262" fmla="*/ 1697965 h 1775991"/>
                <a:gd name="csX263" fmla="*/ 509105 w 3550018"/>
                <a:gd name="csY263" fmla="*/ 1699421 h 1775991"/>
                <a:gd name="csX264" fmla="*/ 466197 w 3550018"/>
                <a:gd name="csY264" fmla="*/ 1681133 h 1775991"/>
                <a:gd name="csX265" fmla="*/ 469008 w 3550018"/>
                <a:gd name="csY265" fmla="*/ 1683301 h 1775991"/>
                <a:gd name="csX266" fmla="*/ 478795 w 3550018"/>
                <a:gd name="csY266" fmla="*/ 1694510 h 1775991"/>
                <a:gd name="csX267" fmla="*/ 476966 w 3550018"/>
                <a:gd name="csY267" fmla="*/ 1696475 h 1775991"/>
                <a:gd name="csX268" fmla="*/ 474528 w 3550018"/>
                <a:gd name="csY268" fmla="*/ 1696034 h 1775991"/>
                <a:gd name="csX269" fmla="*/ 462743 w 3550018"/>
                <a:gd name="csY269" fmla="*/ 1694849 h 1775991"/>
                <a:gd name="csX270" fmla="*/ 458442 w 3550018"/>
                <a:gd name="csY270" fmla="*/ 1687161 h 1775991"/>
                <a:gd name="csX271" fmla="*/ 457121 w 3550018"/>
                <a:gd name="csY271" fmla="*/ 1685807 h 1775991"/>
                <a:gd name="csX272" fmla="*/ 466197 w 3550018"/>
                <a:gd name="csY272" fmla="*/ 1681133 h 1775991"/>
                <a:gd name="csX273" fmla="*/ 420783 w 3550018"/>
                <a:gd name="csY273" fmla="*/ 1664268 h 1775991"/>
                <a:gd name="csX274" fmla="*/ 421494 w 3550018"/>
                <a:gd name="csY274" fmla="*/ 1672159 h 1775991"/>
                <a:gd name="csX275" fmla="*/ 417464 w 3550018"/>
                <a:gd name="csY275" fmla="*/ 1675512 h 1775991"/>
                <a:gd name="csX276" fmla="*/ 406051 w 3550018"/>
                <a:gd name="csY276" fmla="*/ 1669348 h 1775991"/>
                <a:gd name="csX277" fmla="*/ 407812 w 3550018"/>
                <a:gd name="csY277" fmla="*/ 1666876 h 1775991"/>
                <a:gd name="csX278" fmla="*/ 412994 w 3550018"/>
                <a:gd name="csY278" fmla="*/ 1663557 h 1775991"/>
                <a:gd name="csX279" fmla="*/ 420783 w 3550018"/>
                <a:gd name="csY279" fmla="*/ 1664268 h 1775991"/>
                <a:gd name="csX280" fmla="*/ 180268 w 3550018"/>
                <a:gd name="csY280" fmla="*/ 371644 h 1775991"/>
                <a:gd name="csX281" fmla="*/ 207157 w 3550018"/>
                <a:gd name="csY281" fmla="*/ 374691 h 1775991"/>
                <a:gd name="csX282" fmla="*/ 210374 w 3550018"/>
                <a:gd name="csY282" fmla="*/ 387696 h 1775991"/>
                <a:gd name="csX283" fmla="*/ 189581 w 3550018"/>
                <a:gd name="csY283" fmla="*/ 392979 h 1775991"/>
                <a:gd name="csX284" fmla="*/ 167399 w 3550018"/>
                <a:gd name="csY284" fmla="*/ 386646 h 1775991"/>
                <a:gd name="csX285" fmla="*/ 146842 w 3550018"/>
                <a:gd name="csY285" fmla="*/ 377435 h 1775991"/>
                <a:gd name="csX286" fmla="*/ 180268 w 3550018"/>
                <a:gd name="csY286" fmla="*/ 371644 h 1775991"/>
                <a:gd name="csX287" fmla="*/ 628617 w 3550018"/>
                <a:gd name="csY287" fmla="*/ 453429 h 1775991"/>
                <a:gd name="csX288" fmla="*/ 651104 w 3550018"/>
                <a:gd name="csY288" fmla="*/ 455732 h 1775991"/>
                <a:gd name="csX289" fmla="*/ 665463 w 3550018"/>
                <a:gd name="csY289" fmla="*/ 466231 h 1775991"/>
                <a:gd name="csX290" fmla="*/ 636169 w 3550018"/>
                <a:gd name="csY290" fmla="*/ 482317 h 1775991"/>
                <a:gd name="csX291" fmla="*/ 602338 w 3550018"/>
                <a:gd name="csY291" fmla="*/ 495220 h 1775991"/>
                <a:gd name="csX292" fmla="*/ 585032 w 3550018"/>
                <a:gd name="csY292" fmla="*/ 486483 h 1775991"/>
                <a:gd name="csX293" fmla="*/ 579783 w 3550018"/>
                <a:gd name="csY293" fmla="*/ 470633 h 1775991"/>
                <a:gd name="csX294" fmla="*/ 610533 w 3550018"/>
                <a:gd name="csY294" fmla="*/ 458577 h 1775991"/>
                <a:gd name="csX295" fmla="*/ 628617 w 3550018"/>
                <a:gd name="csY295" fmla="*/ 453429 h 1775991"/>
                <a:gd name="csX296" fmla="*/ 1043237 w 3550018"/>
                <a:gd name="csY296" fmla="*/ 55743 h 1775991"/>
                <a:gd name="csX297" fmla="*/ 1043237 w 3550018"/>
                <a:gd name="csY297" fmla="*/ 55743 h 1775991"/>
                <a:gd name="csX298" fmla="*/ 1043000 w 3550018"/>
                <a:gd name="csY298" fmla="*/ 181453 h 1775991"/>
                <a:gd name="csX299" fmla="*/ 1042830 w 3550018"/>
                <a:gd name="csY299" fmla="*/ 374285 h 1775991"/>
                <a:gd name="csX300" fmla="*/ 1076188 w 3550018"/>
                <a:gd name="csY300" fmla="*/ 375267 h 1775991"/>
                <a:gd name="csX301" fmla="*/ 1109173 w 3550018"/>
                <a:gd name="csY301" fmla="*/ 384648 h 1775991"/>
                <a:gd name="csX302" fmla="*/ 1132812 w 3550018"/>
                <a:gd name="csY302" fmla="*/ 399481 h 1775991"/>
                <a:gd name="csX303" fmla="*/ 1162918 w 3550018"/>
                <a:gd name="csY303" fmla="*/ 421731 h 1775991"/>
                <a:gd name="csX304" fmla="*/ 1195836 w 3550018"/>
                <a:gd name="csY304" fmla="*/ 402800 h 1775991"/>
                <a:gd name="csX305" fmla="*/ 1229837 w 3550018"/>
                <a:gd name="csY305" fmla="*/ 391828 h 1775991"/>
                <a:gd name="csX306" fmla="*/ 1247820 w 3550018"/>
                <a:gd name="csY306" fmla="*/ 409336 h 1775991"/>
                <a:gd name="csX307" fmla="*/ 1270646 w 3550018"/>
                <a:gd name="csY307" fmla="*/ 423221 h 1775991"/>
                <a:gd name="csX308" fmla="*/ 1301633 w 3550018"/>
                <a:gd name="csY308" fmla="*/ 438495 h 1775991"/>
                <a:gd name="csX309" fmla="*/ 1322833 w 3550018"/>
                <a:gd name="csY309" fmla="*/ 462776 h 1775991"/>
                <a:gd name="csX310" fmla="*/ 1357444 w 3550018"/>
                <a:gd name="csY310" fmla="*/ 501417 h 1775991"/>
                <a:gd name="csX311" fmla="*/ 1415016 w 3550018"/>
                <a:gd name="csY311" fmla="*/ 522956 h 1775991"/>
                <a:gd name="csX312" fmla="*/ 1415964 w 3550018"/>
                <a:gd name="csY312" fmla="*/ 544325 h 1775991"/>
                <a:gd name="csX313" fmla="*/ 1397134 w 3550018"/>
                <a:gd name="csY313" fmla="*/ 560649 h 1775991"/>
                <a:gd name="csX314" fmla="*/ 1397134 w 3550018"/>
                <a:gd name="csY314" fmla="*/ 560649 h 1775991"/>
                <a:gd name="csX315" fmla="*/ 1397134 w 3550018"/>
                <a:gd name="csY315" fmla="*/ 560649 h 1775991"/>
                <a:gd name="csX316" fmla="*/ 1378508 w 3550018"/>
                <a:gd name="csY316" fmla="*/ 547915 h 1775991"/>
                <a:gd name="csX317" fmla="*/ 1348673 w 3550018"/>
                <a:gd name="csY317" fmla="*/ 537112 h 1775991"/>
                <a:gd name="csX318" fmla="*/ 1339088 w 3550018"/>
                <a:gd name="csY318" fmla="*/ 507581 h 1775991"/>
                <a:gd name="csX319" fmla="*/ 1295435 w 3550018"/>
                <a:gd name="csY319" fmla="*/ 480183 h 1775991"/>
                <a:gd name="csX320" fmla="*/ 1277182 w 3550018"/>
                <a:gd name="csY320" fmla="*/ 448214 h 1775991"/>
                <a:gd name="csX321" fmla="*/ 1244671 w 3550018"/>
                <a:gd name="csY321" fmla="*/ 446013 h 1775991"/>
                <a:gd name="csX322" fmla="*/ 1190824 w 3550018"/>
                <a:gd name="csY322" fmla="*/ 445200 h 1775991"/>
                <a:gd name="csX323" fmla="*/ 1151133 w 3550018"/>
                <a:gd name="csY323" fmla="*/ 435447 h 1775991"/>
                <a:gd name="csX324" fmla="*/ 1081099 w 3550018"/>
                <a:gd name="csY324" fmla="*/ 400294 h 1775991"/>
                <a:gd name="csX325" fmla="*/ 1048689 w 3550018"/>
                <a:gd name="csY325" fmla="*/ 393859 h 1775991"/>
                <a:gd name="csX326" fmla="*/ 989458 w 3550018"/>
                <a:gd name="csY326" fmla="*/ 381803 h 1775991"/>
                <a:gd name="csX327" fmla="*/ 942554 w 3550018"/>
                <a:gd name="csY327" fmla="*/ 384682 h 1775991"/>
                <a:gd name="csX328" fmla="*/ 875940 w 3550018"/>
                <a:gd name="csY328" fmla="*/ 369104 h 1775991"/>
                <a:gd name="csX329" fmla="*/ 835707 w 3550018"/>
                <a:gd name="csY329" fmla="*/ 354677 h 1775991"/>
                <a:gd name="csX330" fmla="*/ 798116 w 3550018"/>
                <a:gd name="csY330" fmla="*/ 361856 h 1775991"/>
                <a:gd name="csX331" fmla="*/ 805092 w 3550018"/>
                <a:gd name="csY331" fmla="*/ 385393 h 1775991"/>
                <a:gd name="csX332" fmla="*/ 786364 w 3550018"/>
                <a:gd name="csY332" fmla="*/ 387560 h 1775991"/>
                <a:gd name="csX333" fmla="*/ 747182 w 3550018"/>
                <a:gd name="csY333" fmla="*/ 394605 h 1775991"/>
                <a:gd name="csX334" fmla="*/ 717380 w 3550018"/>
                <a:gd name="csY334" fmla="*/ 406051 h 1775991"/>
                <a:gd name="csX335" fmla="*/ 679856 w 3550018"/>
                <a:gd name="csY335" fmla="*/ 413231 h 1775991"/>
                <a:gd name="csX336" fmla="*/ 675014 w 3550018"/>
                <a:gd name="csY336" fmla="*/ 393284 h 1775991"/>
                <a:gd name="csX337" fmla="*/ 690219 w 3550018"/>
                <a:gd name="csY337" fmla="*/ 360061 h 1775991"/>
                <a:gd name="csX338" fmla="*/ 726219 w 3550018"/>
                <a:gd name="csY338" fmla="*/ 349631 h 1775991"/>
                <a:gd name="csX339" fmla="*/ 716939 w 3550018"/>
                <a:gd name="csY339" fmla="*/ 341164 h 1775991"/>
                <a:gd name="csX340" fmla="*/ 673761 w 3550018"/>
                <a:gd name="csY340" fmla="*/ 360028 h 1775991"/>
                <a:gd name="csX341" fmla="*/ 650664 w 3550018"/>
                <a:gd name="csY341" fmla="*/ 382548 h 1775991"/>
                <a:gd name="csX342" fmla="*/ 601863 w 3550018"/>
                <a:gd name="csY342" fmla="*/ 406661 h 1775991"/>
                <a:gd name="csX343" fmla="*/ 626619 w 3550018"/>
                <a:gd name="csY343" fmla="*/ 423086 h 1775991"/>
                <a:gd name="csX344" fmla="*/ 594650 w 3550018"/>
                <a:gd name="csY344" fmla="*/ 447435 h 1775991"/>
                <a:gd name="csX345" fmla="*/ 558244 w 3550018"/>
                <a:gd name="csY345" fmla="*/ 461591 h 1775991"/>
                <a:gd name="csX346" fmla="*/ 524345 w 3550018"/>
                <a:gd name="csY346" fmla="*/ 471920 h 1775991"/>
                <a:gd name="csX347" fmla="*/ 515946 w 3550018"/>
                <a:gd name="csY347" fmla="*/ 486923 h 1775991"/>
                <a:gd name="csX348" fmla="*/ 463081 w 3550018"/>
                <a:gd name="csY348" fmla="*/ 504398 h 1775991"/>
                <a:gd name="csX349" fmla="*/ 452380 w 3550018"/>
                <a:gd name="csY349" fmla="*/ 520315 h 1775991"/>
                <a:gd name="csX350" fmla="*/ 412757 w 3550018"/>
                <a:gd name="csY350" fmla="*/ 534775 h 1775991"/>
                <a:gd name="csX351" fmla="*/ 389491 w 3550018"/>
                <a:gd name="csY351" fmla="*/ 532168 h 1775991"/>
                <a:gd name="csX352" fmla="*/ 357894 w 3550018"/>
                <a:gd name="csY352" fmla="*/ 541616 h 1775991"/>
                <a:gd name="csX353" fmla="*/ 323520 w 3550018"/>
                <a:gd name="csY353" fmla="*/ 553164 h 1775991"/>
                <a:gd name="csX354" fmla="*/ 295378 w 3550018"/>
                <a:gd name="csY354" fmla="*/ 564476 h 1775991"/>
                <a:gd name="csX355" fmla="*/ 237230 w 3550018"/>
                <a:gd name="csY355" fmla="*/ 574161 h 1775991"/>
                <a:gd name="csX356" fmla="*/ 231947 w 3550018"/>
                <a:gd name="csY356" fmla="*/ 568472 h 1775991"/>
                <a:gd name="csX357" fmla="*/ 268996 w 3550018"/>
                <a:gd name="csY357" fmla="*/ 552656 h 1775991"/>
                <a:gd name="csX358" fmla="*/ 302117 w 3550018"/>
                <a:gd name="csY358" fmla="*/ 542192 h 1775991"/>
                <a:gd name="csX359" fmla="*/ 338218 w 3550018"/>
                <a:gd name="csY359" fmla="*/ 523667 h 1775991"/>
                <a:gd name="csX360" fmla="*/ 380212 w 3550018"/>
                <a:gd name="csY360" fmla="*/ 519840 h 1775991"/>
                <a:gd name="csX361" fmla="*/ 396907 w 3550018"/>
                <a:gd name="csY361" fmla="*/ 505955 h 1775991"/>
                <a:gd name="csX362" fmla="*/ 443879 w 3550018"/>
                <a:gd name="csY362" fmla="*/ 485670 h 1775991"/>
                <a:gd name="csX363" fmla="*/ 451431 w 3550018"/>
                <a:gd name="csY363" fmla="*/ 478897 h 1775991"/>
                <a:gd name="csX364" fmla="*/ 476424 w 3550018"/>
                <a:gd name="csY364" fmla="*/ 466942 h 1775991"/>
                <a:gd name="csX365" fmla="*/ 482283 w 3550018"/>
                <a:gd name="csY365" fmla="*/ 441272 h 1775991"/>
                <a:gd name="csX366" fmla="*/ 499487 w 3550018"/>
                <a:gd name="csY366" fmla="*/ 421257 h 1775991"/>
                <a:gd name="csX367" fmla="*/ 460440 w 3550018"/>
                <a:gd name="csY367" fmla="*/ 431518 h 1775991"/>
                <a:gd name="csX368" fmla="*/ 449535 w 3550018"/>
                <a:gd name="csY368" fmla="*/ 425693 h 1775991"/>
                <a:gd name="csX369" fmla="*/ 431180 w 3550018"/>
                <a:gd name="csY369" fmla="*/ 438021 h 1775991"/>
                <a:gd name="csX370" fmla="*/ 409065 w 3550018"/>
                <a:gd name="csY370" fmla="*/ 420851 h 1775991"/>
                <a:gd name="csX371" fmla="*/ 399955 w 3550018"/>
                <a:gd name="csY371" fmla="*/ 432975 h 1775991"/>
                <a:gd name="csX372" fmla="*/ 387290 w 3550018"/>
                <a:gd name="csY372" fmla="*/ 416109 h 1775991"/>
                <a:gd name="csX373" fmla="*/ 353424 w 3550018"/>
                <a:gd name="csY373" fmla="*/ 429656 h 1775991"/>
                <a:gd name="csX374" fmla="*/ 332630 w 3550018"/>
                <a:gd name="csY374" fmla="*/ 429622 h 1775991"/>
                <a:gd name="csX375" fmla="*/ 329718 w 3550018"/>
                <a:gd name="csY375" fmla="*/ 409472 h 1775991"/>
                <a:gd name="csX376" fmla="*/ 335847 w 3550018"/>
                <a:gd name="csY376" fmla="*/ 397043 h 1775991"/>
                <a:gd name="csX377" fmla="*/ 314038 w 3550018"/>
                <a:gd name="csY377" fmla="*/ 384987 h 1775991"/>
                <a:gd name="csX378" fmla="*/ 270012 w 3550018"/>
                <a:gd name="csY378" fmla="*/ 391489 h 1775991"/>
                <a:gd name="csX379" fmla="*/ 241429 w 3550018"/>
                <a:gd name="csY379" fmla="*/ 375606 h 1775991"/>
                <a:gd name="csX380" fmla="*/ 218265 w 3550018"/>
                <a:gd name="csY380" fmla="*/ 367478 h 1775991"/>
                <a:gd name="csX381" fmla="*/ 218096 w 3550018"/>
                <a:gd name="csY381" fmla="*/ 348276 h 1775991"/>
                <a:gd name="csX382" fmla="*/ 192019 w 3550018"/>
                <a:gd name="csY382" fmla="*/ 333849 h 1775991"/>
                <a:gd name="csX383" fmla="*/ 205125 w 3550018"/>
                <a:gd name="csY383" fmla="*/ 314376 h 1775991"/>
                <a:gd name="csX384" fmla="*/ 232726 w 3550018"/>
                <a:gd name="csY384" fmla="*/ 295479 h 1775991"/>
                <a:gd name="csX385" fmla="*/ 244782 w 3550018"/>
                <a:gd name="csY385" fmla="*/ 278106 h 1775991"/>
                <a:gd name="csX386" fmla="*/ 272213 w 3550018"/>
                <a:gd name="csY386" fmla="*/ 275634 h 1775991"/>
                <a:gd name="csX387" fmla="*/ 295445 w 3550018"/>
                <a:gd name="csY387" fmla="*/ 281052 h 1775991"/>
                <a:gd name="csX388" fmla="*/ 322741 w 3550018"/>
                <a:gd name="csY388" fmla="*/ 264695 h 1775991"/>
                <a:gd name="csX389" fmla="*/ 347362 w 3550018"/>
                <a:gd name="csY389" fmla="*/ 267608 h 1775991"/>
                <a:gd name="csX390" fmla="*/ 373134 w 3550018"/>
                <a:gd name="csY390" fmla="*/ 257109 h 1775991"/>
                <a:gd name="csX391" fmla="*/ 366868 w 3550018"/>
                <a:gd name="csY391" fmla="*/ 241633 h 1775991"/>
                <a:gd name="csX392" fmla="*/ 347904 w 3550018"/>
                <a:gd name="csY392" fmla="*/ 235537 h 1775991"/>
                <a:gd name="csX393" fmla="*/ 372964 w 3550018"/>
                <a:gd name="csY393" fmla="*/ 222465 h 1775991"/>
                <a:gd name="csX394" fmla="*/ 352171 w 3550018"/>
                <a:gd name="csY394" fmla="*/ 222871 h 1775991"/>
                <a:gd name="csX395" fmla="*/ 316239 w 3550018"/>
                <a:gd name="csY395" fmla="*/ 230254 h 1775991"/>
                <a:gd name="csX396" fmla="*/ 305910 w 3550018"/>
                <a:gd name="csY396" fmla="*/ 237704 h 1775991"/>
                <a:gd name="csX397" fmla="*/ 279224 w 3550018"/>
                <a:gd name="csY397" fmla="*/ 230254 h 1775991"/>
                <a:gd name="csX398" fmla="*/ 231304 w 3550018"/>
                <a:gd name="csY398" fmla="*/ 234047 h 1775991"/>
                <a:gd name="csX399" fmla="*/ 181724 w 3550018"/>
                <a:gd name="csY399" fmla="*/ 225919 h 1775991"/>
                <a:gd name="csX400" fmla="*/ 167500 w 3550018"/>
                <a:gd name="csY400" fmla="*/ 212305 h 1775991"/>
                <a:gd name="csX401" fmla="*/ 124626 w 3550018"/>
                <a:gd name="csY401" fmla="*/ 192629 h 1775991"/>
                <a:gd name="csX402" fmla="*/ 172242 w 3550018"/>
                <a:gd name="csY402" fmla="*/ 178473 h 1775991"/>
                <a:gd name="csX403" fmla="*/ 247762 w 3550018"/>
                <a:gd name="csY403" fmla="*/ 161913 h 1775991"/>
                <a:gd name="csX404" fmla="*/ 275600 w 3550018"/>
                <a:gd name="csY404" fmla="*/ 161913 h 1775991"/>
                <a:gd name="csX405" fmla="*/ 270994 w 3550018"/>
                <a:gd name="csY405" fmla="*/ 178845 h 1775991"/>
                <a:gd name="csX406" fmla="*/ 342485 w 3550018"/>
                <a:gd name="csY406" fmla="*/ 177525 h 1775991"/>
                <a:gd name="csX407" fmla="*/ 314986 w 3550018"/>
                <a:gd name="csY407" fmla="*/ 156528 h 1775991"/>
                <a:gd name="csX408" fmla="*/ 273331 w 3550018"/>
                <a:gd name="csY408" fmla="*/ 143659 h 1775991"/>
                <a:gd name="csX409" fmla="*/ 249252 w 3550018"/>
                <a:gd name="csY409" fmla="*/ 126726 h 1775991"/>
                <a:gd name="csX410" fmla="*/ 216775 w 3550018"/>
                <a:gd name="csY410" fmla="*/ 112265 h 1775991"/>
                <a:gd name="csX411" fmla="*/ 170243 w 3550018"/>
                <a:gd name="csY411" fmla="*/ 101564 h 1775991"/>
                <a:gd name="csX412" fmla="*/ 189174 w 3550018"/>
                <a:gd name="csY412" fmla="*/ 83818 h 1775991"/>
                <a:gd name="csX413" fmla="*/ 249252 w 3550018"/>
                <a:gd name="csY413" fmla="*/ 82700 h 1775991"/>
                <a:gd name="csX414" fmla="*/ 291991 w 3550018"/>
                <a:gd name="csY414" fmla="*/ 67291 h 1775991"/>
                <a:gd name="csX415" fmla="*/ 300051 w 3550018"/>
                <a:gd name="csY415" fmla="*/ 50799 h 1775991"/>
                <a:gd name="csX416" fmla="*/ 334662 w 3550018"/>
                <a:gd name="csY416" fmla="*/ 34712 h 1775991"/>
                <a:gd name="csX417" fmla="*/ 367647 w 3550018"/>
                <a:gd name="csY417" fmla="*/ 30818 h 1775991"/>
                <a:gd name="csX418" fmla="*/ 431857 w 3550018"/>
                <a:gd name="csY418" fmla="*/ 15781 h 1775991"/>
                <a:gd name="csX419" fmla="*/ 462980 w 3550018"/>
                <a:gd name="csY419" fmla="*/ 18050 h 1775991"/>
                <a:gd name="csX420" fmla="*/ 515099 w 3550018"/>
                <a:gd name="csY420" fmla="*/ 0 h 1775991"/>
                <a:gd name="csX421" fmla="*/ 566338 w 3550018"/>
                <a:gd name="csY421" fmla="*/ 7112 h 1775991"/>
                <a:gd name="csX422" fmla="*/ 590857 w 3550018"/>
                <a:gd name="csY422" fmla="*/ 22419 h 1775991"/>
                <a:gd name="csX423" fmla="*/ 605893 w 3550018"/>
                <a:gd name="csY423" fmla="*/ 15849 h 1775991"/>
                <a:gd name="csX424" fmla="*/ 663127 w 3550018"/>
                <a:gd name="csY424" fmla="*/ 17881 h 1775991"/>
                <a:gd name="csX425" fmla="*/ 661095 w 3550018"/>
                <a:gd name="csY425" fmla="*/ 25670 h 1775991"/>
                <a:gd name="csX426" fmla="*/ 712909 w 3550018"/>
                <a:gd name="csY426" fmla="*/ 31427 h 1775991"/>
                <a:gd name="csX427" fmla="*/ 747453 w 3550018"/>
                <a:gd name="csY427" fmla="*/ 28041 h 1775991"/>
                <a:gd name="csX428" fmla="*/ 818808 w 3550018"/>
                <a:gd name="csY428" fmla="*/ 38742 h 1775991"/>
                <a:gd name="csX429" fmla="*/ 883932 w 3550018"/>
                <a:gd name="csY429" fmla="*/ 41926 h 1775991"/>
                <a:gd name="csX430" fmla="*/ 910009 w 3550018"/>
                <a:gd name="csY430" fmla="*/ 46328 h 1775991"/>
                <a:gd name="csX431" fmla="*/ 955084 w 3550018"/>
                <a:gd name="csY431" fmla="*/ 40808 h 1775991"/>
                <a:gd name="csX432" fmla="*/ 1006424 w 3550018"/>
                <a:gd name="csY432" fmla="*/ 51002 h 1775991"/>
                <a:gd name="csX433" fmla="*/ 1043237 w 3550018"/>
                <a:gd name="csY433" fmla="*/ 55743 h 1775991"/>
                <a:gd name="csX434" fmla="*/ 1043237 w 3550018"/>
                <a:gd name="csY434" fmla="*/ 55743 h 1775991"/>
                <a:gd name="csX435" fmla="*/ 1998 w 3550018"/>
                <a:gd name="csY435" fmla="*/ 256534 h 1775991"/>
                <a:gd name="csX436" fmla="*/ 22927 w 3550018"/>
                <a:gd name="csY436" fmla="*/ 263002 h 1775991"/>
                <a:gd name="csX437" fmla="*/ 44026 w 3550018"/>
                <a:gd name="csY437" fmla="*/ 259514 h 1775991"/>
                <a:gd name="csX438" fmla="*/ 71389 w 3550018"/>
                <a:gd name="csY438" fmla="*/ 268454 h 1775991"/>
                <a:gd name="csX439" fmla="*/ 105052 w 3550018"/>
                <a:gd name="csY439" fmla="*/ 272959 h 1775991"/>
                <a:gd name="csX440" fmla="*/ 102241 w 3550018"/>
                <a:gd name="csY440" fmla="*/ 276650 h 1775991"/>
                <a:gd name="csX441" fmla="*/ 76604 w 3550018"/>
                <a:gd name="csY441" fmla="*/ 283829 h 1775991"/>
                <a:gd name="csX442" fmla="*/ 50799 w 3550018"/>
                <a:gd name="csY442" fmla="*/ 276481 h 1775991"/>
                <a:gd name="csX443" fmla="*/ 37930 w 3550018"/>
                <a:gd name="csY443" fmla="*/ 270317 h 1775991"/>
                <a:gd name="csX444" fmla="*/ 8060 w 3550018"/>
                <a:gd name="csY444" fmla="*/ 272281 h 1775991"/>
                <a:gd name="csX445" fmla="*/ 0 w 3550018"/>
                <a:gd name="csY445" fmla="*/ 269301 h 1775991"/>
                <a:gd name="csX446" fmla="*/ 1998 w 3550018"/>
                <a:gd name="csY446" fmla="*/ 256534 h 17759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</a:cxnLst>
              <a:rect l="l" t="t" r="r" b="b"/>
              <a:pathLst>
                <a:path w="3550018" h="1775991">
                  <a:moveTo>
                    <a:pt x="1657766" y="757172"/>
                  </a:moveTo>
                  <a:lnTo>
                    <a:pt x="1753945" y="757172"/>
                  </a:lnTo>
                  <a:lnTo>
                    <a:pt x="1854492" y="757172"/>
                  </a:lnTo>
                  <a:lnTo>
                    <a:pt x="1887782" y="757172"/>
                  </a:lnTo>
                  <a:lnTo>
                    <a:pt x="1991005" y="757172"/>
                  </a:lnTo>
                  <a:lnTo>
                    <a:pt x="2090910" y="757172"/>
                  </a:lnTo>
                  <a:lnTo>
                    <a:pt x="2192507" y="757172"/>
                  </a:lnTo>
                  <a:lnTo>
                    <a:pt x="2294172" y="757172"/>
                  </a:lnTo>
                  <a:lnTo>
                    <a:pt x="2409248" y="757172"/>
                  </a:lnTo>
                  <a:lnTo>
                    <a:pt x="2525103" y="757138"/>
                  </a:lnTo>
                  <a:lnTo>
                    <a:pt x="2595206" y="757172"/>
                  </a:lnTo>
                  <a:lnTo>
                    <a:pt x="2595307" y="744168"/>
                  </a:lnTo>
                  <a:lnTo>
                    <a:pt x="2606754" y="743998"/>
                  </a:lnTo>
                  <a:lnTo>
                    <a:pt x="2612782" y="762591"/>
                  </a:lnTo>
                  <a:lnTo>
                    <a:pt x="2623314" y="768314"/>
                  </a:lnTo>
                  <a:lnTo>
                    <a:pt x="2646953" y="770414"/>
                  </a:lnTo>
                  <a:lnTo>
                    <a:pt x="2681530" y="775798"/>
                  </a:lnTo>
                  <a:lnTo>
                    <a:pt x="2714379" y="786297"/>
                  </a:lnTo>
                  <a:lnTo>
                    <a:pt x="2741811" y="781894"/>
                  </a:lnTo>
                  <a:lnTo>
                    <a:pt x="2783466" y="790699"/>
                  </a:lnTo>
                  <a:lnTo>
                    <a:pt x="2794540" y="790361"/>
                  </a:lnTo>
                  <a:lnTo>
                    <a:pt x="2824850" y="780777"/>
                  </a:lnTo>
                  <a:lnTo>
                    <a:pt x="2856616" y="793070"/>
                  </a:lnTo>
                  <a:lnTo>
                    <a:pt x="2889737" y="806176"/>
                  </a:lnTo>
                  <a:lnTo>
                    <a:pt x="2917168" y="817453"/>
                  </a:lnTo>
                  <a:lnTo>
                    <a:pt x="2943448" y="828290"/>
                  </a:lnTo>
                  <a:lnTo>
                    <a:pt x="2946733" y="837197"/>
                  </a:lnTo>
                  <a:lnTo>
                    <a:pt x="2954691" y="840516"/>
                  </a:lnTo>
                  <a:lnTo>
                    <a:pt x="2952625" y="843869"/>
                  </a:lnTo>
                  <a:lnTo>
                    <a:pt x="2961702" y="844918"/>
                  </a:lnTo>
                  <a:lnTo>
                    <a:pt x="2968305" y="841430"/>
                  </a:lnTo>
                  <a:lnTo>
                    <a:pt x="2969999" y="849456"/>
                  </a:lnTo>
                  <a:lnTo>
                    <a:pt x="2976806" y="854807"/>
                  </a:lnTo>
                  <a:lnTo>
                    <a:pt x="2986119" y="854807"/>
                  </a:lnTo>
                  <a:lnTo>
                    <a:pt x="2991063" y="858939"/>
                  </a:lnTo>
                  <a:lnTo>
                    <a:pt x="2986898" y="864967"/>
                  </a:lnTo>
                  <a:lnTo>
                    <a:pt x="3022186" y="880850"/>
                  </a:lnTo>
                  <a:lnTo>
                    <a:pt x="3029399" y="911600"/>
                  </a:lnTo>
                  <a:lnTo>
                    <a:pt x="3036172" y="941030"/>
                  </a:lnTo>
                  <a:lnTo>
                    <a:pt x="3026284" y="961044"/>
                  </a:lnTo>
                  <a:lnTo>
                    <a:pt x="3010367" y="979671"/>
                  </a:lnTo>
                  <a:lnTo>
                    <a:pt x="3002916" y="991524"/>
                  </a:lnTo>
                  <a:lnTo>
                    <a:pt x="3002171" y="995046"/>
                  </a:lnTo>
                  <a:lnTo>
                    <a:pt x="3005964" y="999888"/>
                  </a:lnTo>
                  <a:lnTo>
                    <a:pt x="3017478" y="1005239"/>
                  </a:lnTo>
                  <a:lnTo>
                    <a:pt x="3025979" y="1005239"/>
                  </a:lnTo>
                  <a:lnTo>
                    <a:pt x="3065297" y="987155"/>
                  </a:lnTo>
                  <a:lnTo>
                    <a:pt x="3100213" y="981838"/>
                  </a:lnTo>
                  <a:lnTo>
                    <a:pt x="3144509" y="964973"/>
                  </a:lnTo>
                  <a:lnTo>
                    <a:pt x="3145153" y="961552"/>
                  </a:lnTo>
                  <a:lnTo>
                    <a:pt x="3142105" y="951223"/>
                  </a:lnTo>
                  <a:lnTo>
                    <a:pt x="3136619" y="944586"/>
                  </a:lnTo>
                  <a:lnTo>
                    <a:pt x="3151926" y="939201"/>
                  </a:lnTo>
                  <a:lnTo>
                    <a:pt x="3185182" y="939065"/>
                  </a:lnTo>
                  <a:lnTo>
                    <a:pt x="3216271" y="939065"/>
                  </a:lnTo>
                  <a:lnTo>
                    <a:pt x="3227108" y="925892"/>
                  </a:lnTo>
                  <a:lnTo>
                    <a:pt x="3231341" y="923250"/>
                  </a:lnTo>
                  <a:lnTo>
                    <a:pt x="3267137" y="898867"/>
                  </a:lnTo>
                  <a:lnTo>
                    <a:pt x="3282411" y="892635"/>
                  </a:lnTo>
                  <a:lnTo>
                    <a:pt x="3333853" y="892398"/>
                  </a:lnTo>
                  <a:lnTo>
                    <a:pt x="3396268" y="892364"/>
                  </a:lnTo>
                  <a:lnTo>
                    <a:pt x="3399654" y="884000"/>
                  </a:lnTo>
                  <a:lnTo>
                    <a:pt x="3410491" y="882306"/>
                  </a:lnTo>
                  <a:lnTo>
                    <a:pt x="3424884" y="877057"/>
                  </a:lnTo>
                  <a:lnTo>
                    <a:pt x="3436907" y="861648"/>
                  </a:lnTo>
                  <a:lnTo>
                    <a:pt x="3447236" y="835301"/>
                  </a:lnTo>
                  <a:lnTo>
                    <a:pt x="3473075" y="809732"/>
                  </a:lnTo>
                  <a:lnTo>
                    <a:pt x="3484319" y="818638"/>
                  </a:lnTo>
                  <a:lnTo>
                    <a:pt x="3507043" y="812881"/>
                  </a:lnTo>
                  <a:lnTo>
                    <a:pt x="3522079" y="822669"/>
                  </a:lnTo>
                  <a:lnTo>
                    <a:pt x="3522045" y="868828"/>
                  </a:lnTo>
                  <a:lnTo>
                    <a:pt x="3544194" y="887962"/>
                  </a:lnTo>
                  <a:lnTo>
                    <a:pt x="3550019" y="899070"/>
                  </a:lnTo>
                  <a:lnTo>
                    <a:pt x="3513850" y="915495"/>
                  </a:lnTo>
                  <a:lnTo>
                    <a:pt x="3479070" y="927179"/>
                  </a:lnTo>
                  <a:lnTo>
                    <a:pt x="3443307" y="937203"/>
                  </a:lnTo>
                  <a:lnTo>
                    <a:pt x="3425392" y="957319"/>
                  </a:lnTo>
                  <a:lnTo>
                    <a:pt x="3419635" y="964939"/>
                  </a:lnTo>
                  <a:lnTo>
                    <a:pt x="3419297" y="982888"/>
                  </a:lnTo>
                  <a:lnTo>
                    <a:pt x="3430472" y="1000837"/>
                  </a:lnTo>
                  <a:lnTo>
                    <a:pt x="3444526" y="1001683"/>
                  </a:lnTo>
                  <a:lnTo>
                    <a:pt x="3440971" y="989322"/>
                  </a:lnTo>
                  <a:lnTo>
                    <a:pt x="3451130" y="996840"/>
                  </a:lnTo>
                  <a:lnTo>
                    <a:pt x="3448421" y="1006526"/>
                  </a:lnTo>
                  <a:lnTo>
                    <a:pt x="3425562" y="1012012"/>
                  </a:lnTo>
                  <a:lnTo>
                    <a:pt x="3409306" y="1011369"/>
                  </a:lnTo>
                  <a:lnTo>
                    <a:pt x="3384245" y="1017262"/>
                  </a:lnTo>
                  <a:lnTo>
                    <a:pt x="3369514" y="1018955"/>
                  </a:lnTo>
                  <a:lnTo>
                    <a:pt x="3349838" y="1020614"/>
                  </a:lnTo>
                  <a:lnTo>
                    <a:pt x="3321594" y="1030435"/>
                  </a:lnTo>
                  <a:lnTo>
                    <a:pt x="3371343" y="1024069"/>
                  </a:lnTo>
                  <a:lnTo>
                    <a:pt x="3381367" y="1030469"/>
                  </a:lnTo>
                  <a:lnTo>
                    <a:pt x="3333955" y="1040629"/>
                  </a:lnTo>
                  <a:lnTo>
                    <a:pt x="3312382" y="1040697"/>
                  </a:lnTo>
                  <a:lnTo>
                    <a:pt x="3313398" y="1036531"/>
                  </a:lnTo>
                  <a:lnTo>
                    <a:pt x="3303069" y="1045912"/>
                  </a:lnTo>
                  <a:lnTo>
                    <a:pt x="3313059" y="1047470"/>
                  </a:lnTo>
                  <a:lnTo>
                    <a:pt x="3305744" y="1071819"/>
                  </a:lnTo>
                  <a:lnTo>
                    <a:pt x="3281090" y="1097862"/>
                  </a:lnTo>
                  <a:lnTo>
                    <a:pt x="3278584" y="1089193"/>
                  </a:lnTo>
                  <a:lnTo>
                    <a:pt x="3271134" y="1087432"/>
                  </a:lnTo>
                  <a:lnTo>
                    <a:pt x="3260026" y="1078965"/>
                  </a:lnTo>
                  <a:lnTo>
                    <a:pt x="3267070" y="1097185"/>
                  </a:lnTo>
                  <a:lnTo>
                    <a:pt x="3275468" y="1103213"/>
                  </a:lnTo>
                  <a:lnTo>
                    <a:pt x="3275976" y="1116014"/>
                  </a:lnTo>
                  <a:lnTo>
                    <a:pt x="3265139" y="1129154"/>
                  </a:lnTo>
                  <a:lnTo>
                    <a:pt x="3246073" y="1156213"/>
                  </a:lnTo>
                  <a:lnTo>
                    <a:pt x="3242991" y="1154858"/>
                  </a:lnTo>
                  <a:lnTo>
                    <a:pt x="3253456" y="1131830"/>
                  </a:lnTo>
                  <a:lnTo>
                    <a:pt x="3236150" y="1118893"/>
                  </a:lnTo>
                  <a:lnTo>
                    <a:pt x="3232188" y="1090750"/>
                  </a:lnTo>
                  <a:lnTo>
                    <a:pt x="3225652" y="1105381"/>
                  </a:lnTo>
                  <a:lnTo>
                    <a:pt x="3232899" y="1126885"/>
                  </a:lnTo>
                  <a:lnTo>
                    <a:pt x="3210514" y="1121568"/>
                  </a:lnTo>
                  <a:lnTo>
                    <a:pt x="3233813" y="1132473"/>
                  </a:lnTo>
                  <a:lnTo>
                    <a:pt x="3235270" y="1164713"/>
                  </a:lnTo>
                  <a:lnTo>
                    <a:pt x="3244989" y="1167050"/>
                  </a:lnTo>
                  <a:lnTo>
                    <a:pt x="3248511" y="1178768"/>
                  </a:lnTo>
                  <a:lnTo>
                    <a:pt x="3253286" y="1212634"/>
                  </a:lnTo>
                  <a:lnTo>
                    <a:pt x="3231748" y="1237762"/>
                  </a:lnTo>
                  <a:lnTo>
                    <a:pt x="3196696" y="1247820"/>
                  </a:lnTo>
                  <a:lnTo>
                    <a:pt x="3174447" y="1267699"/>
                  </a:lnTo>
                  <a:lnTo>
                    <a:pt x="3157548" y="1269867"/>
                  </a:lnTo>
                  <a:lnTo>
                    <a:pt x="3140378" y="1282296"/>
                  </a:lnTo>
                  <a:lnTo>
                    <a:pt x="3135535" y="1293674"/>
                  </a:lnTo>
                  <a:lnTo>
                    <a:pt x="3098384" y="1315653"/>
                  </a:lnTo>
                  <a:lnTo>
                    <a:pt x="3079284" y="1331773"/>
                  </a:lnTo>
                  <a:lnTo>
                    <a:pt x="3063333" y="1351856"/>
                  </a:lnTo>
                  <a:lnTo>
                    <a:pt x="3058118" y="1375901"/>
                  </a:lnTo>
                  <a:lnTo>
                    <a:pt x="3064078" y="1399404"/>
                  </a:lnTo>
                  <a:lnTo>
                    <a:pt x="3075389" y="1428393"/>
                  </a:lnTo>
                  <a:lnTo>
                    <a:pt x="3090425" y="1452370"/>
                  </a:lnTo>
                  <a:lnTo>
                    <a:pt x="3090629" y="1467000"/>
                  </a:lnTo>
                  <a:lnTo>
                    <a:pt x="3106647" y="1506284"/>
                  </a:lnTo>
                  <a:lnTo>
                    <a:pt x="3105597" y="1529110"/>
                  </a:lnTo>
                  <a:lnTo>
                    <a:pt x="3104107" y="1542283"/>
                  </a:lnTo>
                  <a:lnTo>
                    <a:pt x="3095675" y="1562975"/>
                  </a:lnTo>
                  <a:lnTo>
                    <a:pt x="3085549" y="1567243"/>
                  </a:lnTo>
                  <a:lnTo>
                    <a:pt x="3068887" y="1563145"/>
                  </a:lnTo>
                  <a:lnTo>
                    <a:pt x="3063536" y="1548278"/>
                  </a:lnTo>
                  <a:lnTo>
                    <a:pt x="3050667" y="1540488"/>
                  </a:lnTo>
                  <a:lnTo>
                    <a:pt x="3032718" y="1511364"/>
                  </a:lnTo>
                  <a:lnTo>
                    <a:pt x="3016970" y="1485457"/>
                  </a:lnTo>
                  <a:lnTo>
                    <a:pt x="3011891" y="1472215"/>
                  </a:lnTo>
                  <a:lnTo>
                    <a:pt x="3018833" y="1449728"/>
                  </a:lnTo>
                  <a:lnTo>
                    <a:pt x="3009351" y="1431102"/>
                  </a:lnTo>
                  <a:lnTo>
                    <a:pt x="2982935" y="1402756"/>
                  </a:lnTo>
                  <a:lnTo>
                    <a:pt x="2969728" y="1397575"/>
                  </a:lnTo>
                  <a:lnTo>
                    <a:pt x="2935557" y="1412950"/>
                  </a:lnTo>
                  <a:lnTo>
                    <a:pt x="2929495" y="1411257"/>
                  </a:lnTo>
                  <a:lnTo>
                    <a:pt x="2913070" y="1395441"/>
                  </a:lnTo>
                  <a:lnTo>
                    <a:pt x="2891836" y="1387076"/>
                  </a:lnTo>
                  <a:lnTo>
                    <a:pt x="2853568" y="1391344"/>
                  </a:lnTo>
                  <a:lnTo>
                    <a:pt x="2823495" y="1387584"/>
                  </a:lnTo>
                  <a:lnTo>
                    <a:pt x="2797689" y="1389921"/>
                  </a:lnTo>
                  <a:lnTo>
                    <a:pt x="2783669" y="1395204"/>
                  </a:lnTo>
                  <a:lnTo>
                    <a:pt x="2789765" y="1404212"/>
                  </a:lnTo>
                  <a:lnTo>
                    <a:pt x="2789223" y="1417928"/>
                  </a:lnTo>
                  <a:lnTo>
                    <a:pt x="2796402" y="1424634"/>
                  </a:lnTo>
                  <a:lnTo>
                    <a:pt x="2789968" y="1429070"/>
                  </a:lnTo>
                  <a:lnTo>
                    <a:pt x="2777404" y="1424092"/>
                  </a:lnTo>
                  <a:lnTo>
                    <a:pt x="2764670" y="1430526"/>
                  </a:lnTo>
                  <a:lnTo>
                    <a:pt x="2740118" y="1429443"/>
                  </a:lnTo>
                  <a:lnTo>
                    <a:pt x="2714820" y="1411561"/>
                  </a:lnTo>
                  <a:lnTo>
                    <a:pt x="2685289" y="1415795"/>
                  </a:lnTo>
                  <a:lnTo>
                    <a:pt x="2660668" y="1407938"/>
                  </a:lnTo>
                  <a:lnTo>
                    <a:pt x="2639604" y="1410308"/>
                  </a:lnTo>
                  <a:lnTo>
                    <a:pt x="2611089" y="1418233"/>
                  </a:lnTo>
                  <a:lnTo>
                    <a:pt x="2580271" y="1443328"/>
                  </a:lnTo>
                  <a:lnTo>
                    <a:pt x="2546608" y="1457958"/>
                  </a:lnTo>
                  <a:lnTo>
                    <a:pt x="2528117" y="1474112"/>
                  </a:lnTo>
                  <a:lnTo>
                    <a:pt x="2520328" y="1489351"/>
                  </a:lnTo>
                  <a:lnTo>
                    <a:pt x="2519990" y="1512719"/>
                  </a:lnTo>
                  <a:lnTo>
                    <a:pt x="2521683" y="1528974"/>
                  </a:lnTo>
                  <a:lnTo>
                    <a:pt x="2528117" y="1540488"/>
                  </a:lnTo>
                  <a:lnTo>
                    <a:pt x="2514910" y="1541505"/>
                  </a:lnTo>
                  <a:lnTo>
                    <a:pt x="2490865" y="1534054"/>
                  </a:lnTo>
                  <a:lnTo>
                    <a:pt x="2464450" y="1523556"/>
                  </a:lnTo>
                  <a:lnTo>
                    <a:pt x="2454967" y="1507639"/>
                  </a:lnTo>
                  <a:lnTo>
                    <a:pt x="2447517" y="1483933"/>
                  </a:lnTo>
                  <a:lnTo>
                    <a:pt x="2427536" y="1464629"/>
                  </a:lnTo>
                  <a:lnTo>
                    <a:pt x="2415818" y="1444784"/>
                  </a:lnTo>
                  <a:lnTo>
                    <a:pt x="2398818" y="1421586"/>
                  </a:lnTo>
                  <a:lnTo>
                    <a:pt x="2374976" y="1408107"/>
                  </a:lnTo>
                  <a:lnTo>
                    <a:pt x="2347274" y="1408751"/>
                  </a:lnTo>
                  <a:lnTo>
                    <a:pt x="2325938" y="1435504"/>
                  </a:lnTo>
                  <a:lnTo>
                    <a:pt x="2297830" y="1425345"/>
                  </a:lnTo>
                  <a:lnTo>
                    <a:pt x="2280321" y="1415117"/>
                  </a:lnTo>
                  <a:lnTo>
                    <a:pt x="2271889" y="1396491"/>
                  </a:lnTo>
                  <a:lnTo>
                    <a:pt x="2260679" y="1378813"/>
                  </a:lnTo>
                  <a:lnTo>
                    <a:pt x="2240529" y="1363912"/>
                  </a:lnTo>
                  <a:lnTo>
                    <a:pt x="2223224" y="1353211"/>
                  </a:lnTo>
                  <a:lnTo>
                    <a:pt x="2210862" y="1341188"/>
                  </a:lnTo>
                  <a:lnTo>
                    <a:pt x="2152207" y="1341188"/>
                  </a:lnTo>
                  <a:lnTo>
                    <a:pt x="2152139" y="1355175"/>
                  </a:lnTo>
                  <a:lnTo>
                    <a:pt x="2125283" y="1355175"/>
                  </a:lnTo>
                  <a:lnTo>
                    <a:pt x="2057924" y="1355412"/>
                  </a:lnTo>
                  <a:lnTo>
                    <a:pt x="1980676" y="1331570"/>
                  </a:lnTo>
                  <a:lnTo>
                    <a:pt x="1929539" y="1315111"/>
                  </a:lnTo>
                  <a:lnTo>
                    <a:pt x="1932722" y="1308474"/>
                  </a:lnTo>
                  <a:lnTo>
                    <a:pt x="1889713" y="1312165"/>
                  </a:lnTo>
                  <a:lnTo>
                    <a:pt x="1851207" y="1314773"/>
                  </a:lnTo>
                  <a:lnTo>
                    <a:pt x="1845518" y="1297467"/>
                  </a:lnTo>
                  <a:lnTo>
                    <a:pt x="1823573" y="1277995"/>
                  </a:lnTo>
                  <a:lnTo>
                    <a:pt x="1807758" y="1273931"/>
                  </a:lnTo>
                  <a:lnTo>
                    <a:pt x="1804066" y="1264211"/>
                  </a:lnTo>
                  <a:lnTo>
                    <a:pt x="1785067" y="1262518"/>
                  </a:lnTo>
                  <a:lnTo>
                    <a:pt x="1772943" y="1253374"/>
                  </a:lnTo>
                  <a:lnTo>
                    <a:pt x="1741482" y="1250021"/>
                  </a:lnTo>
                  <a:lnTo>
                    <a:pt x="1732846" y="1244535"/>
                  </a:lnTo>
                  <a:lnTo>
                    <a:pt x="1728749" y="1225977"/>
                  </a:lnTo>
                  <a:lnTo>
                    <a:pt x="1695865" y="1191942"/>
                  </a:lnTo>
                  <a:lnTo>
                    <a:pt x="1667688" y="1144868"/>
                  </a:lnTo>
                  <a:lnTo>
                    <a:pt x="1668874" y="1137045"/>
                  </a:lnTo>
                  <a:lnTo>
                    <a:pt x="1653939" y="1125836"/>
                  </a:lnTo>
                  <a:lnTo>
                    <a:pt x="1627727" y="1097456"/>
                  </a:lnTo>
                  <a:lnTo>
                    <a:pt x="1623053" y="1069855"/>
                  </a:lnTo>
                  <a:lnTo>
                    <a:pt x="1605003" y="1051365"/>
                  </a:lnTo>
                  <a:lnTo>
                    <a:pt x="1612419" y="1023290"/>
                  </a:lnTo>
                  <a:lnTo>
                    <a:pt x="1611234" y="994233"/>
                  </a:lnTo>
                  <a:lnTo>
                    <a:pt x="1600431" y="968292"/>
                  </a:lnTo>
                  <a:lnTo>
                    <a:pt x="1613673" y="936390"/>
                  </a:lnTo>
                  <a:lnTo>
                    <a:pt x="1617770" y="905640"/>
                  </a:lnTo>
                  <a:lnTo>
                    <a:pt x="1621902" y="874924"/>
                  </a:lnTo>
                  <a:lnTo>
                    <a:pt x="1615772" y="829476"/>
                  </a:lnTo>
                  <a:lnTo>
                    <a:pt x="1605071" y="800520"/>
                  </a:lnTo>
                  <a:lnTo>
                    <a:pt x="1595216" y="784807"/>
                  </a:lnTo>
                  <a:lnTo>
                    <a:pt x="1599313" y="778169"/>
                  </a:lnTo>
                  <a:lnTo>
                    <a:pt x="1648283" y="789683"/>
                  </a:lnTo>
                  <a:lnTo>
                    <a:pt x="1666334" y="821653"/>
                  </a:lnTo>
                  <a:lnTo>
                    <a:pt x="1674699" y="812712"/>
                  </a:lnTo>
                  <a:lnTo>
                    <a:pt x="1669280" y="784942"/>
                  </a:lnTo>
                  <a:lnTo>
                    <a:pt x="1657766" y="757172"/>
                  </a:lnTo>
                  <a:close/>
                  <a:moveTo>
                    <a:pt x="555027" y="1736572"/>
                  </a:moveTo>
                  <a:lnTo>
                    <a:pt x="561021" y="1739518"/>
                  </a:lnTo>
                  <a:lnTo>
                    <a:pt x="566541" y="1744056"/>
                  </a:lnTo>
                  <a:lnTo>
                    <a:pt x="575177" y="1755909"/>
                  </a:lnTo>
                  <a:lnTo>
                    <a:pt x="574364" y="1757805"/>
                  </a:lnTo>
                  <a:lnTo>
                    <a:pt x="561123" y="1765019"/>
                  </a:lnTo>
                  <a:lnTo>
                    <a:pt x="550286" y="1770336"/>
                  </a:lnTo>
                  <a:lnTo>
                    <a:pt x="545341" y="1775991"/>
                  </a:lnTo>
                  <a:lnTo>
                    <a:pt x="536909" y="1771149"/>
                  </a:lnTo>
                  <a:lnTo>
                    <a:pt x="537891" y="1761666"/>
                  </a:lnTo>
                  <a:lnTo>
                    <a:pt x="532303" y="1749339"/>
                  </a:lnTo>
                  <a:lnTo>
                    <a:pt x="533962" y="1745580"/>
                  </a:lnTo>
                  <a:lnTo>
                    <a:pt x="539855" y="1740060"/>
                  </a:lnTo>
                  <a:lnTo>
                    <a:pt x="537518" y="1733388"/>
                  </a:lnTo>
                  <a:lnTo>
                    <a:pt x="539483" y="1730239"/>
                  </a:lnTo>
                  <a:lnTo>
                    <a:pt x="542056" y="1730848"/>
                  </a:lnTo>
                  <a:lnTo>
                    <a:pt x="555027" y="1736572"/>
                  </a:lnTo>
                  <a:close/>
                  <a:moveTo>
                    <a:pt x="534911" y="1713407"/>
                  </a:moveTo>
                  <a:lnTo>
                    <a:pt x="532100" y="1717471"/>
                  </a:lnTo>
                  <a:lnTo>
                    <a:pt x="520755" y="1719910"/>
                  </a:lnTo>
                  <a:lnTo>
                    <a:pt x="514896" y="1712764"/>
                  </a:lnTo>
                  <a:lnTo>
                    <a:pt x="511001" y="1710021"/>
                  </a:lnTo>
                  <a:lnTo>
                    <a:pt x="510697" y="1707887"/>
                  </a:lnTo>
                  <a:lnTo>
                    <a:pt x="514015" y="1705009"/>
                  </a:lnTo>
                  <a:lnTo>
                    <a:pt x="526072" y="1708226"/>
                  </a:lnTo>
                  <a:lnTo>
                    <a:pt x="534911" y="1713407"/>
                  </a:lnTo>
                  <a:close/>
                  <a:moveTo>
                    <a:pt x="509105" y="1699421"/>
                  </a:moveTo>
                  <a:lnTo>
                    <a:pt x="508055" y="1703078"/>
                  </a:lnTo>
                  <a:lnTo>
                    <a:pt x="489903" y="1702096"/>
                  </a:lnTo>
                  <a:lnTo>
                    <a:pt x="492443" y="1697965"/>
                  </a:lnTo>
                  <a:lnTo>
                    <a:pt x="509105" y="1699421"/>
                  </a:lnTo>
                  <a:close/>
                  <a:moveTo>
                    <a:pt x="466197" y="1681133"/>
                  </a:moveTo>
                  <a:lnTo>
                    <a:pt x="469008" y="1683301"/>
                  </a:lnTo>
                  <a:lnTo>
                    <a:pt x="478795" y="1694510"/>
                  </a:lnTo>
                  <a:lnTo>
                    <a:pt x="476966" y="1696475"/>
                  </a:lnTo>
                  <a:lnTo>
                    <a:pt x="474528" y="1696034"/>
                  </a:lnTo>
                  <a:lnTo>
                    <a:pt x="462743" y="1694849"/>
                  </a:lnTo>
                  <a:lnTo>
                    <a:pt x="458442" y="1687161"/>
                  </a:lnTo>
                  <a:lnTo>
                    <a:pt x="457121" y="1685807"/>
                  </a:lnTo>
                  <a:lnTo>
                    <a:pt x="466197" y="1681133"/>
                  </a:lnTo>
                  <a:close/>
                  <a:moveTo>
                    <a:pt x="420783" y="1664268"/>
                  </a:moveTo>
                  <a:lnTo>
                    <a:pt x="421494" y="1672159"/>
                  </a:lnTo>
                  <a:lnTo>
                    <a:pt x="417464" y="1675512"/>
                  </a:lnTo>
                  <a:lnTo>
                    <a:pt x="406051" y="1669348"/>
                  </a:lnTo>
                  <a:lnTo>
                    <a:pt x="407812" y="1666876"/>
                  </a:lnTo>
                  <a:lnTo>
                    <a:pt x="412994" y="1663557"/>
                  </a:lnTo>
                  <a:lnTo>
                    <a:pt x="420783" y="1664268"/>
                  </a:lnTo>
                  <a:close/>
                  <a:moveTo>
                    <a:pt x="180268" y="371644"/>
                  </a:moveTo>
                  <a:lnTo>
                    <a:pt x="207157" y="374691"/>
                  </a:lnTo>
                  <a:lnTo>
                    <a:pt x="210374" y="387696"/>
                  </a:lnTo>
                  <a:lnTo>
                    <a:pt x="189581" y="392979"/>
                  </a:lnTo>
                  <a:lnTo>
                    <a:pt x="167399" y="386646"/>
                  </a:lnTo>
                  <a:lnTo>
                    <a:pt x="146842" y="377435"/>
                  </a:lnTo>
                  <a:lnTo>
                    <a:pt x="180268" y="371644"/>
                  </a:lnTo>
                  <a:close/>
                  <a:moveTo>
                    <a:pt x="628617" y="453429"/>
                  </a:moveTo>
                  <a:lnTo>
                    <a:pt x="651104" y="455732"/>
                  </a:lnTo>
                  <a:lnTo>
                    <a:pt x="665463" y="466231"/>
                  </a:lnTo>
                  <a:lnTo>
                    <a:pt x="636169" y="482317"/>
                  </a:lnTo>
                  <a:lnTo>
                    <a:pt x="602338" y="495220"/>
                  </a:lnTo>
                  <a:lnTo>
                    <a:pt x="585032" y="486483"/>
                  </a:lnTo>
                  <a:lnTo>
                    <a:pt x="579783" y="470633"/>
                  </a:lnTo>
                  <a:lnTo>
                    <a:pt x="610533" y="458577"/>
                  </a:lnTo>
                  <a:lnTo>
                    <a:pt x="628617" y="453429"/>
                  </a:lnTo>
                  <a:close/>
                  <a:moveTo>
                    <a:pt x="1043237" y="55743"/>
                  </a:moveTo>
                  <a:lnTo>
                    <a:pt x="1043237" y="55743"/>
                  </a:lnTo>
                  <a:lnTo>
                    <a:pt x="1043000" y="181453"/>
                  </a:lnTo>
                  <a:lnTo>
                    <a:pt x="1042830" y="374285"/>
                  </a:lnTo>
                  <a:lnTo>
                    <a:pt x="1076188" y="375267"/>
                  </a:lnTo>
                  <a:lnTo>
                    <a:pt x="1109173" y="384648"/>
                  </a:lnTo>
                  <a:lnTo>
                    <a:pt x="1132812" y="399481"/>
                  </a:lnTo>
                  <a:lnTo>
                    <a:pt x="1162918" y="421731"/>
                  </a:lnTo>
                  <a:lnTo>
                    <a:pt x="1195836" y="402800"/>
                  </a:lnTo>
                  <a:lnTo>
                    <a:pt x="1229837" y="391828"/>
                  </a:lnTo>
                  <a:lnTo>
                    <a:pt x="1247820" y="409336"/>
                  </a:lnTo>
                  <a:lnTo>
                    <a:pt x="1270646" y="423221"/>
                  </a:lnTo>
                  <a:lnTo>
                    <a:pt x="1301633" y="438495"/>
                  </a:lnTo>
                  <a:lnTo>
                    <a:pt x="1322833" y="462776"/>
                  </a:lnTo>
                  <a:lnTo>
                    <a:pt x="1357444" y="501417"/>
                  </a:lnTo>
                  <a:lnTo>
                    <a:pt x="1415016" y="522956"/>
                  </a:lnTo>
                  <a:lnTo>
                    <a:pt x="1415964" y="544325"/>
                  </a:lnTo>
                  <a:lnTo>
                    <a:pt x="1397134" y="560649"/>
                  </a:lnTo>
                  <a:lnTo>
                    <a:pt x="1397134" y="560649"/>
                  </a:lnTo>
                  <a:lnTo>
                    <a:pt x="1397134" y="560649"/>
                  </a:lnTo>
                  <a:lnTo>
                    <a:pt x="1378508" y="547915"/>
                  </a:lnTo>
                  <a:lnTo>
                    <a:pt x="1348673" y="537112"/>
                  </a:lnTo>
                  <a:lnTo>
                    <a:pt x="1339088" y="507581"/>
                  </a:lnTo>
                  <a:lnTo>
                    <a:pt x="1295435" y="480183"/>
                  </a:lnTo>
                  <a:lnTo>
                    <a:pt x="1277182" y="448214"/>
                  </a:lnTo>
                  <a:lnTo>
                    <a:pt x="1244671" y="446013"/>
                  </a:lnTo>
                  <a:lnTo>
                    <a:pt x="1190824" y="445200"/>
                  </a:lnTo>
                  <a:lnTo>
                    <a:pt x="1151133" y="435447"/>
                  </a:lnTo>
                  <a:lnTo>
                    <a:pt x="1081099" y="400294"/>
                  </a:lnTo>
                  <a:lnTo>
                    <a:pt x="1048689" y="393859"/>
                  </a:lnTo>
                  <a:lnTo>
                    <a:pt x="989458" y="381803"/>
                  </a:lnTo>
                  <a:lnTo>
                    <a:pt x="942554" y="384682"/>
                  </a:lnTo>
                  <a:lnTo>
                    <a:pt x="875940" y="369104"/>
                  </a:lnTo>
                  <a:lnTo>
                    <a:pt x="835707" y="354677"/>
                  </a:lnTo>
                  <a:lnTo>
                    <a:pt x="798116" y="361856"/>
                  </a:lnTo>
                  <a:lnTo>
                    <a:pt x="805092" y="385393"/>
                  </a:lnTo>
                  <a:lnTo>
                    <a:pt x="786364" y="387560"/>
                  </a:lnTo>
                  <a:lnTo>
                    <a:pt x="747182" y="394605"/>
                  </a:lnTo>
                  <a:lnTo>
                    <a:pt x="717380" y="406051"/>
                  </a:lnTo>
                  <a:lnTo>
                    <a:pt x="679856" y="413231"/>
                  </a:lnTo>
                  <a:lnTo>
                    <a:pt x="675014" y="393284"/>
                  </a:lnTo>
                  <a:lnTo>
                    <a:pt x="690219" y="360061"/>
                  </a:lnTo>
                  <a:lnTo>
                    <a:pt x="726219" y="349631"/>
                  </a:lnTo>
                  <a:lnTo>
                    <a:pt x="716939" y="341164"/>
                  </a:lnTo>
                  <a:lnTo>
                    <a:pt x="673761" y="360028"/>
                  </a:lnTo>
                  <a:lnTo>
                    <a:pt x="650664" y="382548"/>
                  </a:lnTo>
                  <a:lnTo>
                    <a:pt x="601863" y="406661"/>
                  </a:lnTo>
                  <a:lnTo>
                    <a:pt x="626619" y="423086"/>
                  </a:lnTo>
                  <a:lnTo>
                    <a:pt x="594650" y="447435"/>
                  </a:lnTo>
                  <a:lnTo>
                    <a:pt x="558244" y="461591"/>
                  </a:lnTo>
                  <a:lnTo>
                    <a:pt x="524345" y="471920"/>
                  </a:lnTo>
                  <a:lnTo>
                    <a:pt x="515946" y="486923"/>
                  </a:lnTo>
                  <a:lnTo>
                    <a:pt x="463081" y="504398"/>
                  </a:lnTo>
                  <a:lnTo>
                    <a:pt x="452380" y="520315"/>
                  </a:lnTo>
                  <a:lnTo>
                    <a:pt x="412757" y="534775"/>
                  </a:lnTo>
                  <a:lnTo>
                    <a:pt x="389491" y="532168"/>
                  </a:lnTo>
                  <a:lnTo>
                    <a:pt x="357894" y="541616"/>
                  </a:lnTo>
                  <a:lnTo>
                    <a:pt x="323520" y="553164"/>
                  </a:lnTo>
                  <a:lnTo>
                    <a:pt x="295378" y="564476"/>
                  </a:lnTo>
                  <a:lnTo>
                    <a:pt x="237230" y="574161"/>
                  </a:lnTo>
                  <a:lnTo>
                    <a:pt x="231947" y="568472"/>
                  </a:lnTo>
                  <a:lnTo>
                    <a:pt x="268996" y="552656"/>
                  </a:lnTo>
                  <a:lnTo>
                    <a:pt x="302117" y="542192"/>
                  </a:lnTo>
                  <a:lnTo>
                    <a:pt x="338218" y="523667"/>
                  </a:lnTo>
                  <a:lnTo>
                    <a:pt x="380212" y="519840"/>
                  </a:lnTo>
                  <a:lnTo>
                    <a:pt x="396907" y="505955"/>
                  </a:lnTo>
                  <a:lnTo>
                    <a:pt x="443879" y="485670"/>
                  </a:lnTo>
                  <a:lnTo>
                    <a:pt x="451431" y="478897"/>
                  </a:lnTo>
                  <a:lnTo>
                    <a:pt x="476424" y="466942"/>
                  </a:lnTo>
                  <a:lnTo>
                    <a:pt x="482283" y="441272"/>
                  </a:lnTo>
                  <a:lnTo>
                    <a:pt x="499487" y="421257"/>
                  </a:lnTo>
                  <a:lnTo>
                    <a:pt x="460440" y="431518"/>
                  </a:lnTo>
                  <a:lnTo>
                    <a:pt x="449535" y="425693"/>
                  </a:lnTo>
                  <a:lnTo>
                    <a:pt x="431180" y="438021"/>
                  </a:lnTo>
                  <a:lnTo>
                    <a:pt x="409065" y="420851"/>
                  </a:lnTo>
                  <a:lnTo>
                    <a:pt x="399955" y="432975"/>
                  </a:lnTo>
                  <a:lnTo>
                    <a:pt x="387290" y="416109"/>
                  </a:lnTo>
                  <a:lnTo>
                    <a:pt x="353424" y="429656"/>
                  </a:lnTo>
                  <a:lnTo>
                    <a:pt x="332630" y="429622"/>
                  </a:lnTo>
                  <a:lnTo>
                    <a:pt x="329718" y="409472"/>
                  </a:lnTo>
                  <a:lnTo>
                    <a:pt x="335847" y="397043"/>
                  </a:lnTo>
                  <a:lnTo>
                    <a:pt x="314038" y="384987"/>
                  </a:lnTo>
                  <a:lnTo>
                    <a:pt x="270012" y="391489"/>
                  </a:lnTo>
                  <a:lnTo>
                    <a:pt x="241429" y="375606"/>
                  </a:lnTo>
                  <a:lnTo>
                    <a:pt x="218265" y="367478"/>
                  </a:lnTo>
                  <a:lnTo>
                    <a:pt x="218096" y="348276"/>
                  </a:lnTo>
                  <a:lnTo>
                    <a:pt x="192019" y="333849"/>
                  </a:lnTo>
                  <a:lnTo>
                    <a:pt x="205125" y="314376"/>
                  </a:lnTo>
                  <a:lnTo>
                    <a:pt x="232726" y="295479"/>
                  </a:lnTo>
                  <a:lnTo>
                    <a:pt x="244782" y="278106"/>
                  </a:lnTo>
                  <a:lnTo>
                    <a:pt x="272213" y="275634"/>
                  </a:lnTo>
                  <a:lnTo>
                    <a:pt x="295445" y="281052"/>
                  </a:lnTo>
                  <a:lnTo>
                    <a:pt x="322741" y="264695"/>
                  </a:lnTo>
                  <a:lnTo>
                    <a:pt x="347362" y="267608"/>
                  </a:lnTo>
                  <a:lnTo>
                    <a:pt x="373134" y="257109"/>
                  </a:lnTo>
                  <a:lnTo>
                    <a:pt x="366868" y="241633"/>
                  </a:lnTo>
                  <a:lnTo>
                    <a:pt x="347904" y="235537"/>
                  </a:lnTo>
                  <a:lnTo>
                    <a:pt x="372964" y="222465"/>
                  </a:lnTo>
                  <a:lnTo>
                    <a:pt x="352171" y="222871"/>
                  </a:lnTo>
                  <a:lnTo>
                    <a:pt x="316239" y="230254"/>
                  </a:lnTo>
                  <a:lnTo>
                    <a:pt x="305910" y="237704"/>
                  </a:lnTo>
                  <a:lnTo>
                    <a:pt x="279224" y="230254"/>
                  </a:lnTo>
                  <a:lnTo>
                    <a:pt x="231304" y="234047"/>
                  </a:lnTo>
                  <a:lnTo>
                    <a:pt x="181724" y="225919"/>
                  </a:lnTo>
                  <a:lnTo>
                    <a:pt x="167500" y="212305"/>
                  </a:lnTo>
                  <a:lnTo>
                    <a:pt x="124626" y="192629"/>
                  </a:lnTo>
                  <a:lnTo>
                    <a:pt x="172242" y="178473"/>
                  </a:lnTo>
                  <a:lnTo>
                    <a:pt x="247762" y="161913"/>
                  </a:lnTo>
                  <a:lnTo>
                    <a:pt x="275600" y="161913"/>
                  </a:lnTo>
                  <a:lnTo>
                    <a:pt x="270994" y="178845"/>
                  </a:lnTo>
                  <a:lnTo>
                    <a:pt x="342485" y="177525"/>
                  </a:lnTo>
                  <a:lnTo>
                    <a:pt x="314986" y="156528"/>
                  </a:lnTo>
                  <a:lnTo>
                    <a:pt x="273331" y="143659"/>
                  </a:lnTo>
                  <a:lnTo>
                    <a:pt x="249252" y="126726"/>
                  </a:lnTo>
                  <a:lnTo>
                    <a:pt x="216775" y="112265"/>
                  </a:lnTo>
                  <a:lnTo>
                    <a:pt x="170243" y="101564"/>
                  </a:lnTo>
                  <a:lnTo>
                    <a:pt x="189174" y="83818"/>
                  </a:lnTo>
                  <a:lnTo>
                    <a:pt x="249252" y="82700"/>
                  </a:lnTo>
                  <a:lnTo>
                    <a:pt x="291991" y="67291"/>
                  </a:lnTo>
                  <a:lnTo>
                    <a:pt x="300051" y="50799"/>
                  </a:lnTo>
                  <a:lnTo>
                    <a:pt x="334662" y="34712"/>
                  </a:lnTo>
                  <a:lnTo>
                    <a:pt x="367647" y="30818"/>
                  </a:lnTo>
                  <a:lnTo>
                    <a:pt x="431857" y="15781"/>
                  </a:lnTo>
                  <a:lnTo>
                    <a:pt x="462980" y="18050"/>
                  </a:lnTo>
                  <a:lnTo>
                    <a:pt x="515099" y="0"/>
                  </a:lnTo>
                  <a:lnTo>
                    <a:pt x="566338" y="7112"/>
                  </a:lnTo>
                  <a:lnTo>
                    <a:pt x="590857" y="22419"/>
                  </a:lnTo>
                  <a:lnTo>
                    <a:pt x="605893" y="15849"/>
                  </a:lnTo>
                  <a:lnTo>
                    <a:pt x="663127" y="17881"/>
                  </a:lnTo>
                  <a:lnTo>
                    <a:pt x="661095" y="25670"/>
                  </a:lnTo>
                  <a:lnTo>
                    <a:pt x="712909" y="31427"/>
                  </a:lnTo>
                  <a:lnTo>
                    <a:pt x="747453" y="28041"/>
                  </a:lnTo>
                  <a:lnTo>
                    <a:pt x="818808" y="38742"/>
                  </a:lnTo>
                  <a:lnTo>
                    <a:pt x="883932" y="41926"/>
                  </a:lnTo>
                  <a:lnTo>
                    <a:pt x="910009" y="46328"/>
                  </a:lnTo>
                  <a:lnTo>
                    <a:pt x="955084" y="40808"/>
                  </a:lnTo>
                  <a:lnTo>
                    <a:pt x="1006424" y="51002"/>
                  </a:lnTo>
                  <a:lnTo>
                    <a:pt x="1043237" y="55743"/>
                  </a:lnTo>
                  <a:lnTo>
                    <a:pt x="1043237" y="55743"/>
                  </a:lnTo>
                  <a:close/>
                  <a:moveTo>
                    <a:pt x="1998" y="256534"/>
                  </a:moveTo>
                  <a:lnTo>
                    <a:pt x="22927" y="263002"/>
                  </a:lnTo>
                  <a:lnTo>
                    <a:pt x="44026" y="259514"/>
                  </a:lnTo>
                  <a:lnTo>
                    <a:pt x="71389" y="268454"/>
                  </a:lnTo>
                  <a:lnTo>
                    <a:pt x="105052" y="272959"/>
                  </a:lnTo>
                  <a:lnTo>
                    <a:pt x="102241" y="276650"/>
                  </a:lnTo>
                  <a:lnTo>
                    <a:pt x="76604" y="283829"/>
                  </a:lnTo>
                  <a:lnTo>
                    <a:pt x="50799" y="276481"/>
                  </a:lnTo>
                  <a:lnTo>
                    <a:pt x="37930" y="270317"/>
                  </a:lnTo>
                  <a:lnTo>
                    <a:pt x="8060" y="272281"/>
                  </a:lnTo>
                  <a:lnTo>
                    <a:pt x="0" y="269301"/>
                  </a:lnTo>
                  <a:lnTo>
                    <a:pt x="1998" y="256534"/>
                  </a:lnTo>
                  <a:close/>
                </a:path>
              </a:pathLst>
            </a:custGeom>
            <a:solidFill>
              <a:srgbClr val="FF000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D222D9F6-ED8E-EF3C-6B56-B8087705BA5E}"/>
                </a:ext>
              </a:extLst>
            </p:cNvPr>
            <p:cNvSpPr/>
            <p:nvPr/>
          </p:nvSpPr>
          <p:spPr>
            <a:xfrm>
              <a:off x="7669456" y="1553341"/>
              <a:ext cx="1384908" cy="498606"/>
            </a:xfrm>
            <a:custGeom>
              <a:avLst/>
              <a:gdLst>
                <a:gd name="csX0" fmla="*/ 1384908 w 1384908"/>
                <a:gd name="csY0" fmla="*/ 208952 h 498606"/>
                <a:gd name="csX1" fmla="*/ 1359137 w 1384908"/>
                <a:gd name="csY1" fmla="*/ 231507 h 498606"/>
                <a:gd name="csX2" fmla="*/ 1330995 w 1384908"/>
                <a:gd name="csY2" fmla="*/ 234656 h 498606"/>
                <a:gd name="csX3" fmla="*/ 1329369 w 1384908"/>
                <a:gd name="csY3" fmla="*/ 268624 h 498606"/>
                <a:gd name="csX4" fmla="*/ 1310539 w 1384908"/>
                <a:gd name="csY4" fmla="*/ 283931 h 498606"/>
                <a:gd name="csX5" fmla="*/ 1243349 w 1384908"/>
                <a:gd name="csY5" fmla="*/ 272789 h 498606"/>
                <a:gd name="csX6" fmla="*/ 1218933 w 1384908"/>
                <a:gd name="csY6" fmla="*/ 333409 h 498606"/>
                <a:gd name="csX7" fmla="*/ 1201593 w 1384908"/>
                <a:gd name="csY7" fmla="*/ 340961 h 498606"/>
                <a:gd name="csX8" fmla="*/ 1134505 w 1384908"/>
                <a:gd name="csY8" fmla="*/ 354474 h 498606"/>
                <a:gd name="csX9" fmla="*/ 1164984 w 1384908"/>
                <a:gd name="csY9" fmla="*/ 413332 h 498606"/>
                <a:gd name="csX10" fmla="*/ 1141752 w 1384908"/>
                <a:gd name="csY10" fmla="*/ 422137 h 498606"/>
                <a:gd name="csX11" fmla="*/ 1144462 w 1384908"/>
                <a:gd name="csY11" fmla="*/ 441441 h 498606"/>
                <a:gd name="csX12" fmla="*/ 1123601 w 1384908"/>
                <a:gd name="csY12" fmla="*/ 436463 h 498606"/>
                <a:gd name="csX13" fmla="*/ 1106599 w 1384908"/>
                <a:gd name="csY13" fmla="*/ 424305 h 498606"/>
                <a:gd name="csX14" fmla="*/ 1056342 w 1384908"/>
                <a:gd name="csY14" fmla="*/ 420749 h 498606"/>
                <a:gd name="csX15" fmla="*/ 1000193 w 1384908"/>
                <a:gd name="csY15" fmla="*/ 419835 h 498606"/>
                <a:gd name="csX16" fmla="*/ 987900 w 1384908"/>
                <a:gd name="csY16" fmla="*/ 423560 h 498606"/>
                <a:gd name="csX17" fmla="*/ 939675 w 1384908"/>
                <a:gd name="csY17" fmla="*/ 409336 h 498606"/>
                <a:gd name="csX18" fmla="*/ 920439 w 1384908"/>
                <a:gd name="csY18" fmla="*/ 416346 h 498606"/>
                <a:gd name="csX19" fmla="*/ 915190 w 1384908"/>
                <a:gd name="csY19" fmla="*/ 436327 h 498606"/>
                <a:gd name="csX20" fmla="*/ 859481 w 1384908"/>
                <a:gd name="csY20" fmla="*/ 424677 h 498606"/>
                <a:gd name="csX21" fmla="*/ 837163 w 1384908"/>
                <a:gd name="csY21" fmla="*/ 429452 h 498606"/>
                <a:gd name="csX22" fmla="*/ 829577 w 1384908"/>
                <a:gd name="csY22" fmla="*/ 444286 h 498606"/>
                <a:gd name="csX23" fmla="*/ 810172 w 1384908"/>
                <a:gd name="csY23" fmla="*/ 450551 h 498606"/>
                <a:gd name="csX24" fmla="*/ 765503 w 1384908"/>
                <a:gd name="csY24" fmla="*/ 474155 h 498606"/>
                <a:gd name="csX25" fmla="*/ 750670 w 1384908"/>
                <a:gd name="csY25" fmla="*/ 498369 h 498606"/>
                <a:gd name="csX26" fmla="*/ 738071 w 1384908"/>
                <a:gd name="csY26" fmla="*/ 498607 h 498606"/>
                <a:gd name="csX27" fmla="*/ 728792 w 1384908"/>
                <a:gd name="csY27" fmla="*/ 482554 h 498606"/>
                <a:gd name="csX28" fmla="*/ 685715 w 1384908"/>
                <a:gd name="csY28" fmla="*/ 481470 h 498606"/>
                <a:gd name="csX29" fmla="*/ 678840 w 1384908"/>
                <a:gd name="csY29" fmla="*/ 453700 h 498606"/>
                <a:gd name="csX30" fmla="*/ 662314 w 1384908"/>
                <a:gd name="csY30" fmla="*/ 453463 h 498606"/>
                <a:gd name="csX31" fmla="*/ 664854 w 1384908"/>
                <a:gd name="csY31" fmla="*/ 419496 h 498606"/>
                <a:gd name="csX32" fmla="*/ 624316 w 1384908"/>
                <a:gd name="csY32" fmla="*/ 394774 h 498606"/>
                <a:gd name="csX33" fmla="*/ 566237 w 1384908"/>
                <a:gd name="csY33" fmla="*/ 397415 h 498606"/>
                <a:gd name="csX34" fmla="*/ 526512 w 1384908"/>
                <a:gd name="csY34" fmla="*/ 402360 h 498606"/>
                <a:gd name="csX35" fmla="*/ 494170 w 1384908"/>
                <a:gd name="csY35" fmla="*/ 371813 h 498606"/>
                <a:gd name="csX36" fmla="*/ 466468 w 1384908"/>
                <a:gd name="csY36" fmla="*/ 359012 h 498606"/>
                <a:gd name="csX37" fmla="*/ 413976 w 1384908"/>
                <a:gd name="csY37" fmla="*/ 334764 h 498606"/>
                <a:gd name="csX38" fmla="*/ 407643 w 1384908"/>
                <a:gd name="csY38" fmla="*/ 331817 h 498606"/>
                <a:gd name="csX39" fmla="*/ 320472 w 1384908"/>
                <a:gd name="csY39" fmla="*/ 351832 h 498606"/>
                <a:gd name="csX40" fmla="*/ 321793 w 1384908"/>
                <a:gd name="csY40" fmla="*/ 476695 h 498606"/>
                <a:gd name="csX41" fmla="*/ 304420 w 1384908"/>
                <a:gd name="csY41" fmla="*/ 478355 h 498606"/>
                <a:gd name="csX42" fmla="*/ 280714 w 1384908"/>
                <a:gd name="csY42" fmla="*/ 451804 h 498606"/>
                <a:gd name="csX43" fmla="*/ 257820 w 1384908"/>
                <a:gd name="csY43" fmla="*/ 442321 h 498606"/>
                <a:gd name="csX44" fmla="*/ 219383 w 1384908"/>
                <a:gd name="csY44" fmla="*/ 449366 h 498606"/>
                <a:gd name="csX45" fmla="*/ 204414 w 1384908"/>
                <a:gd name="csY45" fmla="*/ 460643 h 498606"/>
                <a:gd name="csX46" fmla="*/ 202517 w 1384908"/>
                <a:gd name="csY46" fmla="*/ 452380 h 498606"/>
                <a:gd name="csX47" fmla="*/ 210849 w 1384908"/>
                <a:gd name="csY47" fmla="*/ 438258 h 498606"/>
                <a:gd name="csX48" fmla="*/ 204380 w 1384908"/>
                <a:gd name="csY48" fmla="*/ 426472 h 498606"/>
                <a:gd name="csX49" fmla="*/ 165129 w 1384908"/>
                <a:gd name="csY49" fmla="*/ 414924 h 498606"/>
                <a:gd name="csX50" fmla="*/ 149856 w 1384908"/>
                <a:gd name="csY50" fmla="*/ 384513 h 498606"/>
                <a:gd name="csX51" fmla="*/ 131162 w 1384908"/>
                <a:gd name="csY51" fmla="*/ 375944 h 498606"/>
                <a:gd name="csX52" fmla="*/ 130045 w 1384908"/>
                <a:gd name="csY52" fmla="*/ 364904 h 498606"/>
                <a:gd name="csX53" fmla="*/ 162996 w 1384908"/>
                <a:gd name="csY53" fmla="*/ 368121 h 498606"/>
                <a:gd name="csX54" fmla="*/ 164283 w 1384908"/>
                <a:gd name="csY54" fmla="*/ 343366 h 498606"/>
                <a:gd name="csX55" fmla="*/ 193069 w 1384908"/>
                <a:gd name="csY55" fmla="*/ 337879 h 498606"/>
                <a:gd name="csX56" fmla="*/ 222668 w 1384908"/>
                <a:gd name="csY56" fmla="*/ 342925 h 498606"/>
                <a:gd name="csX57" fmla="*/ 228763 w 1384908"/>
                <a:gd name="csY57" fmla="*/ 309872 h 498606"/>
                <a:gd name="csX58" fmla="*/ 222735 w 1384908"/>
                <a:gd name="csY58" fmla="*/ 288943 h 498606"/>
                <a:gd name="csX59" fmla="*/ 188836 w 1384908"/>
                <a:gd name="csY59" fmla="*/ 290569 h 498606"/>
                <a:gd name="csX60" fmla="*/ 160050 w 1384908"/>
                <a:gd name="csY60" fmla="*/ 282305 h 498606"/>
                <a:gd name="csX61" fmla="*/ 120833 w 1384908"/>
                <a:gd name="csY61" fmla="*/ 297206 h 498606"/>
                <a:gd name="csX62" fmla="*/ 89236 w 1384908"/>
                <a:gd name="csY62" fmla="*/ 304318 h 498606"/>
                <a:gd name="csX63" fmla="*/ 72033 w 1384908"/>
                <a:gd name="csY63" fmla="*/ 298832 h 498606"/>
                <a:gd name="csX64" fmla="*/ 75487 w 1384908"/>
                <a:gd name="csY64" fmla="*/ 281391 h 498606"/>
                <a:gd name="csX65" fmla="*/ 53881 w 1384908"/>
                <a:gd name="csY65" fmla="*/ 258769 h 498606"/>
                <a:gd name="csX66" fmla="*/ 28752 w 1384908"/>
                <a:gd name="csY66" fmla="*/ 259717 h 498606"/>
                <a:gd name="csX67" fmla="*/ 0 w 1384908"/>
                <a:gd name="csY67" fmla="*/ 236756 h 498606"/>
                <a:gd name="csX68" fmla="*/ 19575 w 1384908"/>
                <a:gd name="csY68" fmla="*/ 211086 h 498606"/>
                <a:gd name="csX69" fmla="*/ 9685 w 1384908"/>
                <a:gd name="csY69" fmla="*/ 204177 h 498606"/>
                <a:gd name="csX70" fmla="*/ 36676 w 1384908"/>
                <a:gd name="csY70" fmla="*/ 166958 h 498606"/>
                <a:gd name="csX71" fmla="*/ 71525 w 1384908"/>
                <a:gd name="csY71" fmla="*/ 186601 h 498606"/>
                <a:gd name="csX72" fmla="*/ 75724 w 1384908"/>
                <a:gd name="csY72" fmla="*/ 161879 h 498606"/>
                <a:gd name="csX73" fmla="*/ 145657 w 1384908"/>
                <a:gd name="csY73" fmla="*/ 125033 h 498606"/>
                <a:gd name="csX74" fmla="*/ 198555 w 1384908"/>
                <a:gd name="csY74" fmla="*/ 124152 h 498606"/>
                <a:gd name="csX75" fmla="*/ 273196 w 1384908"/>
                <a:gd name="csY75" fmla="*/ 147621 h 498606"/>
                <a:gd name="csX76" fmla="*/ 313292 w 1384908"/>
                <a:gd name="csY76" fmla="*/ 161303 h 498606"/>
                <a:gd name="csX77" fmla="*/ 349224 w 1384908"/>
                <a:gd name="csY77" fmla="*/ 147012 h 498606"/>
                <a:gd name="csX78" fmla="*/ 402902 w 1384908"/>
                <a:gd name="csY78" fmla="*/ 146334 h 498606"/>
                <a:gd name="csX79" fmla="*/ 446216 w 1384908"/>
                <a:gd name="csY79" fmla="*/ 163911 h 498606"/>
                <a:gd name="csX80" fmla="*/ 456071 w 1384908"/>
                <a:gd name="csY80" fmla="*/ 153852 h 498606"/>
                <a:gd name="csX81" fmla="*/ 503619 w 1384908"/>
                <a:gd name="csY81" fmla="*/ 155309 h 498606"/>
                <a:gd name="csX82" fmla="*/ 512119 w 1384908"/>
                <a:gd name="csY82" fmla="*/ 139256 h 498606"/>
                <a:gd name="csX83" fmla="*/ 457256 w 1384908"/>
                <a:gd name="csY83" fmla="*/ 115990 h 498606"/>
                <a:gd name="csX84" fmla="*/ 489734 w 1384908"/>
                <a:gd name="csY84" fmla="*/ 99464 h 498606"/>
                <a:gd name="csX85" fmla="*/ 483401 w 1384908"/>
                <a:gd name="csY85" fmla="*/ 90252 h 498606"/>
                <a:gd name="csX86" fmla="*/ 515912 w 1384908"/>
                <a:gd name="csY86" fmla="*/ 81447 h 498606"/>
                <a:gd name="csX87" fmla="*/ 491461 w 1384908"/>
                <a:gd name="csY87" fmla="*/ 58249 h 498606"/>
                <a:gd name="csX88" fmla="*/ 507005 w 1384908"/>
                <a:gd name="csY88" fmla="*/ 46701 h 498606"/>
                <a:gd name="csX89" fmla="*/ 633731 w 1384908"/>
                <a:gd name="csY89" fmla="*/ 34916 h 498606"/>
                <a:gd name="csX90" fmla="*/ 650258 w 1384908"/>
                <a:gd name="csY90" fmla="*/ 26551 h 498606"/>
                <a:gd name="csX91" fmla="*/ 734990 w 1384908"/>
                <a:gd name="csY91" fmla="*/ 14054 h 498606"/>
                <a:gd name="csX92" fmla="*/ 765435 w 1384908"/>
                <a:gd name="csY92" fmla="*/ 0 h 498606"/>
                <a:gd name="csX93" fmla="*/ 826292 w 1384908"/>
                <a:gd name="csY93" fmla="*/ 7281 h 498606"/>
                <a:gd name="csX94" fmla="*/ 836960 w 1384908"/>
                <a:gd name="csY94" fmla="*/ 42400 h 498606"/>
                <a:gd name="csX95" fmla="*/ 872316 w 1384908"/>
                <a:gd name="csY95" fmla="*/ 34137 h 498606"/>
                <a:gd name="csX96" fmla="*/ 915833 w 1384908"/>
                <a:gd name="csY96" fmla="*/ 45685 h 498606"/>
                <a:gd name="csX97" fmla="*/ 913022 w 1384908"/>
                <a:gd name="csY97" fmla="*/ 64176 h 498606"/>
                <a:gd name="csX98" fmla="*/ 945500 w 1384908"/>
                <a:gd name="csY98" fmla="*/ 62245 h 498606"/>
                <a:gd name="csX99" fmla="*/ 1030367 w 1384908"/>
                <a:gd name="csY99" fmla="*/ 30276 h 498606"/>
                <a:gd name="csX100" fmla="*/ 1017972 w 1384908"/>
                <a:gd name="csY100" fmla="*/ 40910 h 498606"/>
                <a:gd name="csX101" fmla="*/ 1061185 w 1384908"/>
                <a:gd name="csY101" fmla="*/ 67088 h 498606"/>
                <a:gd name="csX102" fmla="*/ 1136876 w 1384908"/>
                <a:gd name="csY102" fmla="*/ 153073 h 498606"/>
                <a:gd name="csX103" fmla="*/ 1154892 w 1384908"/>
                <a:gd name="csY103" fmla="*/ 135362 h 498606"/>
                <a:gd name="csX104" fmla="*/ 1201560 w 1384908"/>
                <a:gd name="csY104" fmla="*/ 154868 h 498606"/>
                <a:gd name="csX105" fmla="*/ 1250224 w 1384908"/>
                <a:gd name="csY105" fmla="*/ 146165 h 498606"/>
                <a:gd name="csX106" fmla="*/ 1268918 w 1384908"/>
                <a:gd name="csY106" fmla="*/ 152261 h 498606"/>
                <a:gd name="csX107" fmla="*/ 1285207 w 1384908"/>
                <a:gd name="csY107" fmla="*/ 171835 h 498606"/>
                <a:gd name="csX108" fmla="*/ 1308914 w 1384908"/>
                <a:gd name="csY108" fmla="*/ 178405 h 498606"/>
                <a:gd name="csX109" fmla="*/ 1323306 w 1384908"/>
                <a:gd name="csY109" fmla="*/ 192764 h 498606"/>
                <a:gd name="csX110" fmla="*/ 1366926 w 1384908"/>
                <a:gd name="csY110" fmla="*/ 188226 h 498606"/>
                <a:gd name="csX111" fmla="*/ 1384908 w 1384908"/>
                <a:gd name="csY111" fmla="*/ 208952 h 4986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</a:cxnLst>
              <a:rect l="l" t="t" r="r" b="b"/>
              <a:pathLst>
                <a:path w="1384908" h="498606">
                  <a:moveTo>
                    <a:pt x="1384908" y="208952"/>
                  </a:moveTo>
                  <a:lnTo>
                    <a:pt x="1359137" y="231507"/>
                  </a:lnTo>
                  <a:lnTo>
                    <a:pt x="1330995" y="234656"/>
                  </a:lnTo>
                  <a:lnTo>
                    <a:pt x="1329369" y="268624"/>
                  </a:lnTo>
                  <a:lnTo>
                    <a:pt x="1310539" y="283931"/>
                  </a:lnTo>
                  <a:lnTo>
                    <a:pt x="1243349" y="272789"/>
                  </a:lnTo>
                  <a:lnTo>
                    <a:pt x="1218933" y="333409"/>
                  </a:lnTo>
                  <a:lnTo>
                    <a:pt x="1201593" y="340961"/>
                  </a:lnTo>
                  <a:lnTo>
                    <a:pt x="1134505" y="354474"/>
                  </a:lnTo>
                  <a:lnTo>
                    <a:pt x="1164984" y="413332"/>
                  </a:lnTo>
                  <a:lnTo>
                    <a:pt x="1141752" y="422137"/>
                  </a:lnTo>
                  <a:lnTo>
                    <a:pt x="1144462" y="441441"/>
                  </a:lnTo>
                  <a:lnTo>
                    <a:pt x="1123601" y="436463"/>
                  </a:lnTo>
                  <a:lnTo>
                    <a:pt x="1106599" y="424305"/>
                  </a:lnTo>
                  <a:lnTo>
                    <a:pt x="1056342" y="420749"/>
                  </a:lnTo>
                  <a:lnTo>
                    <a:pt x="1000193" y="419835"/>
                  </a:lnTo>
                  <a:lnTo>
                    <a:pt x="987900" y="423560"/>
                  </a:lnTo>
                  <a:lnTo>
                    <a:pt x="939675" y="409336"/>
                  </a:lnTo>
                  <a:lnTo>
                    <a:pt x="920439" y="416346"/>
                  </a:lnTo>
                  <a:lnTo>
                    <a:pt x="915190" y="436327"/>
                  </a:lnTo>
                  <a:lnTo>
                    <a:pt x="859481" y="424677"/>
                  </a:lnTo>
                  <a:lnTo>
                    <a:pt x="837163" y="429452"/>
                  </a:lnTo>
                  <a:lnTo>
                    <a:pt x="829577" y="444286"/>
                  </a:lnTo>
                  <a:lnTo>
                    <a:pt x="810172" y="450551"/>
                  </a:lnTo>
                  <a:lnTo>
                    <a:pt x="765503" y="474155"/>
                  </a:lnTo>
                  <a:lnTo>
                    <a:pt x="750670" y="498369"/>
                  </a:lnTo>
                  <a:lnTo>
                    <a:pt x="738071" y="498607"/>
                  </a:lnTo>
                  <a:lnTo>
                    <a:pt x="728792" y="482554"/>
                  </a:lnTo>
                  <a:lnTo>
                    <a:pt x="685715" y="481470"/>
                  </a:lnTo>
                  <a:lnTo>
                    <a:pt x="678840" y="453700"/>
                  </a:lnTo>
                  <a:lnTo>
                    <a:pt x="662314" y="453463"/>
                  </a:lnTo>
                  <a:lnTo>
                    <a:pt x="664854" y="419496"/>
                  </a:lnTo>
                  <a:lnTo>
                    <a:pt x="624316" y="394774"/>
                  </a:lnTo>
                  <a:lnTo>
                    <a:pt x="566237" y="397415"/>
                  </a:lnTo>
                  <a:lnTo>
                    <a:pt x="526512" y="402360"/>
                  </a:lnTo>
                  <a:lnTo>
                    <a:pt x="494170" y="371813"/>
                  </a:lnTo>
                  <a:lnTo>
                    <a:pt x="466468" y="359012"/>
                  </a:lnTo>
                  <a:lnTo>
                    <a:pt x="413976" y="334764"/>
                  </a:lnTo>
                  <a:lnTo>
                    <a:pt x="407643" y="331817"/>
                  </a:lnTo>
                  <a:lnTo>
                    <a:pt x="320472" y="351832"/>
                  </a:lnTo>
                  <a:lnTo>
                    <a:pt x="321793" y="476695"/>
                  </a:lnTo>
                  <a:lnTo>
                    <a:pt x="304420" y="478355"/>
                  </a:lnTo>
                  <a:lnTo>
                    <a:pt x="280714" y="451804"/>
                  </a:lnTo>
                  <a:lnTo>
                    <a:pt x="257820" y="442321"/>
                  </a:lnTo>
                  <a:lnTo>
                    <a:pt x="219383" y="449366"/>
                  </a:lnTo>
                  <a:lnTo>
                    <a:pt x="204414" y="460643"/>
                  </a:lnTo>
                  <a:lnTo>
                    <a:pt x="202517" y="452380"/>
                  </a:lnTo>
                  <a:lnTo>
                    <a:pt x="210849" y="438258"/>
                  </a:lnTo>
                  <a:lnTo>
                    <a:pt x="204380" y="426472"/>
                  </a:lnTo>
                  <a:lnTo>
                    <a:pt x="165129" y="414924"/>
                  </a:lnTo>
                  <a:lnTo>
                    <a:pt x="149856" y="384513"/>
                  </a:lnTo>
                  <a:lnTo>
                    <a:pt x="131162" y="375944"/>
                  </a:lnTo>
                  <a:lnTo>
                    <a:pt x="130045" y="364904"/>
                  </a:lnTo>
                  <a:lnTo>
                    <a:pt x="162996" y="368121"/>
                  </a:lnTo>
                  <a:lnTo>
                    <a:pt x="164283" y="343366"/>
                  </a:lnTo>
                  <a:lnTo>
                    <a:pt x="193069" y="337879"/>
                  </a:lnTo>
                  <a:lnTo>
                    <a:pt x="222668" y="342925"/>
                  </a:lnTo>
                  <a:lnTo>
                    <a:pt x="228763" y="309872"/>
                  </a:lnTo>
                  <a:lnTo>
                    <a:pt x="222735" y="288943"/>
                  </a:lnTo>
                  <a:lnTo>
                    <a:pt x="188836" y="290569"/>
                  </a:lnTo>
                  <a:lnTo>
                    <a:pt x="160050" y="282305"/>
                  </a:lnTo>
                  <a:lnTo>
                    <a:pt x="120833" y="297206"/>
                  </a:lnTo>
                  <a:lnTo>
                    <a:pt x="89236" y="304318"/>
                  </a:lnTo>
                  <a:lnTo>
                    <a:pt x="72033" y="298832"/>
                  </a:lnTo>
                  <a:lnTo>
                    <a:pt x="75487" y="281391"/>
                  </a:lnTo>
                  <a:lnTo>
                    <a:pt x="53881" y="258769"/>
                  </a:lnTo>
                  <a:lnTo>
                    <a:pt x="28752" y="259717"/>
                  </a:lnTo>
                  <a:lnTo>
                    <a:pt x="0" y="236756"/>
                  </a:lnTo>
                  <a:lnTo>
                    <a:pt x="19575" y="211086"/>
                  </a:lnTo>
                  <a:lnTo>
                    <a:pt x="9685" y="204177"/>
                  </a:lnTo>
                  <a:lnTo>
                    <a:pt x="36676" y="166958"/>
                  </a:lnTo>
                  <a:lnTo>
                    <a:pt x="71525" y="186601"/>
                  </a:lnTo>
                  <a:lnTo>
                    <a:pt x="75724" y="161879"/>
                  </a:lnTo>
                  <a:lnTo>
                    <a:pt x="145657" y="125033"/>
                  </a:lnTo>
                  <a:lnTo>
                    <a:pt x="198555" y="124152"/>
                  </a:lnTo>
                  <a:lnTo>
                    <a:pt x="273196" y="147621"/>
                  </a:lnTo>
                  <a:lnTo>
                    <a:pt x="313292" y="161303"/>
                  </a:lnTo>
                  <a:lnTo>
                    <a:pt x="349224" y="147012"/>
                  </a:lnTo>
                  <a:lnTo>
                    <a:pt x="402902" y="146334"/>
                  </a:lnTo>
                  <a:lnTo>
                    <a:pt x="446216" y="163911"/>
                  </a:lnTo>
                  <a:lnTo>
                    <a:pt x="456071" y="153852"/>
                  </a:lnTo>
                  <a:lnTo>
                    <a:pt x="503619" y="155309"/>
                  </a:lnTo>
                  <a:lnTo>
                    <a:pt x="512119" y="139256"/>
                  </a:lnTo>
                  <a:lnTo>
                    <a:pt x="457256" y="115990"/>
                  </a:lnTo>
                  <a:lnTo>
                    <a:pt x="489734" y="99464"/>
                  </a:lnTo>
                  <a:lnTo>
                    <a:pt x="483401" y="90252"/>
                  </a:lnTo>
                  <a:lnTo>
                    <a:pt x="515912" y="81447"/>
                  </a:lnTo>
                  <a:lnTo>
                    <a:pt x="491461" y="58249"/>
                  </a:lnTo>
                  <a:lnTo>
                    <a:pt x="507005" y="46701"/>
                  </a:lnTo>
                  <a:lnTo>
                    <a:pt x="633731" y="34916"/>
                  </a:lnTo>
                  <a:lnTo>
                    <a:pt x="650258" y="26551"/>
                  </a:lnTo>
                  <a:lnTo>
                    <a:pt x="734990" y="14054"/>
                  </a:lnTo>
                  <a:lnTo>
                    <a:pt x="765435" y="0"/>
                  </a:lnTo>
                  <a:lnTo>
                    <a:pt x="826292" y="7281"/>
                  </a:lnTo>
                  <a:lnTo>
                    <a:pt x="836960" y="42400"/>
                  </a:lnTo>
                  <a:lnTo>
                    <a:pt x="872316" y="34137"/>
                  </a:lnTo>
                  <a:lnTo>
                    <a:pt x="915833" y="45685"/>
                  </a:lnTo>
                  <a:lnTo>
                    <a:pt x="913022" y="64176"/>
                  </a:lnTo>
                  <a:lnTo>
                    <a:pt x="945500" y="62245"/>
                  </a:lnTo>
                  <a:lnTo>
                    <a:pt x="1030367" y="30276"/>
                  </a:lnTo>
                  <a:lnTo>
                    <a:pt x="1017972" y="40910"/>
                  </a:lnTo>
                  <a:lnTo>
                    <a:pt x="1061185" y="67088"/>
                  </a:lnTo>
                  <a:lnTo>
                    <a:pt x="1136876" y="153073"/>
                  </a:lnTo>
                  <a:lnTo>
                    <a:pt x="1154892" y="135362"/>
                  </a:lnTo>
                  <a:lnTo>
                    <a:pt x="1201560" y="154868"/>
                  </a:lnTo>
                  <a:lnTo>
                    <a:pt x="1250224" y="146165"/>
                  </a:lnTo>
                  <a:lnTo>
                    <a:pt x="1268918" y="152261"/>
                  </a:lnTo>
                  <a:lnTo>
                    <a:pt x="1285207" y="171835"/>
                  </a:lnTo>
                  <a:lnTo>
                    <a:pt x="1308914" y="178405"/>
                  </a:lnTo>
                  <a:lnTo>
                    <a:pt x="1323306" y="192764"/>
                  </a:lnTo>
                  <a:lnTo>
                    <a:pt x="1366926" y="188226"/>
                  </a:lnTo>
                  <a:lnTo>
                    <a:pt x="1384908" y="20895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5EA75FDA-5BF9-57EE-F1AF-C842C7BEE008}"/>
                </a:ext>
              </a:extLst>
            </p:cNvPr>
            <p:cNvSpPr/>
            <p:nvPr/>
          </p:nvSpPr>
          <p:spPr>
            <a:xfrm>
              <a:off x="7989928" y="1885158"/>
              <a:ext cx="579985" cy="285895"/>
            </a:xfrm>
            <a:custGeom>
              <a:avLst/>
              <a:gdLst>
                <a:gd name="csX0" fmla="*/ 1321 w 579985"/>
                <a:gd name="csY0" fmla="*/ 144878 h 285895"/>
                <a:gd name="csX1" fmla="*/ 0 w 579985"/>
                <a:gd name="csY1" fmla="*/ 20015 h 285895"/>
                <a:gd name="csX2" fmla="*/ 87171 w 579985"/>
                <a:gd name="csY2" fmla="*/ 0 h 285895"/>
                <a:gd name="csX3" fmla="*/ 93504 w 579985"/>
                <a:gd name="csY3" fmla="*/ 2946 h 285895"/>
                <a:gd name="csX4" fmla="*/ 145996 w 579985"/>
                <a:gd name="csY4" fmla="*/ 27194 h 285895"/>
                <a:gd name="csX5" fmla="*/ 173698 w 579985"/>
                <a:gd name="csY5" fmla="*/ 39996 h 285895"/>
                <a:gd name="csX6" fmla="*/ 206040 w 579985"/>
                <a:gd name="csY6" fmla="*/ 70543 h 285895"/>
                <a:gd name="csX7" fmla="*/ 245764 w 579985"/>
                <a:gd name="csY7" fmla="*/ 65598 h 285895"/>
                <a:gd name="csX8" fmla="*/ 303844 w 579985"/>
                <a:gd name="csY8" fmla="*/ 62957 h 285895"/>
                <a:gd name="csX9" fmla="*/ 344382 w 579985"/>
                <a:gd name="csY9" fmla="*/ 87679 h 285895"/>
                <a:gd name="csX10" fmla="*/ 341841 w 579985"/>
                <a:gd name="csY10" fmla="*/ 121646 h 285895"/>
                <a:gd name="csX11" fmla="*/ 358368 w 579985"/>
                <a:gd name="csY11" fmla="*/ 121883 h 285895"/>
                <a:gd name="csX12" fmla="*/ 365243 w 579985"/>
                <a:gd name="csY12" fmla="*/ 149653 h 285895"/>
                <a:gd name="csX13" fmla="*/ 408320 w 579985"/>
                <a:gd name="csY13" fmla="*/ 150737 h 285895"/>
                <a:gd name="csX14" fmla="*/ 417599 w 579985"/>
                <a:gd name="csY14" fmla="*/ 166789 h 285895"/>
                <a:gd name="csX15" fmla="*/ 430198 w 579985"/>
                <a:gd name="csY15" fmla="*/ 166552 h 285895"/>
                <a:gd name="csX16" fmla="*/ 445031 w 579985"/>
                <a:gd name="csY16" fmla="*/ 142338 h 285895"/>
                <a:gd name="csX17" fmla="*/ 489700 w 579985"/>
                <a:gd name="csY17" fmla="*/ 118734 h 285895"/>
                <a:gd name="csX18" fmla="*/ 509105 w 579985"/>
                <a:gd name="csY18" fmla="*/ 112468 h 285895"/>
                <a:gd name="csX19" fmla="*/ 519163 w 579985"/>
                <a:gd name="csY19" fmla="*/ 115787 h 285895"/>
                <a:gd name="csX20" fmla="*/ 490750 w 579985"/>
                <a:gd name="csY20" fmla="*/ 137732 h 285895"/>
                <a:gd name="csX21" fmla="*/ 515743 w 579985"/>
                <a:gd name="csY21" fmla="*/ 150466 h 285895"/>
                <a:gd name="csX22" fmla="*/ 539855 w 579985"/>
                <a:gd name="csY22" fmla="*/ 142033 h 285895"/>
                <a:gd name="csX23" fmla="*/ 579986 w 579985"/>
                <a:gd name="csY23" fmla="*/ 159881 h 285895"/>
                <a:gd name="csX24" fmla="*/ 536638 w 579985"/>
                <a:gd name="csY24" fmla="*/ 184264 h 285895"/>
                <a:gd name="csX25" fmla="*/ 510866 w 579985"/>
                <a:gd name="csY25" fmla="*/ 180945 h 285895"/>
                <a:gd name="csX26" fmla="*/ 496879 w 579985"/>
                <a:gd name="csY26" fmla="*/ 181792 h 285895"/>
                <a:gd name="csX27" fmla="*/ 492036 w 579985"/>
                <a:gd name="csY27" fmla="*/ 172411 h 285895"/>
                <a:gd name="csX28" fmla="*/ 499115 w 579985"/>
                <a:gd name="csY28" fmla="*/ 156697 h 285895"/>
                <a:gd name="csX29" fmla="*/ 453802 w 579985"/>
                <a:gd name="csY29" fmla="*/ 164554 h 285895"/>
                <a:gd name="csX30" fmla="*/ 443066 w 579985"/>
                <a:gd name="csY30" fmla="*/ 186296 h 285895"/>
                <a:gd name="csX31" fmla="*/ 426946 w 579985"/>
                <a:gd name="csY31" fmla="*/ 205024 h 285895"/>
                <a:gd name="csX32" fmla="*/ 398669 w 579985"/>
                <a:gd name="csY32" fmla="*/ 203432 h 285895"/>
                <a:gd name="csX33" fmla="*/ 389897 w 579985"/>
                <a:gd name="csY33" fmla="*/ 218333 h 285895"/>
                <a:gd name="csX34" fmla="*/ 414755 w 579985"/>
                <a:gd name="csY34" fmla="*/ 226393 h 285895"/>
                <a:gd name="csX35" fmla="*/ 422070 w 579985"/>
                <a:gd name="csY35" fmla="*/ 251623 h 285895"/>
                <a:gd name="csX36" fmla="*/ 403037 w 579985"/>
                <a:gd name="csY36" fmla="*/ 285895 h 285895"/>
                <a:gd name="csX37" fmla="*/ 377502 w 579985"/>
                <a:gd name="csY37" fmla="*/ 278750 h 285895"/>
                <a:gd name="csX38" fmla="*/ 358639 w 579985"/>
                <a:gd name="csY38" fmla="*/ 278513 h 285895"/>
                <a:gd name="csX39" fmla="*/ 359554 w 579985"/>
                <a:gd name="csY39" fmla="*/ 257787 h 285895"/>
                <a:gd name="csX40" fmla="*/ 314512 w 579985"/>
                <a:gd name="csY40" fmla="*/ 243292 h 285895"/>
                <a:gd name="csX41" fmla="*/ 279088 w 579985"/>
                <a:gd name="csY41" fmla="*/ 226732 h 285895"/>
                <a:gd name="csX42" fmla="*/ 257008 w 579985"/>
                <a:gd name="csY42" fmla="*/ 210781 h 285895"/>
                <a:gd name="csX43" fmla="*/ 218265 w 579985"/>
                <a:gd name="csY43" fmla="*/ 187380 h 285895"/>
                <a:gd name="csX44" fmla="*/ 201637 w 579985"/>
                <a:gd name="csY44" fmla="*/ 152464 h 285895"/>
                <a:gd name="csX45" fmla="*/ 190258 w 579985"/>
                <a:gd name="csY45" fmla="*/ 146334 h 285895"/>
                <a:gd name="csX46" fmla="*/ 153649 w 579985"/>
                <a:gd name="csY46" fmla="*/ 147892 h 285895"/>
                <a:gd name="csX47" fmla="*/ 140678 w 579985"/>
                <a:gd name="csY47" fmla="*/ 140950 h 285895"/>
                <a:gd name="csX48" fmla="*/ 137055 w 579985"/>
                <a:gd name="csY48" fmla="*/ 113925 h 285895"/>
                <a:gd name="csX49" fmla="*/ 91438 w 579985"/>
                <a:gd name="csY49" fmla="*/ 96010 h 285895"/>
                <a:gd name="csX50" fmla="*/ 62923 w 579985"/>
                <a:gd name="csY50" fmla="*/ 115686 h 285895"/>
                <a:gd name="csX51" fmla="*/ 33968 w 579985"/>
                <a:gd name="csY51" fmla="*/ 127369 h 285895"/>
                <a:gd name="csX52" fmla="*/ 39521 w 579985"/>
                <a:gd name="csY52" fmla="*/ 144438 h 285895"/>
                <a:gd name="csX53" fmla="*/ 1321 w 579985"/>
                <a:gd name="csY53" fmla="*/ 144878 h 2858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</a:cxnLst>
              <a:rect l="l" t="t" r="r" b="b"/>
              <a:pathLst>
                <a:path w="579985" h="285895">
                  <a:moveTo>
                    <a:pt x="1321" y="144878"/>
                  </a:moveTo>
                  <a:lnTo>
                    <a:pt x="0" y="20015"/>
                  </a:lnTo>
                  <a:lnTo>
                    <a:pt x="87171" y="0"/>
                  </a:lnTo>
                  <a:lnTo>
                    <a:pt x="93504" y="2946"/>
                  </a:lnTo>
                  <a:lnTo>
                    <a:pt x="145996" y="27194"/>
                  </a:lnTo>
                  <a:lnTo>
                    <a:pt x="173698" y="39996"/>
                  </a:lnTo>
                  <a:lnTo>
                    <a:pt x="206040" y="70543"/>
                  </a:lnTo>
                  <a:lnTo>
                    <a:pt x="245764" y="65598"/>
                  </a:lnTo>
                  <a:lnTo>
                    <a:pt x="303844" y="62957"/>
                  </a:lnTo>
                  <a:lnTo>
                    <a:pt x="344382" y="87679"/>
                  </a:lnTo>
                  <a:lnTo>
                    <a:pt x="341841" y="121646"/>
                  </a:lnTo>
                  <a:lnTo>
                    <a:pt x="358368" y="121883"/>
                  </a:lnTo>
                  <a:lnTo>
                    <a:pt x="365243" y="149653"/>
                  </a:lnTo>
                  <a:lnTo>
                    <a:pt x="408320" y="150737"/>
                  </a:lnTo>
                  <a:lnTo>
                    <a:pt x="417599" y="166789"/>
                  </a:lnTo>
                  <a:lnTo>
                    <a:pt x="430198" y="166552"/>
                  </a:lnTo>
                  <a:lnTo>
                    <a:pt x="445031" y="142338"/>
                  </a:lnTo>
                  <a:lnTo>
                    <a:pt x="489700" y="118734"/>
                  </a:lnTo>
                  <a:lnTo>
                    <a:pt x="509105" y="112468"/>
                  </a:lnTo>
                  <a:lnTo>
                    <a:pt x="519163" y="115787"/>
                  </a:lnTo>
                  <a:lnTo>
                    <a:pt x="490750" y="137732"/>
                  </a:lnTo>
                  <a:lnTo>
                    <a:pt x="515743" y="150466"/>
                  </a:lnTo>
                  <a:lnTo>
                    <a:pt x="539855" y="142033"/>
                  </a:lnTo>
                  <a:lnTo>
                    <a:pt x="579986" y="159881"/>
                  </a:lnTo>
                  <a:lnTo>
                    <a:pt x="536638" y="184264"/>
                  </a:lnTo>
                  <a:lnTo>
                    <a:pt x="510866" y="180945"/>
                  </a:lnTo>
                  <a:lnTo>
                    <a:pt x="496879" y="181792"/>
                  </a:lnTo>
                  <a:lnTo>
                    <a:pt x="492036" y="172411"/>
                  </a:lnTo>
                  <a:lnTo>
                    <a:pt x="499115" y="156697"/>
                  </a:lnTo>
                  <a:lnTo>
                    <a:pt x="453802" y="164554"/>
                  </a:lnTo>
                  <a:lnTo>
                    <a:pt x="443066" y="186296"/>
                  </a:lnTo>
                  <a:lnTo>
                    <a:pt x="426946" y="205024"/>
                  </a:lnTo>
                  <a:lnTo>
                    <a:pt x="398669" y="203432"/>
                  </a:lnTo>
                  <a:lnTo>
                    <a:pt x="389897" y="218333"/>
                  </a:lnTo>
                  <a:lnTo>
                    <a:pt x="414755" y="226393"/>
                  </a:lnTo>
                  <a:lnTo>
                    <a:pt x="422070" y="251623"/>
                  </a:lnTo>
                  <a:lnTo>
                    <a:pt x="403037" y="285895"/>
                  </a:lnTo>
                  <a:lnTo>
                    <a:pt x="377502" y="278750"/>
                  </a:lnTo>
                  <a:lnTo>
                    <a:pt x="358639" y="278513"/>
                  </a:lnTo>
                  <a:lnTo>
                    <a:pt x="359554" y="257787"/>
                  </a:lnTo>
                  <a:lnTo>
                    <a:pt x="314512" y="243292"/>
                  </a:lnTo>
                  <a:lnTo>
                    <a:pt x="279088" y="226732"/>
                  </a:lnTo>
                  <a:lnTo>
                    <a:pt x="257008" y="210781"/>
                  </a:lnTo>
                  <a:lnTo>
                    <a:pt x="218265" y="187380"/>
                  </a:lnTo>
                  <a:lnTo>
                    <a:pt x="201637" y="152464"/>
                  </a:lnTo>
                  <a:lnTo>
                    <a:pt x="190258" y="146334"/>
                  </a:lnTo>
                  <a:lnTo>
                    <a:pt x="153649" y="147892"/>
                  </a:lnTo>
                  <a:lnTo>
                    <a:pt x="140678" y="140950"/>
                  </a:lnTo>
                  <a:lnTo>
                    <a:pt x="137055" y="113925"/>
                  </a:lnTo>
                  <a:lnTo>
                    <a:pt x="91438" y="96010"/>
                  </a:lnTo>
                  <a:lnTo>
                    <a:pt x="62923" y="115686"/>
                  </a:lnTo>
                  <a:lnTo>
                    <a:pt x="33968" y="127369"/>
                  </a:lnTo>
                  <a:lnTo>
                    <a:pt x="39521" y="144438"/>
                  </a:lnTo>
                  <a:lnTo>
                    <a:pt x="1321" y="14487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B22B87BD-4D1B-119B-0DBD-941AEA80C1DB}"/>
                </a:ext>
              </a:extLst>
            </p:cNvPr>
            <p:cNvSpPr/>
            <p:nvPr/>
          </p:nvSpPr>
          <p:spPr>
            <a:xfrm>
              <a:off x="10870928" y="3513664"/>
              <a:ext cx="508664" cy="276074"/>
            </a:xfrm>
            <a:custGeom>
              <a:avLst/>
              <a:gdLst>
                <a:gd name="csX0" fmla="*/ 0 w 508664"/>
                <a:gd name="csY0" fmla="*/ 3387 h 276074"/>
                <a:gd name="csX1" fmla="*/ 58757 w 508664"/>
                <a:gd name="csY1" fmla="*/ 26720 h 276074"/>
                <a:gd name="csX2" fmla="*/ 121376 w 508664"/>
                <a:gd name="csY2" fmla="*/ 46091 h 276074"/>
                <a:gd name="csX3" fmla="*/ 144709 w 508664"/>
                <a:gd name="csY3" fmla="*/ 63465 h 276074"/>
                <a:gd name="csX4" fmla="*/ 163571 w 508664"/>
                <a:gd name="csY4" fmla="*/ 80465 h 276074"/>
                <a:gd name="csX5" fmla="*/ 168719 w 508664"/>
                <a:gd name="csY5" fmla="*/ 100446 h 276074"/>
                <a:gd name="csX6" fmla="*/ 225140 w 508664"/>
                <a:gd name="csY6" fmla="*/ 121375 h 276074"/>
                <a:gd name="csX7" fmla="*/ 233369 w 508664"/>
                <a:gd name="csY7" fmla="*/ 139324 h 276074"/>
                <a:gd name="csX8" fmla="*/ 202213 w 508664"/>
                <a:gd name="csY8" fmla="*/ 142982 h 276074"/>
                <a:gd name="csX9" fmla="*/ 209697 w 508664"/>
                <a:gd name="csY9" fmla="*/ 165536 h 276074"/>
                <a:gd name="csX10" fmla="*/ 239939 w 508664"/>
                <a:gd name="csY10" fmla="*/ 187752 h 276074"/>
                <a:gd name="csX11" fmla="*/ 261919 w 508664"/>
                <a:gd name="csY11" fmla="*/ 223684 h 276074"/>
                <a:gd name="csX12" fmla="*/ 281324 w 508664"/>
                <a:gd name="csY12" fmla="*/ 222532 h 276074"/>
                <a:gd name="csX13" fmla="*/ 279969 w 508664"/>
                <a:gd name="csY13" fmla="*/ 237535 h 276074"/>
                <a:gd name="csX14" fmla="*/ 306113 w 508664"/>
                <a:gd name="csY14" fmla="*/ 243292 h 276074"/>
                <a:gd name="csX15" fmla="*/ 295954 w 508664"/>
                <a:gd name="csY15" fmla="*/ 249693 h 276074"/>
                <a:gd name="csX16" fmla="*/ 331953 w 508664"/>
                <a:gd name="csY16" fmla="*/ 263950 h 276074"/>
                <a:gd name="csX17" fmla="*/ 328194 w 508664"/>
                <a:gd name="csY17" fmla="*/ 273737 h 276074"/>
                <a:gd name="csX18" fmla="*/ 305741 w 508664"/>
                <a:gd name="csY18" fmla="*/ 276074 h 276074"/>
                <a:gd name="csX19" fmla="*/ 297410 w 508664"/>
                <a:gd name="csY19" fmla="*/ 267303 h 276074"/>
                <a:gd name="csX20" fmla="*/ 268319 w 508664"/>
                <a:gd name="csY20" fmla="*/ 263510 h 276074"/>
                <a:gd name="csX21" fmla="*/ 234114 w 508664"/>
                <a:gd name="csY21" fmla="*/ 258396 h 276074"/>
                <a:gd name="csX22" fmla="*/ 207767 w 508664"/>
                <a:gd name="csY22" fmla="*/ 236790 h 276074"/>
                <a:gd name="csX23" fmla="*/ 188565 w 508664"/>
                <a:gd name="csY23" fmla="*/ 218198 h 276074"/>
                <a:gd name="csX24" fmla="*/ 170955 w 508664"/>
                <a:gd name="csY24" fmla="*/ 188531 h 276074"/>
                <a:gd name="csX25" fmla="*/ 126793 w 508664"/>
                <a:gd name="csY25" fmla="*/ 173732 h 276074"/>
                <a:gd name="csX26" fmla="*/ 98109 w 508664"/>
                <a:gd name="csY26" fmla="*/ 183383 h 276074"/>
                <a:gd name="csX27" fmla="*/ 77418 w 508664"/>
                <a:gd name="csY27" fmla="*/ 194559 h 276074"/>
                <a:gd name="csX28" fmla="*/ 81752 w 508664"/>
                <a:gd name="csY28" fmla="*/ 219552 h 276074"/>
                <a:gd name="csX29" fmla="*/ 55133 w 508664"/>
                <a:gd name="csY29" fmla="*/ 231202 h 276074"/>
                <a:gd name="csX30" fmla="*/ 36168 w 508664"/>
                <a:gd name="csY30" fmla="*/ 225547 h 276074"/>
                <a:gd name="csX31" fmla="*/ 1151 w 508664"/>
                <a:gd name="csY31" fmla="*/ 224124 h 276074"/>
                <a:gd name="csX32" fmla="*/ 576 w 508664"/>
                <a:gd name="csY32" fmla="*/ 113755 h 276074"/>
                <a:gd name="csX33" fmla="*/ 0 w 508664"/>
                <a:gd name="csY33" fmla="*/ 3387 h 276074"/>
                <a:gd name="csX34" fmla="*/ 394199 w 508664"/>
                <a:gd name="csY34" fmla="*/ 39284 h 276074"/>
                <a:gd name="csX35" fmla="*/ 407067 w 508664"/>
                <a:gd name="csY35" fmla="*/ 50122 h 276074"/>
                <a:gd name="csX36" fmla="*/ 411132 w 508664"/>
                <a:gd name="csY36" fmla="*/ 67732 h 276074"/>
                <a:gd name="csX37" fmla="*/ 400531 w 508664"/>
                <a:gd name="csY37" fmla="*/ 76740 h 276074"/>
                <a:gd name="csX38" fmla="*/ 394165 w 508664"/>
                <a:gd name="csY38" fmla="*/ 56759 h 276074"/>
                <a:gd name="csX39" fmla="*/ 386274 w 508664"/>
                <a:gd name="csY39" fmla="*/ 43687 h 276074"/>
                <a:gd name="csX40" fmla="*/ 370932 w 508664"/>
                <a:gd name="csY40" fmla="*/ 32579 h 276074"/>
                <a:gd name="csX41" fmla="*/ 351663 w 508664"/>
                <a:gd name="csY41" fmla="*/ 18118 h 276074"/>
                <a:gd name="csX42" fmla="*/ 327211 w 508664"/>
                <a:gd name="csY42" fmla="*/ 8162 h 276074"/>
                <a:gd name="csX43" fmla="*/ 336626 w 508664"/>
                <a:gd name="csY43" fmla="*/ 0 h 276074"/>
                <a:gd name="csX44" fmla="*/ 354914 w 508664"/>
                <a:gd name="csY44" fmla="*/ 9482 h 276074"/>
                <a:gd name="csX45" fmla="*/ 366428 w 508664"/>
                <a:gd name="csY45" fmla="*/ 16933 h 276074"/>
                <a:gd name="csX46" fmla="*/ 380651 w 508664"/>
                <a:gd name="csY46" fmla="*/ 25061 h 276074"/>
                <a:gd name="csX47" fmla="*/ 394199 w 508664"/>
                <a:gd name="csY47" fmla="*/ 39284 h 276074"/>
                <a:gd name="csX48" fmla="*/ 348852 w 508664"/>
                <a:gd name="csY48" fmla="*/ 113146 h 276074"/>
                <a:gd name="csX49" fmla="*/ 330327 w 508664"/>
                <a:gd name="csY49" fmla="*/ 121375 h 276074"/>
                <a:gd name="csX50" fmla="*/ 312954 w 508664"/>
                <a:gd name="csY50" fmla="*/ 129300 h 276074"/>
                <a:gd name="csX51" fmla="*/ 294971 w 508664"/>
                <a:gd name="csY51" fmla="*/ 129266 h 276074"/>
                <a:gd name="csX52" fmla="*/ 267202 w 508664"/>
                <a:gd name="csY52" fmla="*/ 119411 h 276074"/>
                <a:gd name="csX53" fmla="*/ 247864 w 508664"/>
                <a:gd name="csY53" fmla="*/ 109962 h 276074"/>
                <a:gd name="csX54" fmla="*/ 250675 w 508664"/>
                <a:gd name="csY54" fmla="*/ 99498 h 276074"/>
                <a:gd name="csX55" fmla="*/ 281019 w 508664"/>
                <a:gd name="csY55" fmla="*/ 104442 h 276074"/>
                <a:gd name="csX56" fmla="*/ 299577 w 508664"/>
                <a:gd name="csY56" fmla="*/ 101801 h 276074"/>
                <a:gd name="csX57" fmla="*/ 304657 w 508664"/>
                <a:gd name="csY57" fmla="*/ 85545 h 276074"/>
                <a:gd name="csX58" fmla="*/ 309534 w 508664"/>
                <a:gd name="csY58" fmla="*/ 84698 h 276074"/>
                <a:gd name="csX59" fmla="*/ 312819 w 508664"/>
                <a:gd name="csY59" fmla="*/ 102681 h 276074"/>
                <a:gd name="csX60" fmla="*/ 332122 w 508664"/>
                <a:gd name="csY60" fmla="*/ 100107 h 276074"/>
                <a:gd name="csX61" fmla="*/ 341706 w 508664"/>
                <a:gd name="csY61" fmla="*/ 88525 h 276074"/>
                <a:gd name="csX62" fmla="*/ 360604 w 508664"/>
                <a:gd name="csY62" fmla="*/ 76435 h 276074"/>
                <a:gd name="csX63" fmla="*/ 356878 w 508664"/>
                <a:gd name="csY63" fmla="*/ 56488 h 276074"/>
                <a:gd name="csX64" fmla="*/ 377163 w 508664"/>
                <a:gd name="csY64" fmla="*/ 55845 h 276074"/>
                <a:gd name="csX65" fmla="*/ 384004 w 508664"/>
                <a:gd name="csY65" fmla="*/ 61399 h 276074"/>
                <a:gd name="csX66" fmla="*/ 383327 w 508664"/>
                <a:gd name="csY66" fmla="*/ 80194 h 276074"/>
                <a:gd name="csX67" fmla="*/ 371948 w 508664"/>
                <a:gd name="csY67" fmla="*/ 100852 h 276074"/>
                <a:gd name="csX68" fmla="*/ 354203 w 508664"/>
                <a:gd name="csY68" fmla="*/ 103629 h 276074"/>
                <a:gd name="csX69" fmla="*/ 348852 w 508664"/>
                <a:gd name="csY69" fmla="*/ 113146 h 276074"/>
                <a:gd name="csX70" fmla="*/ 465994 w 508664"/>
                <a:gd name="csY70" fmla="*/ 96179 h 276074"/>
                <a:gd name="csX71" fmla="*/ 476255 w 508664"/>
                <a:gd name="csY71" fmla="*/ 103867 h 276074"/>
                <a:gd name="csX72" fmla="*/ 492680 w 508664"/>
                <a:gd name="csY72" fmla="*/ 125337 h 276074"/>
                <a:gd name="csX73" fmla="*/ 508664 w 508664"/>
                <a:gd name="csY73" fmla="*/ 136818 h 276074"/>
                <a:gd name="csX74" fmla="*/ 503924 w 508664"/>
                <a:gd name="csY74" fmla="*/ 146300 h 276074"/>
                <a:gd name="csX75" fmla="*/ 494441 w 508664"/>
                <a:gd name="csY75" fmla="*/ 149687 h 276074"/>
                <a:gd name="csX76" fmla="*/ 479777 w 508664"/>
                <a:gd name="csY76" fmla="*/ 136683 h 276074"/>
                <a:gd name="csX77" fmla="*/ 464944 w 508664"/>
                <a:gd name="csY77" fmla="*/ 115178 h 276074"/>
                <a:gd name="csX78" fmla="*/ 457663 w 508664"/>
                <a:gd name="csY78" fmla="*/ 89372 h 276074"/>
                <a:gd name="csX79" fmla="*/ 462371 w 508664"/>
                <a:gd name="csY79" fmla="*/ 86087 h 276074"/>
                <a:gd name="csX80" fmla="*/ 465994 w 508664"/>
                <a:gd name="csY80" fmla="*/ 96179 h 2760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</a:cxnLst>
              <a:rect l="l" t="t" r="r" b="b"/>
              <a:pathLst>
                <a:path w="508664" h="276074">
                  <a:moveTo>
                    <a:pt x="0" y="3387"/>
                  </a:moveTo>
                  <a:lnTo>
                    <a:pt x="58757" y="26720"/>
                  </a:lnTo>
                  <a:lnTo>
                    <a:pt x="121376" y="46091"/>
                  </a:lnTo>
                  <a:lnTo>
                    <a:pt x="144709" y="63465"/>
                  </a:lnTo>
                  <a:lnTo>
                    <a:pt x="163571" y="80465"/>
                  </a:lnTo>
                  <a:lnTo>
                    <a:pt x="168719" y="100446"/>
                  </a:lnTo>
                  <a:lnTo>
                    <a:pt x="225140" y="121375"/>
                  </a:lnTo>
                  <a:lnTo>
                    <a:pt x="233369" y="139324"/>
                  </a:lnTo>
                  <a:lnTo>
                    <a:pt x="202213" y="142982"/>
                  </a:lnTo>
                  <a:lnTo>
                    <a:pt x="209697" y="165536"/>
                  </a:lnTo>
                  <a:lnTo>
                    <a:pt x="239939" y="187752"/>
                  </a:lnTo>
                  <a:lnTo>
                    <a:pt x="261919" y="223684"/>
                  </a:lnTo>
                  <a:lnTo>
                    <a:pt x="281324" y="222532"/>
                  </a:lnTo>
                  <a:lnTo>
                    <a:pt x="279969" y="237535"/>
                  </a:lnTo>
                  <a:lnTo>
                    <a:pt x="306113" y="243292"/>
                  </a:lnTo>
                  <a:lnTo>
                    <a:pt x="295954" y="249693"/>
                  </a:lnTo>
                  <a:lnTo>
                    <a:pt x="331953" y="263950"/>
                  </a:lnTo>
                  <a:lnTo>
                    <a:pt x="328194" y="273737"/>
                  </a:lnTo>
                  <a:lnTo>
                    <a:pt x="305741" y="276074"/>
                  </a:lnTo>
                  <a:lnTo>
                    <a:pt x="297410" y="267303"/>
                  </a:lnTo>
                  <a:lnTo>
                    <a:pt x="268319" y="263510"/>
                  </a:lnTo>
                  <a:lnTo>
                    <a:pt x="234114" y="258396"/>
                  </a:lnTo>
                  <a:lnTo>
                    <a:pt x="207767" y="236790"/>
                  </a:lnTo>
                  <a:lnTo>
                    <a:pt x="188565" y="218198"/>
                  </a:lnTo>
                  <a:lnTo>
                    <a:pt x="170955" y="188531"/>
                  </a:lnTo>
                  <a:lnTo>
                    <a:pt x="126793" y="173732"/>
                  </a:lnTo>
                  <a:lnTo>
                    <a:pt x="98109" y="183383"/>
                  </a:lnTo>
                  <a:lnTo>
                    <a:pt x="77418" y="194559"/>
                  </a:lnTo>
                  <a:lnTo>
                    <a:pt x="81752" y="219552"/>
                  </a:lnTo>
                  <a:lnTo>
                    <a:pt x="55133" y="231202"/>
                  </a:lnTo>
                  <a:lnTo>
                    <a:pt x="36168" y="225547"/>
                  </a:lnTo>
                  <a:lnTo>
                    <a:pt x="1151" y="224124"/>
                  </a:lnTo>
                  <a:lnTo>
                    <a:pt x="576" y="113755"/>
                  </a:lnTo>
                  <a:lnTo>
                    <a:pt x="0" y="3387"/>
                  </a:lnTo>
                  <a:close/>
                  <a:moveTo>
                    <a:pt x="394199" y="39284"/>
                  </a:moveTo>
                  <a:lnTo>
                    <a:pt x="407067" y="50122"/>
                  </a:lnTo>
                  <a:lnTo>
                    <a:pt x="411132" y="67732"/>
                  </a:lnTo>
                  <a:lnTo>
                    <a:pt x="400531" y="76740"/>
                  </a:lnTo>
                  <a:lnTo>
                    <a:pt x="394165" y="56759"/>
                  </a:lnTo>
                  <a:lnTo>
                    <a:pt x="386274" y="43687"/>
                  </a:lnTo>
                  <a:lnTo>
                    <a:pt x="370932" y="32579"/>
                  </a:lnTo>
                  <a:lnTo>
                    <a:pt x="351663" y="18118"/>
                  </a:lnTo>
                  <a:lnTo>
                    <a:pt x="327211" y="8162"/>
                  </a:lnTo>
                  <a:lnTo>
                    <a:pt x="336626" y="0"/>
                  </a:lnTo>
                  <a:lnTo>
                    <a:pt x="354914" y="9482"/>
                  </a:lnTo>
                  <a:lnTo>
                    <a:pt x="366428" y="16933"/>
                  </a:lnTo>
                  <a:lnTo>
                    <a:pt x="380651" y="25061"/>
                  </a:lnTo>
                  <a:lnTo>
                    <a:pt x="394199" y="39284"/>
                  </a:lnTo>
                  <a:close/>
                  <a:moveTo>
                    <a:pt x="348852" y="113146"/>
                  </a:moveTo>
                  <a:lnTo>
                    <a:pt x="330327" y="121375"/>
                  </a:lnTo>
                  <a:lnTo>
                    <a:pt x="312954" y="129300"/>
                  </a:lnTo>
                  <a:lnTo>
                    <a:pt x="294971" y="129266"/>
                  </a:lnTo>
                  <a:lnTo>
                    <a:pt x="267202" y="119411"/>
                  </a:lnTo>
                  <a:lnTo>
                    <a:pt x="247864" y="109962"/>
                  </a:lnTo>
                  <a:lnTo>
                    <a:pt x="250675" y="99498"/>
                  </a:lnTo>
                  <a:lnTo>
                    <a:pt x="281019" y="104442"/>
                  </a:lnTo>
                  <a:lnTo>
                    <a:pt x="299577" y="101801"/>
                  </a:lnTo>
                  <a:lnTo>
                    <a:pt x="304657" y="85545"/>
                  </a:lnTo>
                  <a:lnTo>
                    <a:pt x="309534" y="84698"/>
                  </a:lnTo>
                  <a:lnTo>
                    <a:pt x="312819" y="102681"/>
                  </a:lnTo>
                  <a:lnTo>
                    <a:pt x="332122" y="100107"/>
                  </a:lnTo>
                  <a:lnTo>
                    <a:pt x="341706" y="88525"/>
                  </a:lnTo>
                  <a:lnTo>
                    <a:pt x="360604" y="76435"/>
                  </a:lnTo>
                  <a:lnTo>
                    <a:pt x="356878" y="56488"/>
                  </a:lnTo>
                  <a:lnTo>
                    <a:pt x="377163" y="55845"/>
                  </a:lnTo>
                  <a:lnTo>
                    <a:pt x="384004" y="61399"/>
                  </a:lnTo>
                  <a:lnTo>
                    <a:pt x="383327" y="80194"/>
                  </a:lnTo>
                  <a:lnTo>
                    <a:pt x="371948" y="100852"/>
                  </a:lnTo>
                  <a:lnTo>
                    <a:pt x="354203" y="103629"/>
                  </a:lnTo>
                  <a:lnTo>
                    <a:pt x="348852" y="113146"/>
                  </a:lnTo>
                  <a:close/>
                  <a:moveTo>
                    <a:pt x="465994" y="96179"/>
                  </a:moveTo>
                  <a:lnTo>
                    <a:pt x="476255" y="103867"/>
                  </a:lnTo>
                  <a:lnTo>
                    <a:pt x="492680" y="125337"/>
                  </a:lnTo>
                  <a:lnTo>
                    <a:pt x="508664" y="136818"/>
                  </a:lnTo>
                  <a:lnTo>
                    <a:pt x="503924" y="146300"/>
                  </a:lnTo>
                  <a:lnTo>
                    <a:pt x="494441" y="149687"/>
                  </a:lnTo>
                  <a:lnTo>
                    <a:pt x="479777" y="136683"/>
                  </a:lnTo>
                  <a:lnTo>
                    <a:pt x="464944" y="115178"/>
                  </a:lnTo>
                  <a:lnTo>
                    <a:pt x="457663" y="89372"/>
                  </a:lnTo>
                  <a:lnTo>
                    <a:pt x="462371" y="86087"/>
                  </a:lnTo>
                  <a:lnTo>
                    <a:pt x="465994" y="9617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51C47FD-387E-DE80-2462-E3222362D6F3}"/>
                </a:ext>
              </a:extLst>
            </p:cNvPr>
            <p:cNvSpPr/>
            <p:nvPr/>
          </p:nvSpPr>
          <p:spPr>
            <a:xfrm>
              <a:off x="9323023" y="3243415"/>
              <a:ext cx="1549056" cy="536434"/>
            </a:xfrm>
            <a:custGeom>
              <a:avLst/>
              <a:gdLst>
                <a:gd name="csX0" fmla="*/ 1547905 w 1549056"/>
                <a:gd name="csY0" fmla="*/ 273636 h 536434"/>
                <a:gd name="csX1" fmla="*/ 1548481 w 1549056"/>
                <a:gd name="csY1" fmla="*/ 384005 h 536434"/>
                <a:gd name="csX2" fmla="*/ 1549056 w 1549056"/>
                <a:gd name="csY2" fmla="*/ 494373 h 536434"/>
                <a:gd name="csX3" fmla="*/ 1518882 w 1549056"/>
                <a:gd name="csY3" fmla="*/ 466569 h 536434"/>
                <a:gd name="csX4" fmla="*/ 1484508 w 1549056"/>
                <a:gd name="csY4" fmla="*/ 459763 h 536434"/>
                <a:gd name="csX5" fmla="*/ 1476144 w 1549056"/>
                <a:gd name="csY5" fmla="*/ 469414 h 536434"/>
                <a:gd name="csX6" fmla="*/ 1433236 w 1549056"/>
                <a:gd name="csY6" fmla="*/ 470464 h 536434"/>
                <a:gd name="csX7" fmla="*/ 1447628 w 1549056"/>
                <a:gd name="csY7" fmla="*/ 442897 h 536434"/>
                <a:gd name="csX8" fmla="*/ 1468964 w 1549056"/>
                <a:gd name="csY8" fmla="*/ 433483 h 536434"/>
                <a:gd name="csX9" fmla="*/ 1460125 w 1549056"/>
                <a:gd name="csY9" fmla="*/ 396671 h 536434"/>
                <a:gd name="csX10" fmla="*/ 1443870 w 1549056"/>
                <a:gd name="csY10" fmla="*/ 368223 h 536434"/>
                <a:gd name="csX11" fmla="*/ 1378204 w 1549056"/>
                <a:gd name="csY11" fmla="*/ 339573 h 536434"/>
                <a:gd name="csX12" fmla="*/ 1350298 w 1549056"/>
                <a:gd name="csY12" fmla="*/ 336728 h 536434"/>
                <a:gd name="csX13" fmla="*/ 1299431 w 1549056"/>
                <a:gd name="csY13" fmla="*/ 305436 h 536434"/>
                <a:gd name="csX14" fmla="*/ 1289442 w 1549056"/>
                <a:gd name="csY14" fmla="*/ 321895 h 536434"/>
                <a:gd name="csX15" fmla="*/ 1276437 w 1549056"/>
                <a:gd name="csY15" fmla="*/ 324875 h 536434"/>
                <a:gd name="csX16" fmla="*/ 1268749 w 1549056"/>
                <a:gd name="csY16" fmla="*/ 312446 h 536434"/>
                <a:gd name="csX17" fmla="*/ 1268647 w 1549056"/>
                <a:gd name="csY17" fmla="*/ 297748 h 536434"/>
                <a:gd name="csX18" fmla="*/ 1242774 w 1549056"/>
                <a:gd name="csY18" fmla="*/ 281120 h 536434"/>
                <a:gd name="csX19" fmla="*/ 1279247 w 1549056"/>
                <a:gd name="csY19" fmla="*/ 268895 h 536434"/>
                <a:gd name="csX20" fmla="*/ 1303394 w 1549056"/>
                <a:gd name="csY20" fmla="*/ 269572 h 536434"/>
                <a:gd name="csX21" fmla="*/ 1300550 w 1549056"/>
                <a:gd name="csY21" fmla="*/ 260597 h 536434"/>
                <a:gd name="csX22" fmla="*/ 1250969 w 1549056"/>
                <a:gd name="csY22" fmla="*/ 260530 h 536434"/>
                <a:gd name="csX23" fmla="*/ 1237559 w 1549056"/>
                <a:gd name="csY23" fmla="*/ 240346 h 536434"/>
                <a:gd name="csX24" fmla="*/ 1207316 w 1549056"/>
                <a:gd name="csY24" fmla="*/ 234115 h 536434"/>
                <a:gd name="csX25" fmla="*/ 1192991 w 1549056"/>
                <a:gd name="csY25" fmla="*/ 217351 h 536434"/>
                <a:gd name="csX26" fmla="*/ 1238643 w 1549056"/>
                <a:gd name="csY26" fmla="*/ 209122 h 536434"/>
                <a:gd name="csX27" fmla="*/ 1255982 w 1549056"/>
                <a:gd name="csY27" fmla="*/ 198115 h 536434"/>
                <a:gd name="csX28" fmla="*/ 1310370 w 1549056"/>
                <a:gd name="csY28" fmla="*/ 212000 h 536434"/>
                <a:gd name="csX29" fmla="*/ 1315687 w 1549056"/>
                <a:gd name="csY29" fmla="*/ 224598 h 536434"/>
                <a:gd name="csX30" fmla="*/ 1325170 w 1549056"/>
                <a:gd name="csY30" fmla="*/ 279359 h 536434"/>
                <a:gd name="csX31" fmla="*/ 1360221 w 1549056"/>
                <a:gd name="csY31" fmla="*/ 299645 h 536434"/>
                <a:gd name="csX32" fmla="*/ 1388499 w 1549056"/>
                <a:gd name="csY32" fmla="*/ 263713 h 536434"/>
                <a:gd name="csX33" fmla="*/ 1427377 w 1549056"/>
                <a:gd name="csY33" fmla="*/ 243292 h 536434"/>
                <a:gd name="csX34" fmla="*/ 1457483 w 1549056"/>
                <a:gd name="csY34" fmla="*/ 243258 h 536434"/>
                <a:gd name="csX35" fmla="*/ 1486439 w 1549056"/>
                <a:gd name="csY35" fmla="*/ 255044 h 536434"/>
                <a:gd name="csX36" fmla="*/ 1511567 w 1549056"/>
                <a:gd name="csY36" fmla="*/ 267167 h 536434"/>
                <a:gd name="csX37" fmla="*/ 1547905 w 1549056"/>
                <a:gd name="csY37" fmla="*/ 273636 h 536434"/>
                <a:gd name="csX38" fmla="*/ 1005002 w 1549056"/>
                <a:gd name="csY38" fmla="*/ 486754 h 536434"/>
                <a:gd name="csX39" fmla="*/ 1008423 w 1549056"/>
                <a:gd name="csY39" fmla="*/ 493425 h 536434"/>
                <a:gd name="csX40" fmla="*/ 1009066 w 1549056"/>
                <a:gd name="csY40" fmla="*/ 503686 h 536434"/>
                <a:gd name="csX41" fmla="*/ 986952 w 1549056"/>
                <a:gd name="csY41" fmla="*/ 528984 h 536434"/>
                <a:gd name="csX42" fmla="*/ 957962 w 1549056"/>
                <a:gd name="csY42" fmla="*/ 536435 h 536434"/>
                <a:gd name="csX43" fmla="*/ 953898 w 1549056"/>
                <a:gd name="csY43" fmla="*/ 532371 h 536434"/>
                <a:gd name="csX44" fmla="*/ 956946 w 1549056"/>
                <a:gd name="csY44" fmla="*/ 520857 h 536434"/>
                <a:gd name="csX45" fmla="*/ 971509 w 1549056"/>
                <a:gd name="csY45" fmla="*/ 500198 h 536434"/>
                <a:gd name="csX46" fmla="*/ 1005002 w 1549056"/>
                <a:gd name="csY46" fmla="*/ 486754 h 536434"/>
                <a:gd name="csX47" fmla="*/ 1317956 w 1549056"/>
                <a:gd name="csY47" fmla="*/ 419090 h 536434"/>
                <a:gd name="csX48" fmla="*/ 1314671 w 1549056"/>
                <a:gd name="csY48" fmla="*/ 393589 h 536434"/>
                <a:gd name="csX49" fmla="*/ 1320666 w 1549056"/>
                <a:gd name="csY49" fmla="*/ 381431 h 536434"/>
                <a:gd name="csX50" fmla="*/ 1327777 w 1549056"/>
                <a:gd name="csY50" fmla="*/ 369984 h 536434"/>
                <a:gd name="csX51" fmla="*/ 1335464 w 1549056"/>
                <a:gd name="csY51" fmla="*/ 379907 h 536434"/>
                <a:gd name="csX52" fmla="*/ 1335397 w 1549056"/>
                <a:gd name="csY52" fmla="*/ 396027 h 536434"/>
                <a:gd name="csX53" fmla="*/ 1317956 w 1549056"/>
                <a:gd name="csY53" fmla="*/ 419090 h 536434"/>
                <a:gd name="csX54" fmla="*/ 764995 w 1549056"/>
                <a:gd name="csY54" fmla="*/ 45448 h 536434"/>
                <a:gd name="csX55" fmla="*/ 745725 w 1549056"/>
                <a:gd name="csY55" fmla="*/ 76063 h 536434"/>
                <a:gd name="csX56" fmla="*/ 770617 w 1549056"/>
                <a:gd name="csY56" fmla="*/ 108100 h 536434"/>
                <a:gd name="csX57" fmla="*/ 764792 w 1549056"/>
                <a:gd name="csY57" fmla="*/ 123678 h 536434"/>
                <a:gd name="csX58" fmla="*/ 802756 w 1549056"/>
                <a:gd name="csY58" fmla="*/ 155038 h 536434"/>
                <a:gd name="csX59" fmla="*/ 762625 w 1549056"/>
                <a:gd name="csY59" fmla="*/ 159034 h 536434"/>
                <a:gd name="csX60" fmla="*/ 751313 w 1549056"/>
                <a:gd name="csY60" fmla="*/ 182131 h 536434"/>
                <a:gd name="csX61" fmla="*/ 752803 w 1549056"/>
                <a:gd name="csY61" fmla="*/ 212813 h 536434"/>
                <a:gd name="csX62" fmla="*/ 720224 w 1549056"/>
                <a:gd name="csY62" fmla="*/ 235977 h 536434"/>
                <a:gd name="csX63" fmla="*/ 719344 w 1549056"/>
                <a:gd name="csY63" fmla="*/ 269708 h 536434"/>
                <a:gd name="csX64" fmla="*/ 706272 w 1549056"/>
                <a:gd name="csY64" fmla="*/ 321488 h 536434"/>
                <a:gd name="csX65" fmla="*/ 701294 w 1549056"/>
                <a:gd name="csY65" fmla="*/ 309432 h 536434"/>
                <a:gd name="csX66" fmla="*/ 662822 w 1549056"/>
                <a:gd name="csY66" fmla="*/ 324672 h 536434"/>
                <a:gd name="csX67" fmla="*/ 649411 w 1549056"/>
                <a:gd name="csY67" fmla="*/ 303980 h 536434"/>
                <a:gd name="csX68" fmla="*/ 625265 w 1549056"/>
                <a:gd name="csY68" fmla="*/ 302049 h 536434"/>
                <a:gd name="csX69" fmla="*/ 608365 w 1549056"/>
                <a:gd name="csY69" fmla="*/ 291212 h 536434"/>
                <a:gd name="csX70" fmla="*/ 568099 w 1549056"/>
                <a:gd name="csY70" fmla="*/ 303370 h 536434"/>
                <a:gd name="csX71" fmla="*/ 555738 w 1549056"/>
                <a:gd name="csY71" fmla="*/ 286979 h 536434"/>
                <a:gd name="csX72" fmla="*/ 533556 w 1549056"/>
                <a:gd name="csY72" fmla="*/ 288842 h 536434"/>
                <a:gd name="csX73" fmla="*/ 505651 w 1549056"/>
                <a:gd name="csY73" fmla="*/ 284947 h 536434"/>
                <a:gd name="csX74" fmla="*/ 500470 w 1549056"/>
                <a:gd name="csY74" fmla="*/ 239533 h 536434"/>
                <a:gd name="csX75" fmla="*/ 483570 w 1549056"/>
                <a:gd name="csY75" fmla="*/ 230118 h 536434"/>
                <a:gd name="csX76" fmla="*/ 467315 w 1549056"/>
                <a:gd name="csY76" fmla="*/ 201163 h 536434"/>
                <a:gd name="csX77" fmla="*/ 462607 w 1549056"/>
                <a:gd name="csY77" fmla="*/ 171530 h 536434"/>
                <a:gd name="csX78" fmla="*/ 466536 w 1549056"/>
                <a:gd name="csY78" fmla="*/ 140137 h 536434"/>
                <a:gd name="csX79" fmla="*/ 486652 w 1549056"/>
                <a:gd name="csY79" fmla="*/ 117650 h 536434"/>
                <a:gd name="csX80" fmla="*/ 492307 w 1549056"/>
                <a:gd name="csY80" fmla="*/ 140272 h 536434"/>
                <a:gd name="csX81" fmla="*/ 515472 w 1549056"/>
                <a:gd name="csY81" fmla="*/ 159406 h 536434"/>
                <a:gd name="csX82" fmla="*/ 537315 w 1549056"/>
                <a:gd name="csY82" fmla="*/ 152532 h 536434"/>
                <a:gd name="csX83" fmla="*/ 558956 w 1549056"/>
                <a:gd name="csY83" fmla="*/ 154970 h 536434"/>
                <a:gd name="csX84" fmla="*/ 578665 w 1549056"/>
                <a:gd name="csY84" fmla="*/ 137834 h 536434"/>
                <a:gd name="csX85" fmla="*/ 594920 w 1549056"/>
                <a:gd name="csY85" fmla="*/ 134854 h 536434"/>
                <a:gd name="csX86" fmla="*/ 626958 w 1549056"/>
                <a:gd name="csY86" fmla="*/ 144336 h 536434"/>
                <a:gd name="csX87" fmla="*/ 654559 w 1549056"/>
                <a:gd name="csY87" fmla="*/ 137123 h 536434"/>
                <a:gd name="csX88" fmla="*/ 671932 w 1549056"/>
                <a:gd name="csY88" fmla="*/ 90049 h 536434"/>
                <a:gd name="csX89" fmla="*/ 684971 w 1549056"/>
                <a:gd name="csY89" fmla="*/ 78264 h 536434"/>
                <a:gd name="csX90" fmla="*/ 696721 w 1549056"/>
                <a:gd name="csY90" fmla="*/ 39725 h 536434"/>
                <a:gd name="csX91" fmla="*/ 735634 w 1549056"/>
                <a:gd name="csY91" fmla="*/ 39759 h 536434"/>
                <a:gd name="csX92" fmla="*/ 764995 w 1549056"/>
                <a:gd name="csY92" fmla="*/ 45448 h 536434"/>
                <a:gd name="csX93" fmla="*/ 1154080 w 1549056"/>
                <a:gd name="csY93" fmla="*/ 280477 h 536434"/>
                <a:gd name="csX94" fmla="*/ 1191332 w 1549056"/>
                <a:gd name="csY94" fmla="*/ 290366 h 536434"/>
                <a:gd name="csX95" fmla="*/ 1203659 w 1549056"/>
                <a:gd name="csY95" fmla="*/ 316239 h 536434"/>
                <a:gd name="csX96" fmla="*/ 1175076 w 1549056"/>
                <a:gd name="csY96" fmla="*/ 302286 h 536434"/>
                <a:gd name="csX97" fmla="*/ 1146764 w 1549056"/>
                <a:gd name="csY97" fmla="*/ 299476 h 536434"/>
                <a:gd name="csX98" fmla="*/ 1127664 w 1549056"/>
                <a:gd name="csY98" fmla="*/ 301711 h 536434"/>
                <a:gd name="csX99" fmla="*/ 1104229 w 1549056"/>
                <a:gd name="csY99" fmla="*/ 300491 h 536434"/>
                <a:gd name="csX100" fmla="*/ 1112255 w 1549056"/>
                <a:gd name="csY100" fmla="*/ 281899 h 536434"/>
                <a:gd name="csX101" fmla="*/ 1154080 w 1549056"/>
                <a:gd name="csY101" fmla="*/ 280477 h 536434"/>
                <a:gd name="csX102" fmla="*/ 1069550 w 1549056"/>
                <a:gd name="csY102" fmla="*/ 313970 h 536434"/>
                <a:gd name="csX103" fmla="*/ 1046149 w 1549056"/>
                <a:gd name="csY103" fmla="*/ 307739 h 536434"/>
                <a:gd name="csX104" fmla="*/ 1039546 w 1549056"/>
                <a:gd name="csY104" fmla="*/ 293177 h 536434"/>
                <a:gd name="csX105" fmla="*/ 1073818 w 1549056"/>
                <a:gd name="csY105" fmla="*/ 291551 h 536434"/>
                <a:gd name="csX106" fmla="*/ 1082216 w 1549056"/>
                <a:gd name="csY106" fmla="*/ 302727 h 536434"/>
                <a:gd name="csX107" fmla="*/ 1069550 w 1549056"/>
                <a:gd name="csY107" fmla="*/ 313970 h 536434"/>
                <a:gd name="csX108" fmla="*/ 1105347 w 1549056"/>
                <a:gd name="csY108" fmla="*/ 111927 h 536434"/>
                <a:gd name="csX109" fmla="*/ 1107785 w 1549056"/>
                <a:gd name="csY109" fmla="*/ 130417 h 536434"/>
                <a:gd name="csX110" fmla="*/ 1127800 w 1549056"/>
                <a:gd name="csY110" fmla="*/ 133398 h 536434"/>
                <a:gd name="csX111" fmla="*/ 1130949 w 1549056"/>
                <a:gd name="csY111" fmla="*/ 147249 h 536434"/>
                <a:gd name="csX112" fmla="*/ 1129188 w 1549056"/>
                <a:gd name="csY112" fmla="*/ 176847 h 536434"/>
                <a:gd name="csX113" fmla="*/ 1111713 w 1549056"/>
                <a:gd name="csY113" fmla="*/ 173528 h 536434"/>
                <a:gd name="csX114" fmla="*/ 1106565 w 1549056"/>
                <a:gd name="csY114" fmla="*/ 194119 h 536434"/>
                <a:gd name="csX115" fmla="*/ 1120519 w 1549056"/>
                <a:gd name="csY115" fmla="*/ 212000 h 536434"/>
                <a:gd name="csX116" fmla="*/ 1111036 w 1549056"/>
                <a:gd name="csY116" fmla="*/ 216064 h 536434"/>
                <a:gd name="csX117" fmla="*/ 1097355 w 1549056"/>
                <a:gd name="csY117" fmla="*/ 194627 h 536434"/>
                <a:gd name="csX118" fmla="*/ 1087296 w 1549056"/>
                <a:gd name="csY118" fmla="*/ 151313 h 536434"/>
                <a:gd name="csX119" fmla="*/ 1094137 w 1549056"/>
                <a:gd name="csY119" fmla="*/ 124254 h 536434"/>
                <a:gd name="csX120" fmla="*/ 1105347 w 1549056"/>
                <a:gd name="csY120" fmla="*/ 111927 h 536434"/>
                <a:gd name="csX121" fmla="*/ 935882 w 1549056"/>
                <a:gd name="csY121" fmla="*/ 155952 h 536434"/>
                <a:gd name="csX122" fmla="*/ 974828 w 1549056"/>
                <a:gd name="csY122" fmla="*/ 154530 h 536434"/>
                <a:gd name="csX123" fmla="*/ 1008287 w 1549056"/>
                <a:gd name="csY123" fmla="*/ 129943 h 536434"/>
                <a:gd name="csX124" fmla="*/ 1014214 w 1549056"/>
                <a:gd name="csY124" fmla="*/ 137495 h 536434"/>
                <a:gd name="csX125" fmla="*/ 986986 w 1549056"/>
                <a:gd name="csY125" fmla="*/ 171090 h 536434"/>
                <a:gd name="csX126" fmla="*/ 961552 w 1549056"/>
                <a:gd name="csY126" fmla="*/ 177592 h 536434"/>
                <a:gd name="csX127" fmla="*/ 928939 w 1549056"/>
                <a:gd name="csY127" fmla="*/ 170989 h 536434"/>
                <a:gd name="csX128" fmla="*/ 872519 w 1549056"/>
                <a:gd name="csY128" fmla="*/ 172682 h 536434"/>
                <a:gd name="csX129" fmla="*/ 842921 w 1549056"/>
                <a:gd name="csY129" fmla="*/ 177559 h 536434"/>
                <a:gd name="csX130" fmla="*/ 838111 w 1549056"/>
                <a:gd name="csY130" fmla="*/ 203195 h 536434"/>
                <a:gd name="csX131" fmla="*/ 868421 w 1549056"/>
                <a:gd name="csY131" fmla="*/ 233302 h 536434"/>
                <a:gd name="csX132" fmla="*/ 886709 w 1549056"/>
                <a:gd name="csY132" fmla="*/ 217961 h 536434"/>
                <a:gd name="csX133" fmla="*/ 949869 w 1549056"/>
                <a:gd name="csY133" fmla="*/ 206446 h 536434"/>
                <a:gd name="csX134" fmla="*/ 947058 w 1549056"/>
                <a:gd name="csY134" fmla="*/ 222024 h 536434"/>
                <a:gd name="csX135" fmla="*/ 932326 w 1549056"/>
                <a:gd name="csY135" fmla="*/ 217114 h 536434"/>
                <a:gd name="csX136" fmla="*/ 917629 w 1549056"/>
                <a:gd name="csY136" fmla="*/ 236959 h 536434"/>
                <a:gd name="csX137" fmla="*/ 887792 w 1549056"/>
                <a:gd name="csY137" fmla="*/ 250065 h 536434"/>
                <a:gd name="csX138" fmla="*/ 919863 w 1549056"/>
                <a:gd name="csY138" fmla="*/ 293481 h 536434"/>
                <a:gd name="csX139" fmla="*/ 913666 w 1549056"/>
                <a:gd name="csY139" fmla="*/ 305097 h 536434"/>
                <a:gd name="csX140" fmla="*/ 944111 w 1549056"/>
                <a:gd name="csY140" fmla="*/ 344212 h 536434"/>
                <a:gd name="csX141" fmla="*/ 943806 w 1549056"/>
                <a:gd name="csY141" fmla="*/ 366462 h 536434"/>
                <a:gd name="csX142" fmla="*/ 925756 w 1549056"/>
                <a:gd name="csY142" fmla="*/ 376419 h 536434"/>
                <a:gd name="csX143" fmla="*/ 912447 w 1549056"/>
                <a:gd name="csY143" fmla="*/ 364498 h 536434"/>
                <a:gd name="csX144" fmla="*/ 928838 w 1549056"/>
                <a:gd name="csY144" fmla="*/ 336762 h 536434"/>
                <a:gd name="csX145" fmla="*/ 895582 w 1549056"/>
                <a:gd name="csY145" fmla="*/ 349868 h 536434"/>
                <a:gd name="csX146" fmla="*/ 887150 w 1549056"/>
                <a:gd name="csY146" fmla="*/ 340521 h 536434"/>
                <a:gd name="csX147" fmla="*/ 891551 w 1549056"/>
                <a:gd name="csY147" fmla="*/ 327415 h 536434"/>
                <a:gd name="csX148" fmla="*/ 867135 w 1549056"/>
                <a:gd name="csY148" fmla="*/ 307569 h 536434"/>
                <a:gd name="csX149" fmla="*/ 869640 w 1549056"/>
                <a:gd name="csY149" fmla="*/ 274584 h 536434"/>
                <a:gd name="csX150" fmla="*/ 847052 w 1549056"/>
                <a:gd name="csY150" fmla="*/ 284879 h 536434"/>
                <a:gd name="csX151" fmla="*/ 849931 w 1549056"/>
                <a:gd name="csY151" fmla="*/ 324367 h 536434"/>
                <a:gd name="csX152" fmla="*/ 851319 w 1549056"/>
                <a:gd name="csY152" fmla="*/ 372795 h 536434"/>
                <a:gd name="csX153" fmla="*/ 829848 w 1549056"/>
                <a:gd name="csY153" fmla="*/ 377706 h 536434"/>
                <a:gd name="csX154" fmla="*/ 815286 w 1549056"/>
                <a:gd name="csY154" fmla="*/ 367783 h 536434"/>
                <a:gd name="csX155" fmla="*/ 825005 w 1549056"/>
                <a:gd name="csY155" fmla="*/ 336593 h 536434"/>
                <a:gd name="csX156" fmla="*/ 819756 w 1549056"/>
                <a:gd name="csY156" fmla="*/ 303912 h 536434"/>
                <a:gd name="csX157" fmla="*/ 805499 w 1549056"/>
                <a:gd name="csY157" fmla="*/ 303675 h 536434"/>
                <a:gd name="csX158" fmla="*/ 795000 w 1549056"/>
                <a:gd name="csY158" fmla="*/ 280477 h 536434"/>
                <a:gd name="csX159" fmla="*/ 808987 w 1549056"/>
                <a:gd name="csY159" fmla="*/ 258295 h 536434"/>
                <a:gd name="csX160" fmla="*/ 813796 w 1549056"/>
                <a:gd name="csY160" fmla="*/ 231405 h 536434"/>
                <a:gd name="csX161" fmla="*/ 830830 w 1549056"/>
                <a:gd name="csY161" fmla="*/ 180370 h 536434"/>
                <a:gd name="csX162" fmla="*/ 837942 w 1549056"/>
                <a:gd name="csY162" fmla="*/ 166417 h 536434"/>
                <a:gd name="csX163" fmla="*/ 866728 w 1549056"/>
                <a:gd name="csY163" fmla="*/ 141255 h 536434"/>
                <a:gd name="csX164" fmla="*/ 893177 w 1549056"/>
                <a:gd name="csY164" fmla="*/ 151245 h 536434"/>
                <a:gd name="csX165" fmla="*/ 935882 w 1549056"/>
                <a:gd name="csY165" fmla="*/ 155952 h 536434"/>
                <a:gd name="csX166" fmla="*/ 846714 w 1549056"/>
                <a:gd name="csY166" fmla="*/ 533014 h 536434"/>
                <a:gd name="csX167" fmla="*/ 801773 w 1549056"/>
                <a:gd name="csY167" fmla="*/ 509274 h 536434"/>
                <a:gd name="csX168" fmla="*/ 833336 w 1549056"/>
                <a:gd name="csY168" fmla="*/ 502603 h 536434"/>
                <a:gd name="csX169" fmla="*/ 851150 w 1549056"/>
                <a:gd name="csY169" fmla="*/ 512932 h 536434"/>
                <a:gd name="csX170" fmla="*/ 863003 w 1549056"/>
                <a:gd name="csY170" fmla="*/ 523227 h 536434"/>
                <a:gd name="csX171" fmla="*/ 860971 w 1549056"/>
                <a:gd name="csY171" fmla="*/ 532371 h 536434"/>
                <a:gd name="csX172" fmla="*/ 846714 w 1549056"/>
                <a:gd name="csY172" fmla="*/ 533014 h 536434"/>
                <a:gd name="csX173" fmla="*/ 882171 w 1549056"/>
                <a:gd name="csY173" fmla="*/ 474697 h 536434"/>
                <a:gd name="csX174" fmla="*/ 904691 w 1549056"/>
                <a:gd name="csY174" fmla="*/ 472124 h 536434"/>
                <a:gd name="csX175" fmla="*/ 935069 w 1549056"/>
                <a:gd name="csY175" fmla="*/ 459695 h 536434"/>
                <a:gd name="csX176" fmla="*/ 930091 w 1549056"/>
                <a:gd name="csY176" fmla="*/ 478524 h 536434"/>
                <a:gd name="csX177" fmla="*/ 879191 w 1549056"/>
                <a:gd name="csY177" fmla="*/ 488142 h 536434"/>
                <a:gd name="csX178" fmla="*/ 834149 w 1549056"/>
                <a:gd name="csY178" fmla="*/ 483943 h 536434"/>
                <a:gd name="csX179" fmla="*/ 834047 w 1549056"/>
                <a:gd name="csY179" fmla="*/ 471582 h 536434"/>
                <a:gd name="csX180" fmla="*/ 860937 w 1549056"/>
                <a:gd name="csY180" fmla="*/ 464538 h 536434"/>
                <a:gd name="csX181" fmla="*/ 882171 w 1549056"/>
                <a:gd name="csY181" fmla="*/ 474697 h 536434"/>
                <a:gd name="csX182" fmla="*/ 777830 w 1549056"/>
                <a:gd name="csY182" fmla="*/ 468771 h 536434"/>
                <a:gd name="csX183" fmla="*/ 798725 w 1549056"/>
                <a:gd name="csY183" fmla="*/ 466028 h 536434"/>
                <a:gd name="csX184" fmla="*/ 807158 w 1549056"/>
                <a:gd name="csY184" fmla="*/ 480421 h 536434"/>
                <a:gd name="csX185" fmla="*/ 767975 w 1549056"/>
                <a:gd name="csY185" fmla="*/ 487228 h 536434"/>
                <a:gd name="csX186" fmla="*/ 744541 w 1549056"/>
                <a:gd name="csY186" fmla="*/ 491766 h 536434"/>
                <a:gd name="csX187" fmla="*/ 726320 w 1549056"/>
                <a:gd name="csY187" fmla="*/ 491495 h 536434"/>
                <a:gd name="csX188" fmla="*/ 737971 w 1549056"/>
                <a:gd name="csY188" fmla="*/ 471988 h 536434"/>
                <a:gd name="csX189" fmla="*/ 756528 w 1549056"/>
                <a:gd name="csY189" fmla="*/ 471717 h 536434"/>
                <a:gd name="csX190" fmla="*/ 765604 w 1549056"/>
                <a:gd name="csY190" fmla="*/ 459763 h 536434"/>
                <a:gd name="csX191" fmla="*/ 777830 w 1549056"/>
                <a:gd name="csY191" fmla="*/ 468771 h 536434"/>
                <a:gd name="csX192" fmla="*/ 446826 w 1549056"/>
                <a:gd name="csY192" fmla="*/ 403071 h 536434"/>
                <a:gd name="csX193" fmla="*/ 451431 w 1549056"/>
                <a:gd name="csY193" fmla="*/ 415127 h 536434"/>
                <a:gd name="csX194" fmla="*/ 516318 w 1549056"/>
                <a:gd name="csY194" fmla="*/ 418480 h 536434"/>
                <a:gd name="csX195" fmla="*/ 523803 w 1549056"/>
                <a:gd name="csY195" fmla="*/ 404527 h 536434"/>
                <a:gd name="csX196" fmla="*/ 586623 w 1549056"/>
                <a:gd name="csY196" fmla="*/ 420817 h 536434"/>
                <a:gd name="csX197" fmla="*/ 598951 w 1549056"/>
                <a:gd name="csY197" fmla="*/ 442762 h 536434"/>
                <a:gd name="csX198" fmla="*/ 649750 w 1549056"/>
                <a:gd name="csY198" fmla="*/ 448959 h 536434"/>
                <a:gd name="csX199" fmla="*/ 691303 w 1549056"/>
                <a:gd name="csY199" fmla="*/ 469076 h 536434"/>
                <a:gd name="csX200" fmla="*/ 652662 w 1549056"/>
                <a:gd name="csY200" fmla="*/ 481978 h 536434"/>
                <a:gd name="csX201" fmla="*/ 615410 w 1549056"/>
                <a:gd name="csY201" fmla="*/ 468331 h 536434"/>
                <a:gd name="csX202" fmla="*/ 584761 w 1549056"/>
                <a:gd name="csY202" fmla="*/ 469245 h 536434"/>
                <a:gd name="csX203" fmla="*/ 549609 w 1549056"/>
                <a:gd name="csY203" fmla="*/ 466739 h 536434"/>
                <a:gd name="csX204" fmla="*/ 517910 w 1549056"/>
                <a:gd name="csY204" fmla="*/ 460677 h 536434"/>
                <a:gd name="csX205" fmla="*/ 478694 w 1549056"/>
                <a:gd name="csY205" fmla="*/ 447740 h 536434"/>
                <a:gd name="csX206" fmla="*/ 453836 w 1549056"/>
                <a:gd name="csY206" fmla="*/ 444387 h 536434"/>
                <a:gd name="csX207" fmla="*/ 439748 w 1549056"/>
                <a:gd name="csY207" fmla="*/ 448621 h 536434"/>
                <a:gd name="csX208" fmla="*/ 377977 w 1549056"/>
                <a:gd name="csY208" fmla="*/ 434668 h 536434"/>
                <a:gd name="csX209" fmla="*/ 372118 w 1549056"/>
                <a:gd name="csY209" fmla="*/ 420106 h 536434"/>
                <a:gd name="csX210" fmla="*/ 341096 w 1549056"/>
                <a:gd name="csY210" fmla="*/ 417600 h 536434"/>
                <a:gd name="csX211" fmla="*/ 364362 w 1549056"/>
                <a:gd name="csY211" fmla="*/ 385258 h 536434"/>
                <a:gd name="csX212" fmla="*/ 405442 w 1549056"/>
                <a:gd name="csY212" fmla="*/ 387256 h 536434"/>
                <a:gd name="csX213" fmla="*/ 432771 w 1549056"/>
                <a:gd name="csY213" fmla="*/ 400497 h 536434"/>
                <a:gd name="csX214" fmla="*/ 446826 w 1549056"/>
                <a:gd name="csY214" fmla="*/ 403071 h 536434"/>
                <a:gd name="csX215" fmla="*/ 307400 w 1549056"/>
                <a:gd name="csY215" fmla="*/ 222329 h 536434"/>
                <a:gd name="csX216" fmla="*/ 313123 w 1549056"/>
                <a:gd name="csY216" fmla="*/ 245934 h 536434"/>
                <a:gd name="csX217" fmla="*/ 324943 w 1549056"/>
                <a:gd name="csY217" fmla="*/ 264831 h 536434"/>
                <a:gd name="csX218" fmla="*/ 349800 w 1549056"/>
                <a:gd name="csY218" fmla="*/ 267845 h 536434"/>
                <a:gd name="csX219" fmla="*/ 366293 w 1549056"/>
                <a:gd name="csY219" fmla="*/ 289282 h 536434"/>
                <a:gd name="csX220" fmla="*/ 357758 w 1549056"/>
                <a:gd name="csY220" fmla="*/ 331411 h 536434"/>
                <a:gd name="csX221" fmla="*/ 356438 w 1549056"/>
                <a:gd name="csY221" fmla="*/ 383768 h 536434"/>
                <a:gd name="csX222" fmla="*/ 318914 w 1549056"/>
                <a:gd name="csY222" fmla="*/ 384479 h 536434"/>
                <a:gd name="csX223" fmla="*/ 290400 w 1549056"/>
                <a:gd name="csY223" fmla="*/ 356167 h 536434"/>
                <a:gd name="csX224" fmla="*/ 246916 w 1549056"/>
                <a:gd name="csY224" fmla="*/ 328499 h 536434"/>
                <a:gd name="csX225" fmla="*/ 232421 w 1549056"/>
                <a:gd name="csY225" fmla="*/ 307976 h 536434"/>
                <a:gd name="csX226" fmla="*/ 206784 w 1549056"/>
                <a:gd name="csY226" fmla="*/ 280409 h 536434"/>
                <a:gd name="csX227" fmla="*/ 189988 w 1549056"/>
                <a:gd name="csY227" fmla="*/ 255010 h 536434"/>
                <a:gd name="csX228" fmla="*/ 164215 w 1549056"/>
                <a:gd name="csY228" fmla="*/ 207598 h 536434"/>
                <a:gd name="csX229" fmla="*/ 134481 w 1549056"/>
                <a:gd name="csY229" fmla="*/ 179387 h 536434"/>
                <a:gd name="csX230" fmla="*/ 124525 w 1549056"/>
                <a:gd name="csY230" fmla="*/ 150263 h 536434"/>
                <a:gd name="csX231" fmla="*/ 112029 w 1549056"/>
                <a:gd name="csY231" fmla="*/ 123814 h 536434"/>
                <a:gd name="csX232" fmla="*/ 81515 w 1549056"/>
                <a:gd name="csY232" fmla="*/ 102512 h 536434"/>
                <a:gd name="csX233" fmla="*/ 63803 w 1549056"/>
                <a:gd name="csY233" fmla="*/ 73523 h 536434"/>
                <a:gd name="csX234" fmla="*/ 38303 w 1549056"/>
                <a:gd name="csY234" fmla="*/ 54558 h 536434"/>
                <a:gd name="csX235" fmla="*/ 2981 w 1549056"/>
                <a:gd name="csY235" fmla="*/ 17238 h 536434"/>
                <a:gd name="csX236" fmla="*/ 0 w 1549056"/>
                <a:gd name="csY236" fmla="*/ 0 h 536434"/>
                <a:gd name="csX237" fmla="*/ 21810 w 1549056"/>
                <a:gd name="csY237" fmla="*/ 1355 h 536434"/>
                <a:gd name="csX238" fmla="*/ 74233 w 1549056"/>
                <a:gd name="csY238" fmla="*/ 7925 h 536434"/>
                <a:gd name="csX239" fmla="*/ 104171 w 1549056"/>
                <a:gd name="csY239" fmla="*/ 41046 h 536434"/>
                <a:gd name="csX240" fmla="*/ 130384 w 1549056"/>
                <a:gd name="csY240" fmla="*/ 64007 h 536434"/>
                <a:gd name="csX241" fmla="*/ 149044 w 1549056"/>
                <a:gd name="csY241" fmla="*/ 78095 h 536434"/>
                <a:gd name="csX242" fmla="*/ 181114 w 1549056"/>
                <a:gd name="csY242" fmla="*/ 114500 h 536434"/>
                <a:gd name="csX243" fmla="*/ 215556 w 1549056"/>
                <a:gd name="csY243" fmla="*/ 115008 h 536434"/>
                <a:gd name="csX244" fmla="*/ 244003 w 1549056"/>
                <a:gd name="csY244" fmla="*/ 138206 h 536434"/>
                <a:gd name="csX245" fmla="*/ 263611 w 1549056"/>
                <a:gd name="csY245" fmla="*/ 166586 h 536434"/>
                <a:gd name="csX246" fmla="*/ 289384 w 1549056"/>
                <a:gd name="csY246" fmla="*/ 182029 h 536434"/>
                <a:gd name="csX247" fmla="*/ 275837 w 1549056"/>
                <a:gd name="csY247" fmla="*/ 209697 h 536434"/>
                <a:gd name="csX248" fmla="*/ 295242 w 1549056"/>
                <a:gd name="csY248" fmla="*/ 221449 h 536434"/>
                <a:gd name="csX249" fmla="*/ 307400 w 1549056"/>
                <a:gd name="csY249" fmla="*/ 222329 h 536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</a:cxnLst>
              <a:rect l="l" t="t" r="r" b="b"/>
              <a:pathLst>
                <a:path w="1549056" h="536434">
                  <a:moveTo>
                    <a:pt x="1547905" y="273636"/>
                  </a:moveTo>
                  <a:lnTo>
                    <a:pt x="1548481" y="384005"/>
                  </a:lnTo>
                  <a:lnTo>
                    <a:pt x="1549056" y="494373"/>
                  </a:lnTo>
                  <a:lnTo>
                    <a:pt x="1518882" y="466569"/>
                  </a:lnTo>
                  <a:lnTo>
                    <a:pt x="1484508" y="459763"/>
                  </a:lnTo>
                  <a:lnTo>
                    <a:pt x="1476144" y="469414"/>
                  </a:lnTo>
                  <a:lnTo>
                    <a:pt x="1433236" y="470464"/>
                  </a:lnTo>
                  <a:lnTo>
                    <a:pt x="1447628" y="442897"/>
                  </a:lnTo>
                  <a:lnTo>
                    <a:pt x="1468964" y="433483"/>
                  </a:lnTo>
                  <a:lnTo>
                    <a:pt x="1460125" y="396671"/>
                  </a:lnTo>
                  <a:lnTo>
                    <a:pt x="1443870" y="368223"/>
                  </a:lnTo>
                  <a:lnTo>
                    <a:pt x="1378204" y="339573"/>
                  </a:lnTo>
                  <a:lnTo>
                    <a:pt x="1350298" y="336728"/>
                  </a:lnTo>
                  <a:lnTo>
                    <a:pt x="1299431" y="305436"/>
                  </a:lnTo>
                  <a:lnTo>
                    <a:pt x="1289442" y="321895"/>
                  </a:lnTo>
                  <a:lnTo>
                    <a:pt x="1276437" y="324875"/>
                  </a:lnTo>
                  <a:lnTo>
                    <a:pt x="1268749" y="312446"/>
                  </a:lnTo>
                  <a:lnTo>
                    <a:pt x="1268647" y="297748"/>
                  </a:lnTo>
                  <a:lnTo>
                    <a:pt x="1242774" y="281120"/>
                  </a:lnTo>
                  <a:lnTo>
                    <a:pt x="1279247" y="268895"/>
                  </a:lnTo>
                  <a:lnTo>
                    <a:pt x="1303394" y="269572"/>
                  </a:lnTo>
                  <a:lnTo>
                    <a:pt x="1300550" y="260597"/>
                  </a:lnTo>
                  <a:lnTo>
                    <a:pt x="1250969" y="260530"/>
                  </a:lnTo>
                  <a:lnTo>
                    <a:pt x="1237559" y="240346"/>
                  </a:lnTo>
                  <a:lnTo>
                    <a:pt x="1207316" y="234115"/>
                  </a:lnTo>
                  <a:lnTo>
                    <a:pt x="1192991" y="217351"/>
                  </a:lnTo>
                  <a:lnTo>
                    <a:pt x="1238643" y="209122"/>
                  </a:lnTo>
                  <a:lnTo>
                    <a:pt x="1255982" y="198115"/>
                  </a:lnTo>
                  <a:lnTo>
                    <a:pt x="1310370" y="212000"/>
                  </a:lnTo>
                  <a:lnTo>
                    <a:pt x="1315687" y="224598"/>
                  </a:lnTo>
                  <a:lnTo>
                    <a:pt x="1325170" y="279359"/>
                  </a:lnTo>
                  <a:lnTo>
                    <a:pt x="1360221" y="299645"/>
                  </a:lnTo>
                  <a:lnTo>
                    <a:pt x="1388499" y="263713"/>
                  </a:lnTo>
                  <a:lnTo>
                    <a:pt x="1427377" y="243292"/>
                  </a:lnTo>
                  <a:lnTo>
                    <a:pt x="1457483" y="243258"/>
                  </a:lnTo>
                  <a:lnTo>
                    <a:pt x="1486439" y="255044"/>
                  </a:lnTo>
                  <a:lnTo>
                    <a:pt x="1511567" y="267167"/>
                  </a:lnTo>
                  <a:lnTo>
                    <a:pt x="1547905" y="273636"/>
                  </a:lnTo>
                  <a:close/>
                  <a:moveTo>
                    <a:pt x="1005002" y="486754"/>
                  </a:moveTo>
                  <a:lnTo>
                    <a:pt x="1008423" y="493425"/>
                  </a:lnTo>
                  <a:lnTo>
                    <a:pt x="1009066" y="503686"/>
                  </a:lnTo>
                  <a:lnTo>
                    <a:pt x="986952" y="528984"/>
                  </a:lnTo>
                  <a:lnTo>
                    <a:pt x="957962" y="536435"/>
                  </a:lnTo>
                  <a:lnTo>
                    <a:pt x="953898" y="532371"/>
                  </a:lnTo>
                  <a:lnTo>
                    <a:pt x="956946" y="520857"/>
                  </a:lnTo>
                  <a:lnTo>
                    <a:pt x="971509" y="500198"/>
                  </a:lnTo>
                  <a:lnTo>
                    <a:pt x="1005002" y="486754"/>
                  </a:lnTo>
                  <a:close/>
                  <a:moveTo>
                    <a:pt x="1317956" y="419090"/>
                  </a:moveTo>
                  <a:lnTo>
                    <a:pt x="1314671" y="393589"/>
                  </a:lnTo>
                  <a:lnTo>
                    <a:pt x="1320666" y="381431"/>
                  </a:lnTo>
                  <a:lnTo>
                    <a:pt x="1327777" y="369984"/>
                  </a:lnTo>
                  <a:lnTo>
                    <a:pt x="1335464" y="379907"/>
                  </a:lnTo>
                  <a:lnTo>
                    <a:pt x="1335397" y="396027"/>
                  </a:lnTo>
                  <a:lnTo>
                    <a:pt x="1317956" y="419090"/>
                  </a:lnTo>
                  <a:close/>
                  <a:moveTo>
                    <a:pt x="764995" y="45448"/>
                  </a:moveTo>
                  <a:lnTo>
                    <a:pt x="745725" y="76063"/>
                  </a:lnTo>
                  <a:lnTo>
                    <a:pt x="770617" y="108100"/>
                  </a:lnTo>
                  <a:lnTo>
                    <a:pt x="764792" y="123678"/>
                  </a:lnTo>
                  <a:lnTo>
                    <a:pt x="802756" y="155038"/>
                  </a:lnTo>
                  <a:lnTo>
                    <a:pt x="762625" y="159034"/>
                  </a:lnTo>
                  <a:lnTo>
                    <a:pt x="751313" y="182131"/>
                  </a:lnTo>
                  <a:lnTo>
                    <a:pt x="752803" y="212813"/>
                  </a:lnTo>
                  <a:lnTo>
                    <a:pt x="720224" y="235977"/>
                  </a:lnTo>
                  <a:lnTo>
                    <a:pt x="719344" y="269708"/>
                  </a:lnTo>
                  <a:lnTo>
                    <a:pt x="706272" y="321488"/>
                  </a:lnTo>
                  <a:lnTo>
                    <a:pt x="701294" y="309432"/>
                  </a:lnTo>
                  <a:lnTo>
                    <a:pt x="662822" y="324672"/>
                  </a:lnTo>
                  <a:lnTo>
                    <a:pt x="649411" y="303980"/>
                  </a:lnTo>
                  <a:lnTo>
                    <a:pt x="625265" y="302049"/>
                  </a:lnTo>
                  <a:lnTo>
                    <a:pt x="608365" y="291212"/>
                  </a:lnTo>
                  <a:lnTo>
                    <a:pt x="568099" y="303370"/>
                  </a:lnTo>
                  <a:lnTo>
                    <a:pt x="555738" y="286979"/>
                  </a:lnTo>
                  <a:lnTo>
                    <a:pt x="533556" y="288842"/>
                  </a:lnTo>
                  <a:lnTo>
                    <a:pt x="505651" y="284947"/>
                  </a:lnTo>
                  <a:lnTo>
                    <a:pt x="500470" y="239533"/>
                  </a:lnTo>
                  <a:lnTo>
                    <a:pt x="483570" y="230118"/>
                  </a:lnTo>
                  <a:lnTo>
                    <a:pt x="467315" y="201163"/>
                  </a:lnTo>
                  <a:lnTo>
                    <a:pt x="462607" y="171530"/>
                  </a:lnTo>
                  <a:lnTo>
                    <a:pt x="466536" y="140137"/>
                  </a:lnTo>
                  <a:lnTo>
                    <a:pt x="486652" y="117650"/>
                  </a:lnTo>
                  <a:lnTo>
                    <a:pt x="492307" y="140272"/>
                  </a:lnTo>
                  <a:lnTo>
                    <a:pt x="515472" y="159406"/>
                  </a:lnTo>
                  <a:lnTo>
                    <a:pt x="537315" y="152532"/>
                  </a:lnTo>
                  <a:lnTo>
                    <a:pt x="558956" y="154970"/>
                  </a:lnTo>
                  <a:lnTo>
                    <a:pt x="578665" y="137834"/>
                  </a:lnTo>
                  <a:lnTo>
                    <a:pt x="594920" y="134854"/>
                  </a:lnTo>
                  <a:lnTo>
                    <a:pt x="626958" y="144336"/>
                  </a:lnTo>
                  <a:lnTo>
                    <a:pt x="654559" y="137123"/>
                  </a:lnTo>
                  <a:lnTo>
                    <a:pt x="671932" y="90049"/>
                  </a:lnTo>
                  <a:lnTo>
                    <a:pt x="684971" y="78264"/>
                  </a:lnTo>
                  <a:lnTo>
                    <a:pt x="696721" y="39725"/>
                  </a:lnTo>
                  <a:lnTo>
                    <a:pt x="735634" y="39759"/>
                  </a:lnTo>
                  <a:lnTo>
                    <a:pt x="764995" y="45448"/>
                  </a:lnTo>
                  <a:close/>
                  <a:moveTo>
                    <a:pt x="1154080" y="280477"/>
                  </a:moveTo>
                  <a:lnTo>
                    <a:pt x="1191332" y="290366"/>
                  </a:lnTo>
                  <a:lnTo>
                    <a:pt x="1203659" y="316239"/>
                  </a:lnTo>
                  <a:lnTo>
                    <a:pt x="1175076" y="302286"/>
                  </a:lnTo>
                  <a:lnTo>
                    <a:pt x="1146764" y="299476"/>
                  </a:lnTo>
                  <a:lnTo>
                    <a:pt x="1127664" y="301711"/>
                  </a:lnTo>
                  <a:lnTo>
                    <a:pt x="1104229" y="300491"/>
                  </a:lnTo>
                  <a:lnTo>
                    <a:pt x="1112255" y="281899"/>
                  </a:lnTo>
                  <a:lnTo>
                    <a:pt x="1154080" y="280477"/>
                  </a:lnTo>
                  <a:close/>
                  <a:moveTo>
                    <a:pt x="1069550" y="313970"/>
                  </a:moveTo>
                  <a:lnTo>
                    <a:pt x="1046149" y="307739"/>
                  </a:lnTo>
                  <a:lnTo>
                    <a:pt x="1039546" y="293177"/>
                  </a:lnTo>
                  <a:lnTo>
                    <a:pt x="1073818" y="291551"/>
                  </a:lnTo>
                  <a:lnTo>
                    <a:pt x="1082216" y="302727"/>
                  </a:lnTo>
                  <a:lnTo>
                    <a:pt x="1069550" y="313970"/>
                  </a:lnTo>
                  <a:close/>
                  <a:moveTo>
                    <a:pt x="1105347" y="111927"/>
                  </a:moveTo>
                  <a:lnTo>
                    <a:pt x="1107785" y="130417"/>
                  </a:lnTo>
                  <a:lnTo>
                    <a:pt x="1127800" y="133398"/>
                  </a:lnTo>
                  <a:lnTo>
                    <a:pt x="1130949" y="147249"/>
                  </a:lnTo>
                  <a:lnTo>
                    <a:pt x="1129188" y="176847"/>
                  </a:lnTo>
                  <a:lnTo>
                    <a:pt x="1111713" y="173528"/>
                  </a:lnTo>
                  <a:lnTo>
                    <a:pt x="1106565" y="194119"/>
                  </a:lnTo>
                  <a:lnTo>
                    <a:pt x="1120519" y="212000"/>
                  </a:lnTo>
                  <a:lnTo>
                    <a:pt x="1111036" y="216064"/>
                  </a:lnTo>
                  <a:lnTo>
                    <a:pt x="1097355" y="194627"/>
                  </a:lnTo>
                  <a:lnTo>
                    <a:pt x="1087296" y="151313"/>
                  </a:lnTo>
                  <a:lnTo>
                    <a:pt x="1094137" y="124254"/>
                  </a:lnTo>
                  <a:lnTo>
                    <a:pt x="1105347" y="111927"/>
                  </a:lnTo>
                  <a:close/>
                  <a:moveTo>
                    <a:pt x="935882" y="155952"/>
                  </a:moveTo>
                  <a:lnTo>
                    <a:pt x="974828" y="154530"/>
                  </a:lnTo>
                  <a:lnTo>
                    <a:pt x="1008287" y="129943"/>
                  </a:lnTo>
                  <a:lnTo>
                    <a:pt x="1014214" y="137495"/>
                  </a:lnTo>
                  <a:lnTo>
                    <a:pt x="986986" y="171090"/>
                  </a:lnTo>
                  <a:lnTo>
                    <a:pt x="961552" y="177592"/>
                  </a:lnTo>
                  <a:lnTo>
                    <a:pt x="928939" y="170989"/>
                  </a:lnTo>
                  <a:lnTo>
                    <a:pt x="872519" y="172682"/>
                  </a:lnTo>
                  <a:lnTo>
                    <a:pt x="842921" y="177559"/>
                  </a:lnTo>
                  <a:lnTo>
                    <a:pt x="838111" y="203195"/>
                  </a:lnTo>
                  <a:lnTo>
                    <a:pt x="868421" y="233302"/>
                  </a:lnTo>
                  <a:lnTo>
                    <a:pt x="886709" y="217961"/>
                  </a:lnTo>
                  <a:lnTo>
                    <a:pt x="949869" y="206446"/>
                  </a:lnTo>
                  <a:lnTo>
                    <a:pt x="947058" y="222024"/>
                  </a:lnTo>
                  <a:lnTo>
                    <a:pt x="932326" y="217114"/>
                  </a:lnTo>
                  <a:lnTo>
                    <a:pt x="917629" y="236959"/>
                  </a:lnTo>
                  <a:lnTo>
                    <a:pt x="887792" y="250065"/>
                  </a:lnTo>
                  <a:lnTo>
                    <a:pt x="919863" y="293481"/>
                  </a:lnTo>
                  <a:lnTo>
                    <a:pt x="913666" y="305097"/>
                  </a:lnTo>
                  <a:lnTo>
                    <a:pt x="944111" y="344212"/>
                  </a:lnTo>
                  <a:lnTo>
                    <a:pt x="943806" y="366462"/>
                  </a:lnTo>
                  <a:lnTo>
                    <a:pt x="925756" y="376419"/>
                  </a:lnTo>
                  <a:lnTo>
                    <a:pt x="912447" y="364498"/>
                  </a:lnTo>
                  <a:lnTo>
                    <a:pt x="928838" y="336762"/>
                  </a:lnTo>
                  <a:lnTo>
                    <a:pt x="895582" y="349868"/>
                  </a:lnTo>
                  <a:lnTo>
                    <a:pt x="887150" y="340521"/>
                  </a:lnTo>
                  <a:lnTo>
                    <a:pt x="891551" y="327415"/>
                  </a:lnTo>
                  <a:lnTo>
                    <a:pt x="867135" y="307569"/>
                  </a:lnTo>
                  <a:lnTo>
                    <a:pt x="869640" y="274584"/>
                  </a:lnTo>
                  <a:lnTo>
                    <a:pt x="847052" y="284879"/>
                  </a:lnTo>
                  <a:lnTo>
                    <a:pt x="849931" y="324367"/>
                  </a:lnTo>
                  <a:lnTo>
                    <a:pt x="851319" y="372795"/>
                  </a:lnTo>
                  <a:lnTo>
                    <a:pt x="829848" y="377706"/>
                  </a:lnTo>
                  <a:lnTo>
                    <a:pt x="815286" y="367783"/>
                  </a:lnTo>
                  <a:lnTo>
                    <a:pt x="825005" y="336593"/>
                  </a:lnTo>
                  <a:lnTo>
                    <a:pt x="819756" y="303912"/>
                  </a:lnTo>
                  <a:lnTo>
                    <a:pt x="805499" y="303675"/>
                  </a:lnTo>
                  <a:lnTo>
                    <a:pt x="795000" y="280477"/>
                  </a:lnTo>
                  <a:lnTo>
                    <a:pt x="808987" y="258295"/>
                  </a:lnTo>
                  <a:lnTo>
                    <a:pt x="813796" y="231405"/>
                  </a:lnTo>
                  <a:lnTo>
                    <a:pt x="830830" y="180370"/>
                  </a:lnTo>
                  <a:lnTo>
                    <a:pt x="837942" y="166417"/>
                  </a:lnTo>
                  <a:lnTo>
                    <a:pt x="866728" y="141255"/>
                  </a:lnTo>
                  <a:lnTo>
                    <a:pt x="893177" y="151245"/>
                  </a:lnTo>
                  <a:lnTo>
                    <a:pt x="935882" y="155952"/>
                  </a:lnTo>
                  <a:close/>
                  <a:moveTo>
                    <a:pt x="846714" y="533014"/>
                  </a:moveTo>
                  <a:lnTo>
                    <a:pt x="801773" y="509274"/>
                  </a:lnTo>
                  <a:lnTo>
                    <a:pt x="833336" y="502603"/>
                  </a:lnTo>
                  <a:lnTo>
                    <a:pt x="851150" y="512932"/>
                  </a:lnTo>
                  <a:lnTo>
                    <a:pt x="863003" y="523227"/>
                  </a:lnTo>
                  <a:lnTo>
                    <a:pt x="860971" y="532371"/>
                  </a:lnTo>
                  <a:lnTo>
                    <a:pt x="846714" y="533014"/>
                  </a:lnTo>
                  <a:close/>
                  <a:moveTo>
                    <a:pt x="882171" y="474697"/>
                  </a:moveTo>
                  <a:lnTo>
                    <a:pt x="904691" y="472124"/>
                  </a:lnTo>
                  <a:lnTo>
                    <a:pt x="935069" y="459695"/>
                  </a:lnTo>
                  <a:lnTo>
                    <a:pt x="930091" y="478524"/>
                  </a:lnTo>
                  <a:lnTo>
                    <a:pt x="879191" y="488142"/>
                  </a:lnTo>
                  <a:lnTo>
                    <a:pt x="834149" y="483943"/>
                  </a:lnTo>
                  <a:lnTo>
                    <a:pt x="834047" y="471582"/>
                  </a:lnTo>
                  <a:lnTo>
                    <a:pt x="860937" y="464538"/>
                  </a:lnTo>
                  <a:lnTo>
                    <a:pt x="882171" y="474697"/>
                  </a:lnTo>
                  <a:close/>
                  <a:moveTo>
                    <a:pt x="777830" y="468771"/>
                  </a:moveTo>
                  <a:lnTo>
                    <a:pt x="798725" y="466028"/>
                  </a:lnTo>
                  <a:lnTo>
                    <a:pt x="807158" y="480421"/>
                  </a:lnTo>
                  <a:lnTo>
                    <a:pt x="767975" y="487228"/>
                  </a:lnTo>
                  <a:lnTo>
                    <a:pt x="744541" y="491766"/>
                  </a:lnTo>
                  <a:lnTo>
                    <a:pt x="726320" y="491495"/>
                  </a:lnTo>
                  <a:lnTo>
                    <a:pt x="737971" y="471988"/>
                  </a:lnTo>
                  <a:lnTo>
                    <a:pt x="756528" y="471717"/>
                  </a:lnTo>
                  <a:lnTo>
                    <a:pt x="765604" y="459763"/>
                  </a:lnTo>
                  <a:lnTo>
                    <a:pt x="777830" y="468771"/>
                  </a:lnTo>
                  <a:close/>
                  <a:moveTo>
                    <a:pt x="446826" y="403071"/>
                  </a:moveTo>
                  <a:lnTo>
                    <a:pt x="451431" y="415127"/>
                  </a:lnTo>
                  <a:lnTo>
                    <a:pt x="516318" y="418480"/>
                  </a:lnTo>
                  <a:lnTo>
                    <a:pt x="523803" y="404527"/>
                  </a:lnTo>
                  <a:lnTo>
                    <a:pt x="586623" y="420817"/>
                  </a:lnTo>
                  <a:lnTo>
                    <a:pt x="598951" y="442762"/>
                  </a:lnTo>
                  <a:lnTo>
                    <a:pt x="649750" y="448959"/>
                  </a:lnTo>
                  <a:lnTo>
                    <a:pt x="691303" y="469076"/>
                  </a:lnTo>
                  <a:lnTo>
                    <a:pt x="652662" y="481978"/>
                  </a:lnTo>
                  <a:lnTo>
                    <a:pt x="615410" y="468331"/>
                  </a:lnTo>
                  <a:lnTo>
                    <a:pt x="584761" y="469245"/>
                  </a:lnTo>
                  <a:lnTo>
                    <a:pt x="549609" y="466739"/>
                  </a:lnTo>
                  <a:lnTo>
                    <a:pt x="517910" y="460677"/>
                  </a:lnTo>
                  <a:lnTo>
                    <a:pt x="478694" y="447740"/>
                  </a:lnTo>
                  <a:lnTo>
                    <a:pt x="453836" y="444387"/>
                  </a:lnTo>
                  <a:lnTo>
                    <a:pt x="439748" y="448621"/>
                  </a:lnTo>
                  <a:lnTo>
                    <a:pt x="377977" y="434668"/>
                  </a:lnTo>
                  <a:lnTo>
                    <a:pt x="372118" y="420106"/>
                  </a:lnTo>
                  <a:lnTo>
                    <a:pt x="341096" y="417600"/>
                  </a:lnTo>
                  <a:lnTo>
                    <a:pt x="364362" y="385258"/>
                  </a:lnTo>
                  <a:lnTo>
                    <a:pt x="405442" y="387256"/>
                  </a:lnTo>
                  <a:lnTo>
                    <a:pt x="432771" y="400497"/>
                  </a:lnTo>
                  <a:lnTo>
                    <a:pt x="446826" y="403071"/>
                  </a:lnTo>
                  <a:close/>
                  <a:moveTo>
                    <a:pt x="307400" y="222329"/>
                  </a:moveTo>
                  <a:lnTo>
                    <a:pt x="313123" y="245934"/>
                  </a:lnTo>
                  <a:lnTo>
                    <a:pt x="324943" y="264831"/>
                  </a:lnTo>
                  <a:lnTo>
                    <a:pt x="349800" y="267845"/>
                  </a:lnTo>
                  <a:lnTo>
                    <a:pt x="366293" y="289282"/>
                  </a:lnTo>
                  <a:lnTo>
                    <a:pt x="357758" y="331411"/>
                  </a:lnTo>
                  <a:lnTo>
                    <a:pt x="356438" y="383768"/>
                  </a:lnTo>
                  <a:lnTo>
                    <a:pt x="318914" y="384479"/>
                  </a:lnTo>
                  <a:lnTo>
                    <a:pt x="290400" y="356167"/>
                  </a:lnTo>
                  <a:lnTo>
                    <a:pt x="246916" y="328499"/>
                  </a:lnTo>
                  <a:lnTo>
                    <a:pt x="232421" y="307976"/>
                  </a:lnTo>
                  <a:lnTo>
                    <a:pt x="206784" y="280409"/>
                  </a:lnTo>
                  <a:lnTo>
                    <a:pt x="189988" y="255010"/>
                  </a:lnTo>
                  <a:lnTo>
                    <a:pt x="164215" y="207598"/>
                  </a:lnTo>
                  <a:lnTo>
                    <a:pt x="134481" y="179387"/>
                  </a:lnTo>
                  <a:lnTo>
                    <a:pt x="124525" y="150263"/>
                  </a:lnTo>
                  <a:lnTo>
                    <a:pt x="112029" y="123814"/>
                  </a:lnTo>
                  <a:lnTo>
                    <a:pt x="81515" y="102512"/>
                  </a:lnTo>
                  <a:lnTo>
                    <a:pt x="63803" y="73523"/>
                  </a:lnTo>
                  <a:lnTo>
                    <a:pt x="38303" y="54558"/>
                  </a:lnTo>
                  <a:lnTo>
                    <a:pt x="2981" y="17238"/>
                  </a:lnTo>
                  <a:lnTo>
                    <a:pt x="0" y="0"/>
                  </a:lnTo>
                  <a:lnTo>
                    <a:pt x="21810" y="1355"/>
                  </a:lnTo>
                  <a:lnTo>
                    <a:pt x="74233" y="7925"/>
                  </a:lnTo>
                  <a:lnTo>
                    <a:pt x="104171" y="41046"/>
                  </a:lnTo>
                  <a:lnTo>
                    <a:pt x="130384" y="64007"/>
                  </a:lnTo>
                  <a:lnTo>
                    <a:pt x="149044" y="78095"/>
                  </a:lnTo>
                  <a:lnTo>
                    <a:pt x="181114" y="114500"/>
                  </a:lnTo>
                  <a:lnTo>
                    <a:pt x="215556" y="115008"/>
                  </a:lnTo>
                  <a:lnTo>
                    <a:pt x="244003" y="138206"/>
                  </a:lnTo>
                  <a:lnTo>
                    <a:pt x="263611" y="166586"/>
                  </a:lnTo>
                  <a:lnTo>
                    <a:pt x="289384" y="182029"/>
                  </a:lnTo>
                  <a:lnTo>
                    <a:pt x="275837" y="209697"/>
                  </a:lnTo>
                  <a:lnTo>
                    <a:pt x="295242" y="221449"/>
                  </a:lnTo>
                  <a:lnTo>
                    <a:pt x="307400" y="22232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04549E35-42D8-0E83-969A-152826F7ED6C}"/>
                </a:ext>
              </a:extLst>
            </p:cNvPr>
            <p:cNvSpPr/>
            <p:nvPr/>
          </p:nvSpPr>
          <p:spPr>
            <a:xfrm>
              <a:off x="3609588" y="4168358"/>
              <a:ext cx="670103" cy="1131728"/>
            </a:xfrm>
            <a:custGeom>
              <a:avLst/>
              <a:gdLst>
                <a:gd name="csX0" fmla="*/ 161912 w 670103"/>
                <a:gd name="csY0" fmla="*/ 1043203 h 1131728"/>
                <a:gd name="csX1" fmla="*/ 174917 w 670103"/>
                <a:gd name="csY1" fmla="*/ 1058917 h 1131728"/>
                <a:gd name="csX2" fmla="*/ 191850 w 670103"/>
                <a:gd name="csY2" fmla="*/ 1084316 h 1131728"/>
                <a:gd name="csX3" fmla="*/ 235876 w 670103"/>
                <a:gd name="csY3" fmla="*/ 1104635 h 1131728"/>
                <a:gd name="csX4" fmla="*/ 283288 w 670103"/>
                <a:gd name="csY4" fmla="*/ 1113102 h 1131728"/>
                <a:gd name="csX5" fmla="*/ 268048 w 670103"/>
                <a:gd name="csY5" fmla="*/ 1130035 h 1131728"/>
                <a:gd name="csX6" fmla="*/ 235876 w 670103"/>
                <a:gd name="csY6" fmla="*/ 1131728 h 1131728"/>
                <a:gd name="csX7" fmla="*/ 218604 w 670103"/>
                <a:gd name="csY7" fmla="*/ 1119774 h 1131728"/>
                <a:gd name="csX8" fmla="*/ 198217 w 670103"/>
                <a:gd name="csY8" fmla="*/ 1118859 h 1131728"/>
                <a:gd name="csX9" fmla="*/ 161946 w 670103"/>
                <a:gd name="csY9" fmla="*/ 1118859 h 1131728"/>
                <a:gd name="csX10" fmla="*/ 161912 w 670103"/>
                <a:gd name="csY10" fmla="*/ 1043203 h 1131728"/>
                <a:gd name="csX11" fmla="*/ 534741 w 670103"/>
                <a:gd name="csY11" fmla="*/ 283931 h 1131728"/>
                <a:gd name="csX12" fmla="*/ 526275 w 670103"/>
                <a:gd name="csY12" fmla="*/ 311058 h 1131728"/>
                <a:gd name="csX13" fmla="*/ 517233 w 670103"/>
                <a:gd name="csY13" fmla="*/ 345872 h 1131728"/>
                <a:gd name="csX14" fmla="*/ 517537 w 670103"/>
                <a:gd name="csY14" fmla="*/ 379602 h 1131728"/>
                <a:gd name="csX15" fmla="*/ 510189 w 670103"/>
                <a:gd name="csY15" fmla="*/ 387120 h 1131728"/>
                <a:gd name="csX16" fmla="*/ 507581 w 670103"/>
                <a:gd name="csY16" fmla="*/ 408997 h 1131728"/>
                <a:gd name="csX17" fmla="*/ 505278 w 670103"/>
                <a:gd name="csY17" fmla="*/ 426675 h 1131728"/>
                <a:gd name="csX18" fmla="*/ 548254 w 670103"/>
                <a:gd name="csY18" fmla="*/ 455699 h 1131728"/>
                <a:gd name="csX19" fmla="*/ 543648 w 670103"/>
                <a:gd name="csY19" fmla="*/ 479032 h 1131728"/>
                <a:gd name="csX20" fmla="*/ 564814 w 670103"/>
                <a:gd name="csY20" fmla="*/ 493798 h 1131728"/>
                <a:gd name="csX21" fmla="*/ 563087 w 670103"/>
                <a:gd name="csY21" fmla="*/ 510358 h 1131728"/>
                <a:gd name="csX22" fmla="*/ 530542 w 670103"/>
                <a:gd name="csY22" fmla="*/ 553774 h 1131728"/>
                <a:gd name="csX23" fmla="*/ 480319 w 670103"/>
                <a:gd name="csY23" fmla="*/ 571926 h 1131728"/>
                <a:gd name="csX24" fmla="*/ 412418 w 670103"/>
                <a:gd name="csY24" fmla="*/ 578970 h 1131728"/>
                <a:gd name="csX25" fmla="*/ 375200 w 670103"/>
                <a:gd name="csY25" fmla="*/ 575584 h 1131728"/>
                <a:gd name="csX26" fmla="*/ 382311 w 670103"/>
                <a:gd name="csY26" fmla="*/ 595767 h 1131728"/>
                <a:gd name="csX27" fmla="*/ 375369 w 670103"/>
                <a:gd name="csY27" fmla="*/ 621133 h 1131728"/>
                <a:gd name="csX28" fmla="*/ 381634 w 670103"/>
                <a:gd name="csY28" fmla="*/ 638201 h 1131728"/>
                <a:gd name="csX29" fmla="*/ 361314 w 670103"/>
                <a:gd name="csY29" fmla="*/ 650122 h 1131728"/>
                <a:gd name="csX30" fmla="*/ 326636 w 670103"/>
                <a:gd name="csY30" fmla="*/ 654796 h 1131728"/>
                <a:gd name="csX31" fmla="*/ 294057 w 670103"/>
                <a:gd name="csY31" fmla="*/ 642468 h 1131728"/>
                <a:gd name="csX32" fmla="*/ 280985 w 670103"/>
                <a:gd name="csY32" fmla="*/ 651307 h 1131728"/>
                <a:gd name="csX33" fmla="*/ 285692 w 670103"/>
                <a:gd name="csY33" fmla="*/ 684970 h 1131728"/>
                <a:gd name="csX34" fmla="*/ 308585 w 670103"/>
                <a:gd name="csY34" fmla="*/ 695164 h 1131728"/>
                <a:gd name="csX35" fmla="*/ 327110 w 670103"/>
                <a:gd name="csY35" fmla="*/ 684496 h 1131728"/>
                <a:gd name="csX36" fmla="*/ 337202 w 670103"/>
                <a:gd name="csY36" fmla="*/ 702072 h 1131728"/>
                <a:gd name="csX37" fmla="*/ 306012 w 670103"/>
                <a:gd name="csY37" fmla="*/ 712604 h 1131728"/>
                <a:gd name="csX38" fmla="*/ 278817 w 670103"/>
                <a:gd name="csY38" fmla="*/ 733635 h 1131728"/>
                <a:gd name="csX39" fmla="*/ 273839 w 670103"/>
                <a:gd name="csY39" fmla="*/ 767705 h 1131728"/>
                <a:gd name="csX40" fmla="*/ 265847 w 670103"/>
                <a:gd name="csY40" fmla="*/ 785856 h 1131728"/>
                <a:gd name="csX41" fmla="*/ 233843 w 670103"/>
                <a:gd name="csY41" fmla="*/ 785958 h 1131728"/>
                <a:gd name="csX42" fmla="*/ 207293 w 670103"/>
                <a:gd name="csY42" fmla="*/ 803297 h 1131728"/>
                <a:gd name="csX43" fmla="*/ 197573 w 670103"/>
                <a:gd name="csY43" fmla="*/ 828697 h 1131728"/>
                <a:gd name="csX44" fmla="*/ 230897 w 670103"/>
                <a:gd name="csY44" fmla="*/ 853486 h 1131728"/>
                <a:gd name="csX45" fmla="*/ 263273 w 670103"/>
                <a:gd name="csY45" fmla="*/ 860327 h 1131728"/>
                <a:gd name="csX46" fmla="*/ 251623 w 670103"/>
                <a:gd name="csY46" fmla="*/ 890705 h 1131728"/>
                <a:gd name="csX47" fmla="*/ 211628 w 670103"/>
                <a:gd name="csY47" fmla="*/ 909806 h 1131728"/>
                <a:gd name="csX48" fmla="*/ 189615 w 670103"/>
                <a:gd name="csY48" fmla="*/ 949530 h 1131728"/>
                <a:gd name="csX49" fmla="*/ 158695 w 670103"/>
                <a:gd name="csY49" fmla="*/ 962873 h 1131728"/>
                <a:gd name="csX50" fmla="*/ 144810 w 670103"/>
                <a:gd name="csY50" fmla="*/ 978756 h 1131728"/>
                <a:gd name="csX51" fmla="*/ 155749 w 670103"/>
                <a:gd name="csY51" fmla="*/ 1013909 h 1131728"/>
                <a:gd name="csX52" fmla="*/ 178304 w 670103"/>
                <a:gd name="csY52" fmla="*/ 1033517 h 1131728"/>
                <a:gd name="csX53" fmla="*/ 164012 w 670103"/>
                <a:gd name="csY53" fmla="*/ 1031790 h 1131728"/>
                <a:gd name="csX54" fmla="*/ 132652 w 670103"/>
                <a:gd name="csY54" fmla="*/ 1026507 h 1131728"/>
                <a:gd name="csX55" fmla="*/ 50799 w 670103"/>
                <a:gd name="csY55" fmla="*/ 1021969 h 1131728"/>
                <a:gd name="csX56" fmla="*/ 36778 w 670103"/>
                <a:gd name="csY56" fmla="*/ 1002225 h 1131728"/>
                <a:gd name="csX57" fmla="*/ 37422 w 670103"/>
                <a:gd name="csY57" fmla="*/ 976860 h 1131728"/>
                <a:gd name="csX58" fmla="*/ 14867 w 670103"/>
                <a:gd name="csY58" fmla="*/ 979027 h 1131728"/>
                <a:gd name="csX59" fmla="*/ 2946 w 670103"/>
                <a:gd name="csY59" fmla="*/ 966768 h 1131728"/>
                <a:gd name="csX60" fmla="*/ 0 w 670103"/>
                <a:gd name="csY60" fmla="*/ 930836 h 1131728"/>
                <a:gd name="csX61" fmla="*/ 25975 w 670103"/>
                <a:gd name="csY61" fmla="*/ 915969 h 1131728"/>
                <a:gd name="csX62" fmla="*/ 36711 w 670103"/>
                <a:gd name="csY62" fmla="*/ 894464 h 1131728"/>
                <a:gd name="csX63" fmla="*/ 32782 w 670103"/>
                <a:gd name="csY63" fmla="*/ 877362 h 1131728"/>
                <a:gd name="csX64" fmla="*/ 50731 w 670103"/>
                <a:gd name="csY64" fmla="*/ 848440 h 1131728"/>
                <a:gd name="csX65" fmla="*/ 63092 w 670103"/>
                <a:gd name="csY65" fmla="*/ 803602 h 1131728"/>
                <a:gd name="csX66" fmla="*/ 59469 w 670103"/>
                <a:gd name="csY66" fmla="*/ 783723 h 1131728"/>
                <a:gd name="csX67" fmla="*/ 74234 w 670103"/>
                <a:gd name="csY67" fmla="*/ 777288 h 1131728"/>
                <a:gd name="csX68" fmla="*/ 70610 w 670103"/>
                <a:gd name="csY68" fmla="*/ 764555 h 1131728"/>
                <a:gd name="csX69" fmla="*/ 54897 w 670103"/>
                <a:gd name="csY69" fmla="*/ 757748 h 1131728"/>
                <a:gd name="csX70" fmla="*/ 66072 w 670103"/>
                <a:gd name="csY70" fmla="*/ 743558 h 1131728"/>
                <a:gd name="csX71" fmla="*/ 50799 w 670103"/>
                <a:gd name="csY71" fmla="*/ 730723 h 1131728"/>
                <a:gd name="csX72" fmla="*/ 42874 w 670103"/>
                <a:gd name="csY72" fmla="*/ 691642 h 1131728"/>
                <a:gd name="csX73" fmla="*/ 56488 w 670103"/>
                <a:gd name="csY73" fmla="*/ 684733 h 1131728"/>
                <a:gd name="csX74" fmla="*/ 50765 w 670103"/>
                <a:gd name="csY74" fmla="*/ 643451 h 1131728"/>
                <a:gd name="csX75" fmla="*/ 58723 w 670103"/>
                <a:gd name="csY75" fmla="*/ 608772 h 1131728"/>
                <a:gd name="csX76" fmla="*/ 67765 w 670103"/>
                <a:gd name="csY76" fmla="*/ 578564 h 1131728"/>
                <a:gd name="csX77" fmla="*/ 88051 w 670103"/>
                <a:gd name="csY77" fmla="*/ 566270 h 1131728"/>
                <a:gd name="csX78" fmla="*/ 77756 w 670103"/>
                <a:gd name="csY78" fmla="*/ 533217 h 1131728"/>
                <a:gd name="csX79" fmla="*/ 77654 w 670103"/>
                <a:gd name="csY79" fmla="*/ 502095 h 1131728"/>
                <a:gd name="csX80" fmla="*/ 103291 w 670103"/>
                <a:gd name="csY80" fmla="*/ 479980 h 1131728"/>
                <a:gd name="csX81" fmla="*/ 102512 w 670103"/>
                <a:gd name="csY81" fmla="*/ 451702 h 1131728"/>
                <a:gd name="csX82" fmla="*/ 121849 w 670103"/>
                <a:gd name="csY82" fmla="*/ 418649 h 1131728"/>
                <a:gd name="csX83" fmla="*/ 121917 w 670103"/>
                <a:gd name="csY83" fmla="*/ 387493 h 1131728"/>
                <a:gd name="csX84" fmla="*/ 113146 w 670103"/>
                <a:gd name="csY84" fmla="*/ 381295 h 1131728"/>
                <a:gd name="csX85" fmla="*/ 97533 w 670103"/>
                <a:gd name="csY85" fmla="*/ 322843 h 1131728"/>
                <a:gd name="csX86" fmla="*/ 118395 w 670103"/>
                <a:gd name="csY86" fmla="*/ 287995 h 1131728"/>
                <a:gd name="csX87" fmla="*/ 115178 w 670103"/>
                <a:gd name="csY87" fmla="*/ 255213 h 1131728"/>
                <a:gd name="csX88" fmla="*/ 127302 w 670103"/>
                <a:gd name="csY88" fmla="*/ 224429 h 1131728"/>
                <a:gd name="csX89" fmla="*/ 149484 w 670103"/>
                <a:gd name="csY89" fmla="*/ 192663 h 1131728"/>
                <a:gd name="csX90" fmla="*/ 173359 w 670103"/>
                <a:gd name="csY90" fmla="*/ 171598 h 1131728"/>
                <a:gd name="csX91" fmla="*/ 163233 w 670103"/>
                <a:gd name="csY91" fmla="*/ 158323 h 1131728"/>
                <a:gd name="csX92" fmla="*/ 170311 w 670103"/>
                <a:gd name="csY92" fmla="*/ 147418 h 1131728"/>
                <a:gd name="csX93" fmla="*/ 169228 w 670103"/>
                <a:gd name="csY93" fmla="*/ 90997 h 1131728"/>
                <a:gd name="csX94" fmla="*/ 206141 w 670103"/>
                <a:gd name="csY94" fmla="*/ 74268 h 1131728"/>
                <a:gd name="csX95" fmla="*/ 217757 w 670103"/>
                <a:gd name="csY95" fmla="*/ 39081 h 1131728"/>
                <a:gd name="csX96" fmla="*/ 213626 w 670103"/>
                <a:gd name="csY96" fmla="*/ 30615 h 1131728"/>
                <a:gd name="csX97" fmla="*/ 241870 w 670103"/>
                <a:gd name="csY97" fmla="*/ 0 h 1131728"/>
                <a:gd name="csX98" fmla="*/ 286166 w 670103"/>
                <a:gd name="csY98" fmla="*/ 8263 h 1131728"/>
                <a:gd name="csX99" fmla="*/ 306079 w 670103"/>
                <a:gd name="csY99" fmla="*/ 32714 h 1131728"/>
                <a:gd name="csX100" fmla="*/ 319287 w 670103"/>
                <a:gd name="csY100" fmla="*/ 5486 h 1131728"/>
                <a:gd name="csX101" fmla="*/ 357928 w 670103"/>
                <a:gd name="csY101" fmla="*/ 6875 h 1131728"/>
                <a:gd name="csX102" fmla="*/ 363380 w 670103"/>
                <a:gd name="csY102" fmla="*/ 14122 h 1131728"/>
                <a:gd name="csX103" fmla="*/ 425626 w 670103"/>
                <a:gd name="csY103" fmla="*/ 69391 h 1131728"/>
                <a:gd name="csX104" fmla="*/ 453328 w 670103"/>
                <a:gd name="csY104" fmla="*/ 74539 h 1131728"/>
                <a:gd name="csX105" fmla="*/ 494712 w 670103"/>
                <a:gd name="csY105" fmla="*/ 99532 h 1131728"/>
                <a:gd name="csX106" fmla="*/ 529594 w 670103"/>
                <a:gd name="csY106" fmla="*/ 112773 h 1131728"/>
                <a:gd name="csX107" fmla="*/ 534436 w 670103"/>
                <a:gd name="csY107" fmla="*/ 127742 h 1131728"/>
                <a:gd name="csX108" fmla="*/ 501113 w 670103"/>
                <a:gd name="csY108" fmla="*/ 179218 h 1131728"/>
                <a:gd name="csX109" fmla="*/ 535249 w 670103"/>
                <a:gd name="csY109" fmla="*/ 188430 h 1131728"/>
                <a:gd name="csX110" fmla="*/ 573281 w 670103"/>
                <a:gd name="csY110" fmla="*/ 193577 h 1131728"/>
                <a:gd name="csX111" fmla="*/ 600069 w 670103"/>
                <a:gd name="csY111" fmla="*/ 188159 h 1131728"/>
                <a:gd name="csX112" fmla="*/ 630785 w 670103"/>
                <a:gd name="csY112" fmla="*/ 162217 h 1131728"/>
                <a:gd name="csX113" fmla="*/ 636339 w 670103"/>
                <a:gd name="csY113" fmla="*/ 132314 h 1131728"/>
                <a:gd name="csX114" fmla="*/ 653102 w 670103"/>
                <a:gd name="csY114" fmla="*/ 125845 h 1131728"/>
                <a:gd name="csX115" fmla="*/ 670103 w 670103"/>
                <a:gd name="csY115" fmla="*/ 145386 h 1131728"/>
                <a:gd name="csX116" fmla="*/ 669392 w 670103"/>
                <a:gd name="csY116" fmla="*/ 172411 h 1131728"/>
                <a:gd name="csX117" fmla="*/ 640877 w 670103"/>
                <a:gd name="csY117" fmla="*/ 191105 h 1131728"/>
                <a:gd name="csX118" fmla="*/ 618153 w 670103"/>
                <a:gd name="csY118" fmla="*/ 204888 h 1131728"/>
                <a:gd name="csX119" fmla="*/ 579918 w 670103"/>
                <a:gd name="csY119" fmla="*/ 237772 h 1131728"/>
                <a:gd name="csX120" fmla="*/ 534741 w 670103"/>
                <a:gd name="csY120" fmla="*/ 283931 h 1131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</a:cxnLst>
              <a:rect l="l" t="t" r="r" b="b"/>
              <a:pathLst>
                <a:path w="670103" h="1131728">
                  <a:moveTo>
                    <a:pt x="161912" y="1043203"/>
                  </a:moveTo>
                  <a:lnTo>
                    <a:pt x="174917" y="1058917"/>
                  </a:lnTo>
                  <a:lnTo>
                    <a:pt x="191850" y="1084316"/>
                  </a:lnTo>
                  <a:lnTo>
                    <a:pt x="235876" y="1104635"/>
                  </a:lnTo>
                  <a:lnTo>
                    <a:pt x="283288" y="1113102"/>
                  </a:lnTo>
                  <a:lnTo>
                    <a:pt x="268048" y="1130035"/>
                  </a:lnTo>
                  <a:lnTo>
                    <a:pt x="235876" y="1131728"/>
                  </a:lnTo>
                  <a:lnTo>
                    <a:pt x="218604" y="1119774"/>
                  </a:lnTo>
                  <a:lnTo>
                    <a:pt x="198217" y="1118859"/>
                  </a:lnTo>
                  <a:lnTo>
                    <a:pt x="161946" y="1118859"/>
                  </a:lnTo>
                  <a:lnTo>
                    <a:pt x="161912" y="1043203"/>
                  </a:lnTo>
                  <a:close/>
                  <a:moveTo>
                    <a:pt x="534741" y="283931"/>
                  </a:moveTo>
                  <a:lnTo>
                    <a:pt x="526275" y="311058"/>
                  </a:lnTo>
                  <a:lnTo>
                    <a:pt x="517233" y="345872"/>
                  </a:lnTo>
                  <a:lnTo>
                    <a:pt x="517537" y="379602"/>
                  </a:lnTo>
                  <a:lnTo>
                    <a:pt x="510189" y="387120"/>
                  </a:lnTo>
                  <a:lnTo>
                    <a:pt x="507581" y="408997"/>
                  </a:lnTo>
                  <a:lnTo>
                    <a:pt x="505278" y="426675"/>
                  </a:lnTo>
                  <a:lnTo>
                    <a:pt x="548254" y="455699"/>
                  </a:lnTo>
                  <a:lnTo>
                    <a:pt x="543648" y="479032"/>
                  </a:lnTo>
                  <a:lnTo>
                    <a:pt x="564814" y="493798"/>
                  </a:lnTo>
                  <a:lnTo>
                    <a:pt x="563087" y="510358"/>
                  </a:lnTo>
                  <a:lnTo>
                    <a:pt x="530542" y="553774"/>
                  </a:lnTo>
                  <a:lnTo>
                    <a:pt x="480319" y="571926"/>
                  </a:lnTo>
                  <a:lnTo>
                    <a:pt x="412418" y="578970"/>
                  </a:lnTo>
                  <a:lnTo>
                    <a:pt x="375200" y="575584"/>
                  </a:lnTo>
                  <a:lnTo>
                    <a:pt x="382311" y="595767"/>
                  </a:lnTo>
                  <a:lnTo>
                    <a:pt x="375369" y="621133"/>
                  </a:lnTo>
                  <a:lnTo>
                    <a:pt x="381634" y="638201"/>
                  </a:lnTo>
                  <a:lnTo>
                    <a:pt x="361314" y="650122"/>
                  </a:lnTo>
                  <a:lnTo>
                    <a:pt x="326636" y="654796"/>
                  </a:lnTo>
                  <a:lnTo>
                    <a:pt x="294057" y="642468"/>
                  </a:lnTo>
                  <a:lnTo>
                    <a:pt x="280985" y="651307"/>
                  </a:lnTo>
                  <a:lnTo>
                    <a:pt x="285692" y="684970"/>
                  </a:lnTo>
                  <a:lnTo>
                    <a:pt x="308585" y="695164"/>
                  </a:lnTo>
                  <a:lnTo>
                    <a:pt x="327110" y="684496"/>
                  </a:lnTo>
                  <a:lnTo>
                    <a:pt x="337202" y="702072"/>
                  </a:lnTo>
                  <a:lnTo>
                    <a:pt x="306012" y="712604"/>
                  </a:lnTo>
                  <a:lnTo>
                    <a:pt x="278817" y="733635"/>
                  </a:lnTo>
                  <a:lnTo>
                    <a:pt x="273839" y="767705"/>
                  </a:lnTo>
                  <a:lnTo>
                    <a:pt x="265847" y="785856"/>
                  </a:lnTo>
                  <a:lnTo>
                    <a:pt x="233843" y="785958"/>
                  </a:lnTo>
                  <a:lnTo>
                    <a:pt x="207293" y="803297"/>
                  </a:lnTo>
                  <a:lnTo>
                    <a:pt x="197573" y="828697"/>
                  </a:lnTo>
                  <a:lnTo>
                    <a:pt x="230897" y="853486"/>
                  </a:lnTo>
                  <a:lnTo>
                    <a:pt x="263273" y="860327"/>
                  </a:lnTo>
                  <a:lnTo>
                    <a:pt x="251623" y="890705"/>
                  </a:lnTo>
                  <a:lnTo>
                    <a:pt x="211628" y="909806"/>
                  </a:lnTo>
                  <a:lnTo>
                    <a:pt x="189615" y="949530"/>
                  </a:lnTo>
                  <a:lnTo>
                    <a:pt x="158695" y="962873"/>
                  </a:lnTo>
                  <a:lnTo>
                    <a:pt x="144810" y="978756"/>
                  </a:lnTo>
                  <a:lnTo>
                    <a:pt x="155749" y="1013909"/>
                  </a:lnTo>
                  <a:lnTo>
                    <a:pt x="178304" y="1033517"/>
                  </a:lnTo>
                  <a:lnTo>
                    <a:pt x="164012" y="1031790"/>
                  </a:lnTo>
                  <a:lnTo>
                    <a:pt x="132652" y="1026507"/>
                  </a:lnTo>
                  <a:lnTo>
                    <a:pt x="50799" y="1021969"/>
                  </a:lnTo>
                  <a:lnTo>
                    <a:pt x="36778" y="1002225"/>
                  </a:lnTo>
                  <a:lnTo>
                    <a:pt x="37422" y="976860"/>
                  </a:lnTo>
                  <a:lnTo>
                    <a:pt x="14867" y="979027"/>
                  </a:lnTo>
                  <a:lnTo>
                    <a:pt x="2946" y="966768"/>
                  </a:lnTo>
                  <a:lnTo>
                    <a:pt x="0" y="930836"/>
                  </a:lnTo>
                  <a:lnTo>
                    <a:pt x="25975" y="915969"/>
                  </a:lnTo>
                  <a:lnTo>
                    <a:pt x="36711" y="894464"/>
                  </a:lnTo>
                  <a:lnTo>
                    <a:pt x="32782" y="877362"/>
                  </a:lnTo>
                  <a:lnTo>
                    <a:pt x="50731" y="848440"/>
                  </a:lnTo>
                  <a:lnTo>
                    <a:pt x="63092" y="803602"/>
                  </a:lnTo>
                  <a:lnTo>
                    <a:pt x="59469" y="783723"/>
                  </a:lnTo>
                  <a:lnTo>
                    <a:pt x="74234" y="777288"/>
                  </a:lnTo>
                  <a:lnTo>
                    <a:pt x="70610" y="764555"/>
                  </a:lnTo>
                  <a:lnTo>
                    <a:pt x="54897" y="757748"/>
                  </a:lnTo>
                  <a:lnTo>
                    <a:pt x="66072" y="743558"/>
                  </a:lnTo>
                  <a:lnTo>
                    <a:pt x="50799" y="730723"/>
                  </a:lnTo>
                  <a:lnTo>
                    <a:pt x="42874" y="691642"/>
                  </a:lnTo>
                  <a:lnTo>
                    <a:pt x="56488" y="684733"/>
                  </a:lnTo>
                  <a:lnTo>
                    <a:pt x="50765" y="643451"/>
                  </a:lnTo>
                  <a:lnTo>
                    <a:pt x="58723" y="608772"/>
                  </a:lnTo>
                  <a:lnTo>
                    <a:pt x="67765" y="578564"/>
                  </a:lnTo>
                  <a:lnTo>
                    <a:pt x="88051" y="566270"/>
                  </a:lnTo>
                  <a:lnTo>
                    <a:pt x="77756" y="533217"/>
                  </a:lnTo>
                  <a:lnTo>
                    <a:pt x="77654" y="502095"/>
                  </a:lnTo>
                  <a:lnTo>
                    <a:pt x="103291" y="479980"/>
                  </a:lnTo>
                  <a:lnTo>
                    <a:pt x="102512" y="451702"/>
                  </a:lnTo>
                  <a:lnTo>
                    <a:pt x="121849" y="418649"/>
                  </a:lnTo>
                  <a:lnTo>
                    <a:pt x="121917" y="387493"/>
                  </a:lnTo>
                  <a:lnTo>
                    <a:pt x="113146" y="381295"/>
                  </a:lnTo>
                  <a:lnTo>
                    <a:pt x="97533" y="322843"/>
                  </a:lnTo>
                  <a:lnTo>
                    <a:pt x="118395" y="287995"/>
                  </a:lnTo>
                  <a:lnTo>
                    <a:pt x="115178" y="255213"/>
                  </a:lnTo>
                  <a:lnTo>
                    <a:pt x="127302" y="224429"/>
                  </a:lnTo>
                  <a:lnTo>
                    <a:pt x="149484" y="192663"/>
                  </a:lnTo>
                  <a:lnTo>
                    <a:pt x="173359" y="171598"/>
                  </a:lnTo>
                  <a:lnTo>
                    <a:pt x="163233" y="158323"/>
                  </a:lnTo>
                  <a:lnTo>
                    <a:pt x="170311" y="147418"/>
                  </a:lnTo>
                  <a:lnTo>
                    <a:pt x="169228" y="90997"/>
                  </a:lnTo>
                  <a:lnTo>
                    <a:pt x="206141" y="74268"/>
                  </a:lnTo>
                  <a:lnTo>
                    <a:pt x="217757" y="39081"/>
                  </a:lnTo>
                  <a:lnTo>
                    <a:pt x="213626" y="30615"/>
                  </a:lnTo>
                  <a:lnTo>
                    <a:pt x="241870" y="0"/>
                  </a:lnTo>
                  <a:lnTo>
                    <a:pt x="286166" y="8263"/>
                  </a:lnTo>
                  <a:lnTo>
                    <a:pt x="306079" y="32714"/>
                  </a:lnTo>
                  <a:lnTo>
                    <a:pt x="319287" y="5486"/>
                  </a:lnTo>
                  <a:lnTo>
                    <a:pt x="357928" y="6875"/>
                  </a:lnTo>
                  <a:lnTo>
                    <a:pt x="363380" y="14122"/>
                  </a:lnTo>
                  <a:lnTo>
                    <a:pt x="425626" y="69391"/>
                  </a:lnTo>
                  <a:lnTo>
                    <a:pt x="453328" y="74539"/>
                  </a:lnTo>
                  <a:lnTo>
                    <a:pt x="494712" y="99532"/>
                  </a:lnTo>
                  <a:lnTo>
                    <a:pt x="529594" y="112773"/>
                  </a:lnTo>
                  <a:lnTo>
                    <a:pt x="534436" y="127742"/>
                  </a:lnTo>
                  <a:lnTo>
                    <a:pt x="501113" y="179218"/>
                  </a:lnTo>
                  <a:lnTo>
                    <a:pt x="535249" y="188430"/>
                  </a:lnTo>
                  <a:lnTo>
                    <a:pt x="573281" y="193577"/>
                  </a:lnTo>
                  <a:lnTo>
                    <a:pt x="600069" y="188159"/>
                  </a:lnTo>
                  <a:lnTo>
                    <a:pt x="630785" y="162217"/>
                  </a:lnTo>
                  <a:lnTo>
                    <a:pt x="636339" y="132314"/>
                  </a:lnTo>
                  <a:lnTo>
                    <a:pt x="653102" y="125845"/>
                  </a:lnTo>
                  <a:lnTo>
                    <a:pt x="670103" y="145386"/>
                  </a:lnTo>
                  <a:lnTo>
                    <a:pt x="669392" y="172411"/>
                  </a:lnTo>
                  <a:lnTo>
                    <a:pt x="640877" y="191105"/>
                  </a:lnTo>
                  <a:lnTo>
                    <a:pt x="618153" y="204888"/>
                  </a:lnTo>
                  <a:lnTo>
                    <a:pt x="579918" y="237772"/>
                  </a:lnTo>
                  <a:lnTo>
                    <a:pt x="534741" y="283931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A4405941-B4BE-2E7A-93A9-996C39FEE06E}"/>
                </a:ext>
              </a:extLst>
            </p:cNvPr>
            <p:cNvSpPr/>
            <p:nvPr/>
          </p:nvSpPr>
          <p:spPr>
            <a:xfrm>
              <a:off x="3534101" y="4024361"/>
              <a:ext cx="294090" cy="1287984"/>
            </a:xfrm>
            <a:custGeom>
              <a:avLst/>
              <a:gdLst>
                <a:gd name="csX0" fmla="*/ 237399 w 294090"/>
                <a:gd name="csY0" fmla="*/ 1187200 h 1287984"/>
                <a:gd name="csX1" fmla="*/ 237433 w 294090"/>
                <a:gd name="csY1" fmla="*/ 1262856 h 1287984"/>
                <a:gd name="csX2" fmla="*/ 273704 w 294090"/>
                <a:gd name="csY2" fmla="*/ 1262856 h 1287984"/>
                <a:gd name="csX3" fmla="*/ 294091 w 294090"/>
                <a:gd name="csY3" fmla="*/ 1263771 h 1287984"/>
                <a:gd name="csX4" fmla="*/ 282881 w 294090"/>
                <a:gd name="csY4" fmla="*/ 1277453 h 1287984"/>
                <a:gd name="csX5" fmla="*/ 253824 w 294090"/>
                <a:gd name="csY5" fmla="*/ 1287985 h 1287984"/>
                <a:gd name="csX6" fmla="*/ 237196 w 294090"/>
                <a:gd name="csY6" fmla="*/ 1286901 h 1287984"/>
                <a:gd name="csX7" fmla="*/ 217147 w 294090"/>
                <a:gd name="csY7" fmla="*/ 1284158 h 1287984"/>
                <a:gd name="csX8" fmla="*/ 192561 w 294090"/>
                <a:gd name="csY8" fmla="*/ 1273964 h 1287984"/>
                <a:gd name="csX9" fmla="*/ 157070 w 294090"/>
                <a:gd name="csY9" fmla="*/ 1269088 h 1287984"/>
                <a:gd name="csX10" fmla="*/ 114466 w 294090"/>
                <a:gd name="csY10" fmla="*/ 1250157 h 1287984"/>
                <a:gd name="csX11" fmla="*/ 79889 w 294090"/>
                <a:gd name="csY11" fmla="*/ 1231971 h 1287984"/>
                <a:gd name="csX12" fmla="*/ 33222 w 294090"/>
                <a:gd name="csY12" fmla="*/ 1194007 h 1287984"/>
                <a:gd name="csX13" fmla="*/ 61162 w 294090"/>
                <a:gd name="csY13" fmla="*/ 1201119 h 1287984"/>
                <a:gd name="csX14" fmla="*/ 108709 w 294090"/>
                <a:gd name="csY14" fmla="*/ 1223741 h 1287984"/>
                <a:gd name="csX15" fmla="*/ 153615 w 294090"/>
                <a:gd name="csY15" fmla="*/ 1235899 h 1287984"/>
                <a:gd name="csX16" fmla="*/ 171090 w 294090"/>
                <a:gd name="csY16" fmla="*/ 1220389 h 1287984"/>
                <a:gd name="csX17" fmla="*/ 182096 w 294090"/>
                <a:gd name="csY17" fmla="*/ 1197191 h 1287984"/>
                <a:gd name="csX18" fmla="*/ 213287 w 294090"/>
                <a:gd name="csY18" fmla="*/ 1183204 h 1287984"/>
                <a:gd name="csX19" fmla="*/ 237399 w 294090"/>
                <a:gd name="csY19" fmla="*/ 1187200 h 1287984"/>
                <a:gd name="csX20" fmla="*/ 205024 w 294090"/>
                <a:gd name="csY20" fmla="*/ 0 h 1287984"/>
                <a:gd name="csX21" fmla="*/ 221618 w 294090"/>
                <a:gd name="csY21" fmla="*/ 23029 h 1287984"/>
                <a:gd name="csX22" fmla="*/ 226122 w 294090"/>
                <a:gd name="csY22" fmla="*/ 47480 h 1287984"/>
                <a:gd name="csX23" fmla="*/ 243901 w 294090"/>
                <a:gd name="csY23" fmla="*/ 61805 h 1287984"/>
                <a:gd name="csX24" fmla="*/ 233234 w 294090"/>
                <a:gd name="csY24" fmla="*/ 94587 h 1287984"/>
                <a:gd name="csX25" fmla="*/ 251420 w 294090"/>
                <a:gd name="csY25" fmla="*/ 132551 h 1287984"/>
                <a:gd name="csX26" fmla="*/ 264695 w 294090"/>
                <a:gd name="csY26" fmla="*/ 179252 h 1287984"/>
                <a:gd name="csX27" fmla="*/ 289112 w 294090"/>
                <a:gd name="csY27" fmla="*/ 174612 h 1287984"/>
                <a:gd name="csX28" fmla="*/ 293244 w 294090"/>
                <a:gd name="csY28" fmla="*/ 183079 h 1287984"/>
                <a:gd name="csX29" fmla="*/ 281628 w 294090"/>
                <a:gd name="csY29" fmla="*/ 218265 h 1287984"/>
                <a:gd name="csX30" fmla="*/ 244714 w 294090"/>
                <a:gd name="csY30" fmla="*/ 234995 h 1287984"/>
                <a:gd name="csX31" fmla="*/ 245798 w 294090"/>
                <a:gd name="csY31" fmla="*/ 291415 h 1287984"/>
                <a:gd name="csX32" fmla="*/ 238720 w 294090"/>
                <a:gd name="csY32" fmla="*/ 302320 h 1287984"/>
                <a:gd name="csX33" fmla="*/ 248846 w 294090"/>
                <a:gd name="csY33" fmla="*/ 315596 h 1287984"/>
                <a:gd name="csX34" fmla="*/ 224971 w 294090"/>
                <a:gd name="csY34" fmla="*/ 336660 h 1287984"/>
                <a:gd name="csX35" fmla="*/ 202788 w 294090"/>
                <a:gd name="csY35" fmla="*/ 368426 h 1287984"/>
                <a:gd name="csX36" fmla="*/ 190664 w 294090"/>
                <a:gd name="csY36" fmla="*/ 399210 h 1287984"/>
                <a:gd name="csX37" fmla="*/ 193882 w 294090"/>
                <a:gd name="csY37" fmla="*/ 431992 h 1287984"/>
                <a:gd name="csX38" fmla="*/ 173020 w 294090"/>
                <a:gd name="csY38" fmla="*/ 466840 h 1287984"/>
                <a:gd name="csX39" fmla="*/ 188633 w 294090"/>
                <a:gd name="csY39" fmla="*/ 525293 h 1287984"/>
                <a:gd name="csX40" fmla="*/ 197404 w 294090"/>
                <a:gd name="csY40" fmla="*/ 531490 h 1287984"/>
                <a:gd name="csX41" fmla="*/ 197336 w 294090"/>
                <a:gd name="csY41" fmla="*/ 562647 h 1287984"/>
                <a:gd name="csX42" fmla="*/ 177999 w 294090"/>
                <a:gd name="csY42" fmla="*/ 595700 h 1287984"/>
                <a:gd name="csX43" fmla="*/ 178778 w 294090"/>
                <a:gd name="csY43" fmla="*/ 623978 h 1287984"/>
                <a:gd name="csX44" fmla="*/ 153141 w 294090"/>
                <a:gd name="csY44" fmla="*/ 646092 h 1287984"/>
                <a:gd name="csX45" fmla="*/ 153243 w 294090"/>
                <a:gd name="csY45" fmla="*/ 677215 h 1287984"/>
                <a:gd name="csX46" fmla="*/ 163538 w 294090"/>
                <a:gd name="csY46" fmla="*/ 710268 h 1287984"/>
                <a:gd name="csX47" fmla="*/ 143252 w 294090"/>
                <a:gd name="csY47" fmla="*/ 722561 h 1287984"/>
                <a:gd name="csX48" fmla="*/ 134210 w 294090"/>
                <a:gd name="csY48" fmla="*/ 752769 h 1287984"/>
                <a:gd name="csX49" fmla="*/ 126252 w 294090"/>
                <a:gd name="csY49" fmla="*/ 787448 h 1287984"/>
                <a:gd name="csX50" fmla="*/ 131975 w 294090"/>
                <a:gd name="csY50" fmla="*/ 828730 h 1287984"/>
                <a:gd name="csX51" fmla="*/ 118361 w 294090"/>
                <a:gd name="csY51" fmla="*/ 835639 h 1287984"/>
                <a:gd name="csX52" fmla="*/ 126286 w 294090"/>
                <a:gd name="csY52" fmla="*/ 874720 h 1287984"/>
                <a:gd name="csX53" fmla="*/ 141559 w 294090"/>
                <a:gd name="csY53" fmla="*/ 887555 h 1287984"/>
                <a:gd name="csX54" fmla="*/ 130383 w 294090"/>
                <a:gd name="csY54" fmla="*/ 901745 h 1287984"/>
                <a:gd name="csX55" fmla="*/ 146097 w 294090"/>
                <a:gd name="csY55" fmla="*/ 908552 h 1287984"/>
                <a:gd name="csX56" fmla="*/ 149721 w 294090"/>
                <a:gd name="csY56" fmla="*/ 921286 h 1287984"/>
                <a:gd name="csX57" fmla="*/ 134955 w 294090"/>
                <a:gd name="csY57" fmla="*/ 927720 h 1287984"/>
                <a:gd name="csX58" fmla="*/ 138579 w 294090"/>
                <a:gd name="csY58" fmla="*/ 947600 h 1287984"/>
                <a:gd name="csX59" fmla="*/ 126218 w 294090"/>
                <a:gd name="csY59" fmla="*/ 992438 h 1287984"/>
                <a:gd name="csX60" fmla="*/ 108269 w 294090"/>
                <a:gd name="csY60" fmla="*/ 1021359 h 1287984"/>
                <a:gd name="csX61" fmla="*/ 112197 w 294090"/>
                <a:gd name="csY61" fmla="*/ 1038462 h 1287984"/>
                <a:gd name="csX62" fmla="*/ 101462 w 294090"/>
                <a:gd name="csY62" fmla="*/ 1059966 h 1287984"/>
                <a:gd name="csX63" fmla="*/ 75487 w 294090"/>
                <a:gd name="csY63" fmla="*/ 1074833 h 1287984"/>
                <a:gd name="csX64" fmla="*/ 78433 w 294090"/>
                <a:gd name="csY64" fmla="*/ 1110765 h 1287984"/>
                <a:gd name="csX65" fmla="*/ 90354 w 294090"/>
                <a:gd name="csY65" fmla="*/ 1123024 h 1287984"/>
                <a:gd name="csX66" fmla="*/ 112909 w 294090"/>
                <a:gd name="csY66" fmla="*/ 1120857 h 1287984"/>
                <a:gd name="csX67" fmla="*/ 112265 w 294090"/>
                <a:gd name="csY67" fmla="*/ 1146222 h 1287984"/>
                <a:gd name="csX68" fmla="*/ 126286 w 294090"/>
                <a:gd name="csY68" fmla="*/ 1165966 h 1287984"/>
                <a:gd name="csX69" fmla="*/ 208139 w 294090"/>
                <a:gd name="csY69" fmla="*/ 1170505 h 1287984"/>
                <a:gd name="csX70" fmla="*/ 239499 w 294090"/>
                <a:gd name="csY70" fmla="*/ 1175787 h 1287984"/>
                <a:gd name="csX71" fmla="*/ 209392 w 294090"/>
                <a:gd name="csY71" fmla="*/ 1175551 h 1287984"/>
                <a:gd name="csX72" fmla="*/ 193069 w 294090"/>
                <a:gd name="csY72" fmla="*/ 1183881 h 1287984"/>
                <a:gd name="csX73" fmla="*/ 162522 w 294090"/>
                <a:gd name="csY73" fmla="*/ 1196107 h 1287984"/>
                <a:gd name="csX74" fmla="*/ 157070 w 294090"/>
                <a:gd name="csY74" fmla="*/ 1227737 h 1287984"/>
                <a:gd name="csX75" fmla="*/ 142710 w 294090"/>
                <a:gd name="csY75" fmla="*/ 1228517 h 1287984"/>
                <a:gd name="csX76" fmla="*/ 104510 w 294090"/>
                <a:gd name="csY76" fmla="*/ 1217510 h 1287984"/>
                <a:gd name="csX77" fmla="*/ 65733 w 294090"/>
                <a:gd name="csY77" fmla="*/ 1193940 h 1287984"/>
                <a:gd name="csX78" fmla="*/ 65733 w 294090"/>
                <a:gd name="csY78" fmla="*/ 1193940 h 1287984"/>
                <a:gd name="csX79" fmla="*/ 23604 w 294090"/>
                <a:gd name="csY79" fmla="*/ 1174568 h 1287984"/>
                <a:gd name="csX80" fmla="*/ 13004 w 294090"/>
                <a:gd name="csY80" fmla="*/ 1153097 h 1287984"/>
                <a:gd name="csX81" fmla="*/ 22588 w 294090"/>
                <a:gd name="csY81" fmla="*/ 1133252 h 1287984"/>
                <a:gd name="csX82" fmla="*/ 5554 w 294090"/>
                <a:gd name="csY82" fmla="*/ 1110731 h 1287984"/>
                <a:gd name="csX83" fmla="*/ 1219 w 294090"/>
                <a:gd name="csY83" fmla="*/ 1053024 h 1287984"/>
                <a:gd name="csX84" fmla="*/ 15612 w 294090"/>
                <a:gd name="csY84" fmla="*/ 1020445 h 1287984"/>
                <a:gd name="csX85" fmla="*/ 51374 w 294090"/>
                <a:gd name="csY85" fmla="*/ 994266 h 1287984"/>
                <a:gd name="csX86" fmla="*/ 0 w 294090"/>
                <a:gd name="csY86" fmla="*/ 984412 h 1287984"/>
                <a:gd name="csX87" fmla="*/ 32240 w 294090"/>
                <a:gd name="csY87" fmla="*/ 954475 h 1287984"/>
                <a:gd name="csX88" fmla="*/ 43755 w 294090"/>
                <a:gd name="csY88" fmla="*/ 898223 h 1287984"/>
                <a:gd name="csX89" fmla="*/ 81413 w 294090"/>
                <a:gd name="csY89" fmla="*/ 910144 h 1287984"/>
                <a:gd name="csX90" fmla="*/ 99091 w 294090"/>
                <a:gd name="csY90" fmla="*/ 839974 h 1287984"/>
                <a:gd name="csX91" fmla="*/ 76367 w 294090"/>
                <a:gd name="csY91" fmla="*/ 830999 h 1287984"/>
                <a:gd name="csX92" fmla="*/ 65801 w 294090"/>
                <a:gd name="csY92" fmla="*/ 873264 h 1287984"/>
                <a:gd name="csX93" fmla="*/ 44432 w 294090"/>
                <a:gd name="csY93" fmla="*/ 868489 h 1287984"/>
                <a:gd name="csX94" fmla="*/ 55066 w 294090"/>
                <a:gd name="csY94" fmla="*/ 820061 h 1287984"/>
                <a:gd name="csX95" fmla="*/ 66614 w 294090"/>
                <a:gd name="csY95" fmla="*/ 757308 h 1287984"/>
                <a:gd name="csX96" fmla="*/ 82158 w 294090"/>
                <a:gd name="csY96" fmla="*/ 734177 h 1287984"/>
                <a:gd name="csX97" fmla="*/ 72405 w 294090"/>
                <a:gd name="csY97" fmla="*/ 701124 h 1287984"/>
                <a:gd name="csX98" fmla="*/ 69628 w 294090"/>
                <a:gd name="csY98" fmla="*/ 662957 h 1287984"/>
                <a:gd name="csX99" fmla="*/ 83886 w 294090"/>
                <a:gd name="csY99" fmla="*/ 661874 h 1287984"/>
                <a:gd name="csX100" fmla="*/ 104679 w 294090"/>
                <a:gd name="csY100" fmla="*/ 607180 h 1287984"/>
                <a:gd name="csX101" fmla="*/ 128080 w 294090"/>
                <a:gd name="csY101" fmla="*/ 552995 h 1287984"/>
                <a:gd name="csX102" fmla="*/ 142439 w 294090"/>
                <a:gd name="csY102" fmla="*/ 502535 h 1287984"/>
                <a:gd name="csX103" fmla="*/ 134617 w 294090"/>
                <a:gd name="csY103" fmla="*/ 451804 h 1287984"/>
                <a:gd name="csX104" fmla="*/ 144742 w 294090"/>
                <a:gd name="csY104" fmla="*/ 423865 h 1287984"/>
                <a:gd name="csX105" fmla="*/ 140679 w 294090"/>
                <a:gd name="csY105" fmla="*/ 382040 h 1287984"/>
                <a:gd name="csX106" fmla="*/ 160490 w 294090"/>
                <a:gd name="csY106" fmla="*/ 340690 h 1287984"/>
                <a:gd name="csX107" fmla="*/ 166586 w 294090"/>
                <a:gd name="csY107" fmla="*/ 275194 h 1287984"/>
                <a:gd name="csX108" fmla="*/ 177457 w 294090"/>
                <a:gd name="csY108" fmla="*/ 204854 h 1287984"/>
                <a:gd name="csX109" fmla="*/ 188057 w 294090"/>
                <a:gd name="csY109" fmla="*/ 129130 h 1287984"/>
                <a:gd name="csX110" fmla="*/ 185585 w 294090"/>
                <a:gd name="csY110" fmla="*/ 73692 h 1287984"/>
                <a:gd name="csX111" fmla="*/ 178507 w 294090"/>
                <a:gd name="csY111" fmla="*/ 26009 h 1287984"/>
                <a:gd name="csX112" fmla="*/ 195947 w 294090"/>
                <a:gd name="csY112" fmla="*/ 17373 h 1287984"/>
                <a:gd name="csX113" fmla="*/ 205024 w 294090"/>
                <a:gd name="csY113" fmla="*/ 0 h 1287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</a:cxnLst>
              <a:rect l="l" t="t" r="r" b="b"/>
              <a:pathLst>
                <a:path w="294090" h="1287984">
                  <a:moveTo>
                    <a:pt x="237399" y="1187200"/>
                  </a:moveTo>
                  <a:lnTo>
                    <a:pt x="237433" y="1262856"/>
                  </a:lnTo>
                  <a:lnTo>
                    <a:pt x="273704" y="1262856"/>
                  </a:lnTo>
                  <a:lnTo>
                    <a:pt x="294091" y="1263771"/>
                  </a:lnTo>
                  <a:lnTo>
                    <a:pt x="282881" y="1277453"/>
                  </a:lnTo>
                  <a:lnTo>
                    <a:pt x="253824" y="1287985"/>
                  </a:lnTo>
                  <a:lnTo>
                    <a:pt x="237196" y="1286901"/>
                  </a:lnTo>
                  <a:lnTo>
                    <a:pt x="217147" y="1284158"/>
                  </a:lnTo>
                  <a:lnTo>
                    <a:pt x="192561" y="1273964"/>
                  </a:lnTo>
                  <a:lnTo>
                    <a:pt x="157070" y="1269088"/>
                  </a:lnTo>
                  <a:lnTo>
                    <a:pt x="114466" y="1250157"/>
                  </a:lnTo>
                  <a:lnTo>
                    <a:pt x="79889" y="1231971"/>
                  </a:lnTo>
                  <a:lnTo>
                    <a:pt x="33222" y="1194007"/>
                  </a:lnTo>
                  <a:lnTo>
                    <a:pt x="61162" y="1201119"/>
                  </a:lnTo>
                  <a:lnTo>
                    <a:pt x="108709" y="1223741"/>
                  </a:lnTo>
                  <a:lnTo>
                    <a:pt x="153615" y="1235899"/>
                  </a:lnTo>
                  <a:lnTo>
                    <a:pt x="171090" y="1220389"/>
                  </a:lnTo>
                  <a:lnTo>
                    <a:pt x="182096" y="1197191"/>
                  </a:lnTo>
                  <a:lnTo>
                    <a:pt x="213287" y="1183204"/>
                  </a:lnTo>
                  <a:lnTo>
                    <a:pt x="237399" y="1187200"/>
                  </a:lnTo>
                  <a:close/>
                  <a:moveTo>
                    <a:pt x="205024" y="0"/>
                  </a:moveTo>
                  <a:lnTo>
                    <a:pt x="221618" y="23029"/>
                  </a:lnTo>
                  <a:lnTo>
                    <a:pt x="226122" y="47480"/>
                  </a:lnTo>
                  <a:lnTo>
                    <a:pt x="243901" y="61805"/>
                  </a:lnTo>
                  <a:lnTo>
                    <a:pt x="233234" y="94587"/>
                  </a:lnTo>
                  <a:lnTo>
                    <a:pt x="251420" y="132551"/>
                  </a:lnTo>
                  <a:lnTo>
                    <a:pt x="264695" y="179252"/>
                  </a:lnTo>
                  <a:lnTo>
                    <a:pt x="289112" y="174612"/>
                  </a:lnTo>
                  <a:lnTo>
                    <a:pt x="293244" y="183079"/>
                  </a:lnTo>
                  <a:lnTo>
                    <a:pt x="281628" y="218265"/>
                  </a:lnTo>
                  <a:lnTo>
                    <a:pt x="244714" y="234995"/>
                  </a:lnTo>
                  <a:lnTo>
                    <a:pt x="245798" y="291415"/>
                  </a:lnTo>
                  <a:lnTo>
                    <a:pt x="238720" y="302320"/>
                  </a:lnTo>
                  <a:lnTo>
                    <a:pt x="248846" y="315596"/>
                  </a:lnTo>
                  <a:lnTo>
                    <a:pt x="224971" y="336660"/>
                  </a:lnTo>
                  <a:lnTo>
                    <a:pt x="202788" y="368426"/>
                  </a:lnTo>
                  <a:lnTo>
                    <a:pt x="190664" y="399210"/>
                  </a:lnTo>
                  <a:lnTo>
                    <a:pt x="193882" y="431992"/>
                  </a:lnTo>
                  <a:lnTo>
                    <a:pt x="173020" y="466840"/>
                  </a:lnTo>
                  <a:lnTo>
                    <a:pt x="188633" y="525293"/>
                  </a:lnTo>
                  <a:lnTo>
                    <a:pt x="197404" y="531490"/>
                  </a:lnTo>
                  <a:lnTo>
                    <a:pt x="197336" y="562647"/>
                  </a:lnTo>
                  <a:lnTo>
                    <a:pt x="177999" y="595700"/>
                  </a:lnTo>
                  <a:lnTo>
                    <a:pt x="178778" y="623978"/>
                  </a:lnTo>
                  <a:lnTo>
                    <a:pt x="153141" y="646092"/>
                  </a:lnTo>
                  <a:lnTo>
                    <a:pt x="153243" y="677215"/>
                  </a:lnTo>
                  <a:lnTo>
                    <a:pt x="163538" y="710268"/>
                  </a:lnTo>
                  <a:lnTo>
                    <a:pt x="143252" y="722561"/>
                  </a:lnTo>
                  <a:lnTo>
                    <a:pt x="134210" y="752769"/>
                  </a:lnTo>
                  <a:lnTo>
                    <a:pt x="126252" y="787448"/>
                  </a:lnTo>
                  <a:lnTo>
                    <a:pt x="131975" y="828730"/>
                  </a:lnTo>
                  <a:lnTo>
                    <a:pt x="118361" y="835639"/>
                  </a:lnTo>
                  <a:lnTo>
                    <a:pt x="126286" y="874720"/>
                  </a:lnTo>
                  <a:lnTo>
                    <a:pt x="141559" y="887555"/>
                  </a:lnTo>
                  <a:lnTo>
                    <a:pt x="130383" y="901745"/>
                  </a:lnTo>
                  <a:lnTo>
                    <a:pt x="146097" y="908552"/>
                  </a:lnTo>
                  <a:lnTo>
                    <a:pt x="149721" y="921286"/>
                  </a:lnTo>
                  <a:lnTo>
                    <a:pt x="134955" y="927720"/>
                  </a:lnTo>
                  <a:lnTo>
                    <a:pt x="138579" y="947600"/>
                  </a:lnTo>
                  <a:lnTo>
                    <a:pt x="126218" y="992438"/>
                  </a:lnTo>
                  <a:lnTo>
                    <a:pt x="108269" y="1021359"/>
                  </a:lnTo>
                  <a:lnTo>
                    <a:pt x="112197" y="1038462"/>
                  </a:lnTo>
                  <a:lnTo>
                    <a:pt x="101462" y="1059966"/>
                  </a:lnTo>
                  <a:lnTo>
                    <a:pt x="75487" y="1074833"/>
                  </a:lnTo>
                  <a:lnTo>
                    <a:pt x="78433" y="1110765"/>
                  </a:lnTo>
                  <a:lnTo>
                    <a:pt x="90354" y="1123024"/>
                  </a:lnTo>
                  <a:lnTo>
                    <a:pt x="112909" y="1120857"/>
                  </a:lnTo>
                  <a:lnTo>
                    <a:pt x="112265" y="1146222"/>
                  </a:lnTo>
                  <a:lnTo>
                    <a:pt x="126286" y="1165966"/>
                  </a:lnTo>
                  <a:lnTo>
                    <a:pt x="208139" y="1170505"/>
                  </a:lnTo>
                  <a:lnTo>
                    <a:pt x="239499" y="1175787"/>
                  </a:lnTo>
                  <a:lnTo>
                    <a:pt x="209392" y="1175551"/>
                  </a:lnTo>
                  <a:lnTo>
                    <a:pt x="193069" y="1183881"/>
                  </a:lnTo>
                  <a:lnTo>
                    <a:pt x="162522" y="1196107"/>
                  </a:lnTo>
                  <a:lnTo>
                    <a:pt x="157070" y="1227737"/>
                  </a:lnTo>
                  <a:lnTo>
                    <a:pt x="142710" y="1228517"/>
                  </a:lnTo>
                  <a:lnTo>
                    <a:pt x="104510" y="1217510"/>
                  </a:lnTo>
                  <a:lnTo>
                    <a:pt x="65733" y="1193940"/>
                  </a:lnTo>
                  <a:lnTo>
                    <a:pt x="65733" y="1193940"/>
                  </a:lnTo>
                  <a:lnTo>
                    <a:pt x="23604" y="1174568"/>
                  </a:lnTo>
                  <a:lnTo>
                    <a:pt x="13004" y="1153097"/>
                  </a:lnTo>
                  <a:lnTo>
                    <a:pt x="22588" y="1133252"/>
                  </a:lnTo>
                  <a:lnTo>
                    <a:pt x="5554" y="1110731"/>
                  </a:lnTo>
                  <a:lnTo>
                    <a:pt x="1219" y="1053024"/>
                  </a:lnTo>
                  <a:lnTo>
                    <a:pt x="15612" y="1020445"/>
                  </a:lnTo>
                  <a:lnTo>
                    <a:pt x="51374" y="994266"/>
                  </a:lnTo>
                  <a:lnTo>
                    <a:pt x="0" y="984412"/>
                  </a:lnTo>
                  <a:lnTo>
                    <a:pt x="32240" y="954475"/>
                  </a:lnTo>
                  <a:lnTo>
                    <a:pt x="43755" y="898223"/>
                  </a:lnTo>
                  <a:lnTo>
                    <a:pt x="81413" y="910144"/>
                  </a:lnTo>
                  <a:lnTo>
                    <a:pt x="99091" y="839974"/>
                  </a:lnTo>
                  <a:lnTo>
                    <a:pt x="76367" y="830999"/>
                  </a:lnTo>
                  <a:lnTo>
                    <a:pt x="65801" y="873264"/>
                  </a:lnTo>
                  <a:lnTo>
                    <a:pt x="44432" y="868489"/>
                  </a:lnTo>
                  <a:lnTo>
                    <a:pt x="55066" y="820061"/>
                  </a:lnTo>
                  <a:lnTo>
                    <a:pt x="66614" y="757308"/>
                  </a:lnTo>
                  <a:lnTo>
                    <a:pt x="82158" y="734177"/>
                  </a:lnTo>
                  <a:lnTo>
                    <a:pt x="72405" y="701124"/>
                  </a:lnTo>
                  <a:lnTo>
                    <a:pt x="69628" y="662957"/>
                  </a:lnTo>
                  <a:lnTo>
                    <a:pt x="83886" y="661874"/>
                  </a:lnTo>
                  <a:lnTo>
                    <a:pt x="104679" y="607180"/>
                  </a:lnTo>
                  <a:lnTo>
                    <a:pt x="128080" y="552995"/>
                  </a:lnTo>
                  <a:lnTo>
                    <a:pt x="142439" y="502535"/>
                  </a:lnTo>
                  <a:lnTo>
                    <a:pt x="134617" y="451804"/>
                  </a:lnTo>
                  <a:lnTo>
                    <a:pt x="144742" y="423865"/>
                  </a:lnTo>
                  <a:lnTo>
                    <a:pt x="140679" y="382040"/>
                  </a:lnTo>
                  <a:lnTo>
                    <a:pt x="160490" y="340690"/>
                  </a:lnTo>
                  <a:lnTo>
                    <a:pt x="166586" y="275194"/>
                  </a:lnTo>
                  <a:lnTo>
                    <a:pt x="177457" y="204854"/>
                  </a:lnTo>
                  <a:lnTo>
                    <a:pt x="188057" y="129130"/>
                  </a:lnTo>
                  <a:lnTo>
                    <a:pt x="185585" y="73692"/>
                  </a:lnTo>
                  <a:lnTo>
                    <a:pt x="178507" y="26009"/>
                  </a:lnTo>
                  <a:lnTo>
                    <a:pt x="195947" y="17373"/>
                  </a:lnTo>
                  <a:lnTo>
                    <a:pt x="205024" y="0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297E80EF-3960-F5E2-79AB-D9CFD6700134}"/>
                </a:ext>
              </a:extLst>
            </p:cNvPr>
            <p:cNvSpPr/>
            <p:nvPr/>
          </p:nvSpPr>
          <p:spPr>
            <a:xfrm>
              <a:off x="6508401" y="3251001"/>
              <a:ext cx="643179" cy="626957"/>
            </a:xfrm>
            <a:custGeom>
              <a:avLst/>
              <a:gdLst>
                <a:gd name="csX0" fmla="*/ 581069 w 643179"/>
                <a:gd name="csY0" fmla="*/ 330395 h 626957"/>
                <a:gd name="csX1" fmla="*/ 587166 w 643179"/>
                <a:gd name="csY1" fmla="*/ 361551 h 626957"/>
                <a:gd name="csX2" fmla="*/ 583779 w 643179"/>
                <a:gd name="csY2" fmla="*/ 379162 h 626957"/>
                <a:gd name="csX3" fmla="*/ 590552 w 643179"/>
                <a:gd name="csY3" fmla="*/ 398804 h 626957"/>
                <a:gd name="csX4" fmla="*/ 610194 w 643179"/>
                <a:gd name="csY4" fmla="*/ 417769 h 626957"/>
                <a:gd name="csX5" fmla="*/ 628482 w 643179"/>
                <a:gd name="csY5" fmla="*/ 460439 h 626957"/>
                <a:gd name="csX6" fmla="*/ 628482 w 643179"/>
                <a:gd name="csY6" fmla="*/ 460439 h 626957"/>
                <a:gd name="csX7" fmla="*/ 615138 w 643179"/>
                <a:gd name="csY7" fmla="*/ 456985 h 626957"/>
                <a:gd name="csX8" fmla="*/ 569657 w 643179"/>
                <a:gd name="csY8" fmla="*/ 462709 h 626957"/>
                <a:gd name="csX9" fmla="*/ 560581 w 643179"/>
                <a:gd name="csY9" fmla="*/ 466773 h 626957"/>
                <a:gd name="csX10" fmla="*/ 550929 w 643179"/>
                <a:gd name="csY10" fmla="*/ 488379 h 626957"/>
                <a:gd name="csX11" fmla="*/ 558515 w 643179"/>
                <a:gd name="csY11" fmla="*/ 503314 h 626957"/>
                <a:gd name="csX12" fmla="*/ 552487 w 643179"/>
                <a:gd name="csY12" fmla="*/ 543411 h 626957"/>
                <a:gd name="csX13" fmla="*/ 548287 w 643179"/>
                <a:gd name="csY13" fmla="*/ 577412 h 626957"/>
                <a:gd name="csX14" fmla="*/ 557431 w 643179"/>
                <a:gd name="csY14" fmla="*/ 583440 h 626957"/>
                <a:gd name="csX15" fmla="*/ 581137 w 643179"/>
                <a:gd name="csY15" fmla="*/ 596614 h 626957"/>
                <a:gd name="csX16" fmla="*/ 590416 w 643179"/>
                <a:gd name="csY16" fmla="*/ 590451 h 626957"/>
                <a:gd name="csX17" fmla="*/ 593261 w 643179"/>
                <a:gd name="csY17" fmla="*/ 626958 h 626957"/>
                <a:gd name="csX18" fmla="*/ 567320 w 643179"/>
                <a:gd name="csY18" fmla="*/ 626687 h 626957"/>
                <a:gd name="csX19" fmla="*/ 553435 w 643179"/>
                <a:gd name="csY19" fmla="*/ 608061 h 626957"/>
                <a:gd name="csX20" fmla="*/ 540938 w 643179"/>
                <a:gd name="csY20" fmla="*/ 593600 h 626957"/>
                <a:gd name="csX21" fmla="*/ 514998 w 643179"/>
                <a:gd name="csY21" fmla="*/ 588893 h 626957"/>
                <a:gd name="csX22" fmla="*/ 507378 w 643179"/>
                <a:gd name="csY22" fmla="*/ 571147 h 626957"/>
                <a:gd name="csX23" fmla="*/ 486685 w 643179"/>
                <a:gd name="csY23" fmla="*/ 581815 h 626957"/>
                <a:gd name="csX24" fmla="*/ 459559 w 643179"/>
                <a:gd name="csY24" fmla="*/ 577108 h 626957"/>
                <a:gd name="csX25" fmla="*/ 448248 w 643179"/>
                <a:gd name="csY25" fmla="*/ 561732 h 626957"/>
                <a:gd name="csX26" fmla="*/ 426743 w 643179"/>
                <a:gd name="csY26" fmla="*/ 558617 h 626957"/>
                <a:gd name="csX27" fmla="*/ 410894 w 643179"/>
                <a:gd name="csY27" fmla="*/ 559429 h 626957"/>
                <a:gd name="csX28" fmla="*/ 408930 w 643179"/>
                <a:gd name="csY28" fmla="*/ 548897 h 626957"/>
                <a:gd name="csX29" fmla="*/ 397246 w 643179"/>
                <a:gd name="csY29" fmla="*/ 548051 h 626957"/>
                <a:gd name="csX30" fmla="*/ 381837 w 643179"/>
                <a:gd name="csY30" fmla="*/ 546052 h 626957"/>
                <a:gd name="csX31" fmla="*/ 360840 w 643179"/>
                <a:gd name="csY31" fmla="*/ 551132 h 626957"/>
                <a:gd name="csX32" fmla="*/ 346142 w 643179"/>
                <a:gd name="csY32" fmla="*/ 550286 h 626957"/>
                <a:gd name="csX33" fmla="*/ 337744 w 643179"/>
                <a:gd name="csY33" fmla="*/ 553401 h 626957"/>
                <a:gd name="csX34" fmla="*/ 339572 w 643179"/>
                <a:gd name="csY34" fmla="*/ 513101 h 626957"/>
                <a:gd name="csX35" fmla="*/ 328261 w 643179"/>
                <a:gd name="csY35" fmla="*/ 500537 h 626957"/>
                <a:gd name="csX36" fmla="*/ 325789 w 643179"/>
                <a:gd name="csY36" fmla="*/ 479709 h 626957"/>
                <a:gd name="csX37" fmla="*/ 330767 w 643179"/>
                <a:gd name="csY37" fmla="*/ 459288 h 626957"/>
                <a:gd name="csX38" fmla="*/ 323893 w 643179"/>
                <a:gd name="csY38" fmla="*/ 446216 h 626957"/>
                <a:gd name="csX39" fmla="*/ 323283 w 643179"/>
                <a:gd name="csY39" fmla="*/ 424914 h 626957"/>
                <a:gd name="csX40" fmla="*/ 282204 w 643179"/>
                <a:gd name="csY40" fmla="*/ 425219 h 626957"/>
                <a:gd name="csX41" fmla="*/ 285150 w 643179"/>
                <a:gd name="csY41" fmla="*/ 412994 h 626957"/>
                <a:gd name="csX42" fmla="*/ 267878 w 643179"/>
                <a:gd name="csY42" fmla="*/ 413129 h 626957"/>
                <a:gd name="csX43" fmla="*/ 266049 w 643179"/>
                <a:gd name="csY43" fmla="*/ 418988 h 626957"/>
                <a:gd name="csX44" fmla="*/ 245053 w 643179"/>
                <a:gd name="csY44" fmla="*/ 420309 h 626957"/>
                <a:gd name="csX45" fmla="*/ 236553 w 643179"/>
                <a:gd name="csY45" fmla="*/ 440052 h 626957"/>
                <a:gd name="csX46" fmla="*/ 231473 w 643179"/>
                <a:gd name="csY46" fmla="*/ 448519 h 626957"/>
                <a:gd name="csX47" fmla="*/ 212745 w 643179"/>
                <a:gd name="csY47" fmla="*/ 443744 h 626957"/>
                <a:gd name="csX48" fmla="*/ 201569 w 643179"/>
                <a:gd name="csY48" fmla="*/ 448519 h 626957"/>
                <a:gd name="csX49" fmla="*/ 179184 w 643179"/>
                <a:gd name="csY49" fmla="*/ 451262 h 626957"/>
                <a:gd name="csX50" fmla="*/ 166213 w 643179"/>
                <a:gd name="csY50" fmla="*/ 433550 h 626957"/>
                <a:gd name="csX51" fmla="*/ 158424 w 643179"/>
                <a:gd name="csY51" fmla="*/ 422578 h 626957"/>
                <a:gd name="csX52" fmla="*/ 148705 w 643179"/>
                <a:gd name="csY52" fmla="*/ 402292 h 626957"/>
                <a:gd name="csX53" fmla="*/ 140373 w 643179"/>
                <a:gd name="csY53" fmla="*/ 377028 h 626957"/>
                <a:gd name="csX54" fmla="*/ 40436 w 643179"/>
                <a:gd name="csY54" fmla="*/ 376588 h 626957"/>
                <a:gd name="csX55" fmla="*/ 28548 w 643179"/>
                <a:gd name="csY55" fmla="*/ 380652 h 626957"/>
                <a:gd name="csX56" fmla="*/ 18728 w 643179"/>
                <a:gd name="csY56" fmla="*/ 380042 h 626957"/>
                <a:gd name="csX57" fmla="*/ 4741 w 643179"/>
                <a:gd name="csY57" fmla="*/ 384580 h 626957"/>
                <a:gd name="csX58" fmla="*/ 0 w 643179"/>
                <a:gd name="csY58" fmla="*/ 374082 h 626957"/>
                <a:gd name="csX59" fmla="*/ 8635 w 643179"/>
                <a:gd name="csY59" fmla="*/ 370492 h 626957"/>
                <a:gd name="csX60" fmla="*/ 9685 w 643179"/>
                <a:gd name="csY60" fmla="*/ 355727 h 626957"/>
                <a:gd name="csX61" fmla="*/ 15240 w 643179"/>
                <a:gd name="csY61" fmla="*/ 347023 h 626957"/>
                <a:gd name="csX62" fmla="*/ 27567 w 643179"/>
                <a:gd name="csY62" fmla="*/ 339911 h 626957"/>
                <a:gd name="csX63" fmla="*/ 36439 w 643179"/>
                <a:gd name="csY63" fmla="*/ 343366 h 626957"/>
                <a:gd name="csX64" fmla="*/ 48022 w 643179"/>
                <a:gd name="csY64" fmla="*/ 330395 h 626957"/>
                <a:gd name="csX65" fmla="*/ 66479 w 643179"/>
                <a:gd name="csY65" fmla="*/ 330734 h 626957"/>
                <a:gd name="csX66" fmla="*/ 68646 w 643179"/>
                <a:gd name="csY66" fmla="*/ 340318 h 626957"/>
                <a:gd name="csX67" fmla="*/ 81311 w 643179"/>
                <a:gd name="csY67" fmla="*/ 346312 h 626957"/>
                <a:gd name="csX68" fmla="*/ 101225 w 643179"/>
                <a:gd name="csY68" fmla="*/ 325112 h 626957"/>
                <a:gd name="csX69" fmla="*/ 120968 w 643179"/>
                <a:gd name="csY69" fmla="*/ 308552 h 626957"/>
                <a:gd name="csX70" fmla="*/ 129503 w 643179"/>
                <a:gd name="csY70" fmla="*/ 297714 h 626957"/>
                <a:gd name="csX71" fmla="*/ 128385 w 643179"/>
                <a:gd name="csY71" fmla="*/ 269843 h 626957"/>
                <a:gd name="csX72" fmla="*/ 143083 w 643179"/>
                <a:gd name="csY72" fmla="*/ 236959 h 626957"/>
                <a:gd name="csX73" fmla="*/ 158594 w 643179"/>
                <a:gd name="csY73" fmla="*/ 219518 h 626957"/>
                <a:gd name="csX74" fmla="*/ 180911 w 643179"/>
                <a:gd name="csY74" fmla="*/ 203195 h 626957"/>
                <a:gd name="csX75" fmla="*/ 184806 w 643179"/>
                <a:gd name="csY75" fmla="*/ 192392 h 626957"/>
                <a:gd name="csX76" fmla="*/ 185652 w 643179"/>
                <a:gd name="csY76" fmla="*/ 179963 h 626957"/>
                <a:gd name="csX77" fmla="*/ 191172 w 643179"/>
                <a:gd name="csY77" fmla="*/ 168211 h 626957"/>
                <a:gd name="csX78" fmla="*/ 189378 w 643179"/>
                <a:gd name="csY78" fmla="*/ 149009 h 626957"/>
                <a:gd name="csX79" fmla="*/ 193611 w 643179"/>
                <a:gd name="csY79" fmla="*/ 119005 h 626957"/>
                <a:gd name="csX80" fmla="*/ 200214 w 643179"/>
                <a:gd name="csY80" fmla="*/ 97872 h 626957"/>
                <a:gd name="csX81" fmla="*/ 210374 w 643179"/>
                <a:gd name="csY81" fmla="*/ 79788 h 626957"/>
                <a:gd name="csX82" fmla="*/ 212372 w 643179"/>
                <a:gd name="csY82" fmla="*/ 59333 h 626957"/>
                <a:gd name="csX83" fmla="*/ 215420 w 643179"/>
                <a:gd name="csY83" fmla="*/ 35694 h 626957"/>
                <a:gd name="csX84" fmla="*/ 228594 w 643179"/>
                <a:gd name="csY84" fmla="*/ 18491 h 626957"/>
                <a:gd name="csX85" fmla="*/ 246746 w 643179"/>
                <a:gd name="csY85" fmla="*/ 7586 h 626957"/>
                <a:gd name="csX86" fmla="*/ 274618 w 643179"/>
                <a:gd name="csY86" fmla="*/ 19100 h 626957"/>
                <a:gd name="csX87" fmla="*/ 296190 w 643179"/>
                <a:gd name="csY87" fmla="*/ 31597 h 626957"/>
                <a:gd name="csX88" fmla="*/ 320946 w 643179"/>
                <a:gd name="csY88" fmla="*/ 34949 h 626957"/>
                <a:gd name="csX89" fmla="*/ 346210 w 643179"/>
                <a:gd name="csY89" fmla="*/ 41553 h 626957"/>
                <a:gd name="csX90" fmla="*/ 356336 w 643179"/>
                <a:gd name="csY90" fmla="*/ 21098 h 626957"/>
                <a:gd name="csX91" fmla="*/ 360976 w 643179"/>
                <a:gd name="csY91" fmla="*/ 18491 h 626957"/>
                <a:gd name="csX92" fmla="*/ 376418 w 643179"/>
                <a:gd name="csY92" fmla="*/ 21877 h 626957"/>
                <a:gd name="csX93" fmla="*/ 414145 w 643179"/>
                <a:gd name="csY93" fmla="*/ 4978 h 626957"/>
                <a:gd name="csX94" fmla="*/ 427488 w 643179"/>
                <a:gd name="csY94" fmla="*/ 12158 h 626957"/>
                <a:gd name="csX95" fmla="*/ 438460 w 643179"/>
                <a:gd name="csY95" fmla="*/ 11142 h 626957"/>
                <a:gd name="csX96" fmla="*/ 443541 w 643179"/>
                <a:gd name="csY96" fmla="*/ 2912 h 626957"/>
                <a:gd name="csX97" fmla="*/ 456104 w 643179"/>
                <a:gd name="csY97" fmla="*/ 0 h 626957"/>
                <a:gd name="csX98" fmla="*/ 481606 w 643179"/>
                <a:gd name="csY98" fmla="*/ 3556 h 626957"/>
                <a:gd name="csX99" fmla="*/ 503314 w 643179"/>
                <a:gd name="csY99" fmla="*/ 4335 h 626957"/>
                <a:gd name="csX100" fmla="*/ 514489 w 643179"/>
                <a:gd name="csY100" fmla="*/ 745 h 626957"/>
                <a:gd name="csX101" fmla="*/ 535012 w 643179"/>
                <a:gd name="csY101" fmla="*/ 28718 h 626957"/>
                <a:gd name="csX102" fmla="*/ 550218 w 643179"/>
                <a:gd name="csY102" fmla="*/ 32816 h 626957"/>
                <a:gd name="csX103" fmla="*/ 559294 w 643179"/>
                <a:gd name="csY103" fmla="*/ 27126 h 626957"/>
                <a:gd name="csX104" fmla="*/ 574940 w 643179"/>
                <a:gd name="csY104" fmla="*/ 29362 h 626957"/>
                <a:gd name="csX105" fmla="*/ 593803 w 643179"/>
                <a:gd name="csY105" fmla="*/ 22182 h 626957"/>
                <a:gd name="csX106" fmla="*/ 601829 w 643179"/>
                <a:gd name="csY106" fmla="*/ 36643 h 626957"/>
                <a:gd name="csX107" fmla="*/ 631665 w 643179"/>
                <a:gd name="csY107" fmla="*/ 59163 h 626957"/>
                <a:gd name="csX108" fmla="*/ 631665 w 643179"/>
                <a:gd name="csY108" fmla="*/ 59163 h 626957"/>
                <a:gd name="csX109" fmla="*/ 629599 w 643179"/>
                <a:gd name="csY109" fmla="*/ 98753 h 626957"/>
                <a:gd name="csX110" fmla="*/ 643179 w 643179"/>
                <a:gd name="csY110" fmla="*/ 103358 h 626957"/>
                <a:gd name="csX111" fmla="*/ 632308 w 643179"/>
                <a:gd name="csY111" fmla="*/ 115381 h 626957"/>
                <a:gd name="csX112" fmla="*/ 619304 w 643179"/>
                <a:gd name="csY112" fmla="*/ 124355 h 626957"/>
                <a:gd name="csX113" fmla="*/ 606333 w 643179"/>
                <a:gd name="csY113" fmla="*/ 142033 h 626957"/>
                <a:gd name="csX114" fmla="*/ 599222 w 643179"/>
                <a:gd name="csY114" fmla="*/ 157781 h 626957"/>
                <a:gd name="csX115" fmla="*/ 597325 w 643179"/>
                <a:gd name="csY115" fmla="*/ 184941 h 626957"/>
                <a:gd name="csX116" fmla="*/ 589468 w 643179"/>
                <a:gd name="csY116" fmla="*/ 197878 h 626957"/>
                <a:gd name="csX117" fmla="*/ 589163 w 643179"/>
                <a:gd name="csY117" fmla="*/ 223413 h 626957"/>
                <a:gd name="csX118" fmla="*/ 579444 w 643179"/>
                <a:gd name="csY118" fmla="*/ 232861 h 626957"/>
                <a:gd name="csX119" fmla="*/ 578191 w 643179"/>
                <a:gd name="csY119" fmla="*/ 253011 h 626957"/>
                <a:gd name="csX120" fmla="*/ 573518 w 643179"/>
                <a:gd name="csY120" fmla="*/ 255619 h 626957"/>
                <a:gd name="csX121" fmla="*/ 570402 w 643179"/>
                <a:gd name="csY121" fmla="*/ 274144 h 626957"/>
                <a:gd name="csX122" fmla="*/ 578902 w 643179"/>
                <a:gd name="csY122" fmla="*/ 289553 h 626957"/>
                <a:gd name="csX123" fmla="*/ 581069 w 643179"/>
                <a:gd name="csY123" fmla="*/ 330395 h 626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</a:cxnLst>
              <a:rect l="l" t="t" r="r" b="b"/>
              <a:pathLst>
                <a:path w="643179" h="626957">
                  <a:moveTo>
                    <a:pt x="581069" y="330395"/>
                  </a:moveTo>
                  <a:lnTo>
                    <a:pt x="587166" y="361551"/>
                  </a:lnTo>
                  <a:lnTo>
                    <a:pt x="583779" y="379162"/>
                  </a:lnTo>
                  <a:lnTo>
                    <a:pt x="590552" y="398804"/>
                  </a:lnTo>
                  <a:lnTo>
                    <a:pt x="610194" y="417769"/>
                  </a:lnTo>
                  <a:lnTo>
                    <a:pt x="628482" y="460439"/>
                  </a:lnTo>
                  <a:lnTo>
                    <a:pt x="628482" y="460439"/>
                  </a:lnTo>
                  <a:lnTo>
                    <a:pt x="615138" y="456985"/>
                  </a:lnTo>
                  <a:lnTo>
                    <a:pt x="569657" y="462709"/>
                  </a:lnTo>
                  <a:lnTo>
                    <a:pt x="560581" y="466773"/>
                  </a:lnTo>
                  <a:lnTo>
                    <a:pt x="550929" y="488379"/>
                  </a:lnTo>
                  <a:lnTo>
                    <a:pt x="558515" y="503314"/>
                  </a:lnTo>
                  <a:lnTo>
                    <a:pt x="552487" y="543411"/>
                  </a:lnTo>
                  <a:lnTo>
                    <a:pt x="548287" y="577412"/>
                  </a:lnTo>
                  <a:lnTo>
                    <a:pt x="557431" y="583440"/>
                  </a:lnTo>
                  <a:lnTo>
                    <a:pt x="581137" y="596614"/>
                  </a:lnTo>
                  <a:lnTo>
                    <a:pt x="590416" y="590451"/>
                  </a:lnTo>
                  <a:lnTo>
                    <a:pt x="593261" y="626958"/>
                  </a:lnTo>
                  <a:lnTo>
                    <a:pt x="567320" y="626687"/>
                  </a:lnTo>
                  <a:lnTo>
                    <a:pt x="553435" y="608061"/>
                  </a:lnTo>
                  <a:lnTo>
                    <a:pt x="540938" y="593600"/>
                  </a:lnTo>
                  <a:lnTo>
                    <a:pt x="514998" y="588893"/>
                  </a:lnTo>
                  <a:lnTo>
                    <a:pt x="507378" y="571147"/>
                  </a:lnTo>
                  <a:lnTo>
                    <a:pt x="486685" y="581815"/>
                  </a:lnTo>
                  <a:lnTo>
                    <a:pt x="459559" y="577108"/>
                  </a:lnTo>
                  <a:lnTo>
                    <a:pt x="448248" y="561732"/>
                  </a:lnTo>
                  <a:lnTo>
                    <a:pt x="426743" y="558617"/>
                  </a:lnTo>
                  <a:lnTo>
                    <a:pt x="410894" y="559429"/>
                  </a:lnTo>
                  <a:lnTo>
                    <a:pt x="408930" y="548897"/>
                  </a:lnTo>
                  <a:lnTo>
                    <a:pt x="397246" y="548051"/>
                  </a:lnTo>
                  <a:lnTo>
                    <a:pt x="381837" y="546052"/>
                  </a:lnTo>
                  <a:lnTo>
                    <a:pt x="360840" y="551132"/>
                  </a:lnTo>
                  <a:lnTo>
                    <a:pt x="346142" y="550286"/>
                  </a:lnTo>
                  <a:lnTo>
                    <a:pt x="337744" y="553401"/>
                  </a:lnTo>
                  <a:lnTo>
                    <a:pt x="339572" y="513101"/>
                  </a:lnTo>
                  <a:lnTo>
                    <a:pt x="328261" y="500537"/>
                  </a:lnTo>
                  <a:lnTo>
                    <a:pt x="325789" y="479709"/>
                  </a:lnTo>
                  <a:lnTo>
                    <a:pt x="330767" y="459288"/>
                  </a:lnTo>
                  <a:lnTo>
                    <a:pt x="323893" y="446216"/>
                  </a:lnTo>
                  <a:lnTo>
                    <a:pt x="323283" y="424914"/>
                  </a:lnTo>
                  <a:lnTo>
                    <a:pt x="282204" y="425219"/>
                  </a:lnTo>
                  <a:lnTo>
                    <a:pt x="285150" y="412994"/>
                  </a:lnTo>
                  <a:lnTo>
                    <a:pt x="267878" y="413129"/>
                  </a:lnTo>
                  <a:lnTo>
                    <a:pt x="266049" y="418988"/>
                  </a:lnTo>
                  <a:lnTo>
                    <a:pt x="245053" y="420309"/>
                  </a:lnTo>
                  <a:lnTo>
                    <a:pt x="236553" y="440052"/>
                  </a:lnTo>
                  <a:lnTo>
                    <a:pt x="231473" y="448519"/>
                  </a:lnTo>
                  <a:lnTo>
                    <a:pt x="212745" y="443744"/>
                  </a:lnTo>
                  <a:lnTo>
                    <a:pt x="201569" y="448519"/>
                  </a:lnTo>
                  <a:lnTo>
                    <a:pt x="179184" y="451262"/>
                  </a:lnTo>
                  <a:lnTo>
                    <a:pt x="166213" y="433550"/>
                  </a:lnTo>
                  <a:lnTo>
                    <a:pt x="158424" y="422578"/>
                  </a:lnTo>
                  <a:lnTo>
                    <a:pt x="148705" y="402292"/>
                  </a:lnTo>
                  <a:lnTo>
                    <a:pt x="140373" y="377028"/>
                  </a:lnTo>
                  <a:lnTo>
                    <a:pt x="40436" y="376588"/>
                  </a:lnTo>
                  <a:lnTo>
                    <a:pt x="28548" y="380652"/>
                  </a:lnTo>
                  <a:lnTo>
                    <a:pt x="18728" y="380042"/>
                  </a:lnTo>
                  <a:lnTo>
                    <a:pt x="4741" y="384580"/>
                  </a:lnTo>
                  <a:lnTo>
                    <a:pt x="0" y="374082"/>
                  </a:lnTo>
                  <a:lnTo>
                    <a:pt x="8635" y="370492"/>
                  </a:lnTo>
                  <a:lnTo>
                    <a:pt x="9685" y="355727"/>
                  </a:lnTo>
                  <a:lnTo>
                    <a:pt x="15240" y="347023"/>
                  </a:lnTo>
                  <a:lnTo>
                    <a:pt x="27567" y="339911"/>
                  </a:lnTo>
                  <a:lnTo>
                    <a:pt x="36439" y="343366"/>
                  </a:lnTo>
                  <a:lnTo>
                    <a:pt x="48022" y="330395"/>
                  </a:lnTo>
                  <a:lnTo>
                    <a:pt x="66479" y="330734"/>
                  </a:lnTo>
                  <a:lnTo>
                    <a:pt x="68646" y="340318"/>
                  </a:lnTo>
                  <a:lnTo>
                    <a:pt x="81311" y="346312"/>
                  </a:lnTo>
                  <a:lnTo>
                    <a:pt x="101225" y="325112"/>
                  </a:lnTo>
                  <a:lnTo>
                    <a:pt x="120968" y="308552"/>
                  </a:lnTo>
                  <a:lnTo>
                    <a:pt x="129503" y="297714"/>
                  </a:lnTo>
                  <a:lnTo>
                    <a:pt x="128385" y="269843"/>
                  </a:lnTo>
                  <a:lnTo>
                    <a:pt x="143083" y="236959"/>
                  </a:lnTo>
                  <a:lnTo>
                    <a:pt x="158594" y="219518"/>
                  </a:lnTo>
                  <a:lnTo>
                    <a:pt x="180911" y="203195"/>
                  </a:lnTo>
                  <a:lnTo>
                    <a:pt x="184806" y="192392"/>
                  </a:lnTo>
                  <a:lnTo>
                    <a:pt x="185652" y="179963"/>
                  </a:lnTo>
                  <a:lnTo>
                    <a:pt x="191172" y="168211"/>
                  </a:lnTo>
                  <a:lnTo>
                    <a:pt x="189378" y="149009"/>
                  </a:lnTo>
                  <a:lnTo>
                    <a:pt x="193611" y="119005"/>
                  </a:lnTo>
                  <a:lnTo>
                    <a:pt x="200214" y="97872"/>
                  </a:lnTo>
                  <a:lnTo>
                    <a:pt x="210374" y="79788"/>
                  </a:lnTo>
                  <a:lnTo>
                    <a:pt x="212372" y="59333"/>
                  </a:lnTo>
                  <a:lnTo>
                    <a:pt x="215420" y="35694"/>
                  </a:lnTo>
                  <a:lnTo>
                    <a:pt x="228594" y="18491"/>
                  </a:lnTo>
                  <a:lnTo>
                    <a:pt x="246746" y="7586"/>
                  </a:lnTo>
                  <a:lnTo>
                    <a:pt x="274618" y="19100"/>
                  </a:lnTo>
                  <a:lnTo>
                    <a:pt x="296190" y="31597"/>
                  </a:lnTo>
                  <a:lnTo>
                    <a:pt x="320946" y="34949"/>
                  </a:lnTo>
                  <a:lnTo>
                    <a:pt x="346210" y="41553"/>
                  </a:lnTo>
                  <a:lnTo>
                    <a:pt x="356336" y="21098"/>
                  </a:lnTo>
                  <a:lnTo>
                    <a:pt x="360976" y="18491"/>
                  </a:lnTo>
                  <a:lnTo>
                    <a:pt x="376418" y="21877"/>
                  </a:lnTo>
                  <a:lnTo>
                    <a:pt x="414145" y="4978"/>
                  </a:lnTo>
                  <a:lnTo>
                    <a:pt x="427488" y="12158"/>
                  </a:lnTo>
                  <a:lnTo>
                    <a:pt x="438460" y="11142"/>
                  </a:lnTo>
                  <a:lnTo>
                    <a:pt x="443541" y="2912"/>
                  </a:lnTo>
                  <a:lnTo>
                    <a:pt x="456104" y="0"/>
                  </a:lnTo>
                  <a:lnTo>
                    <a:pt x="481606" y="3556"/>
                  </a:lnTo>
                  <a:lnTo>
                    <a:pt x="503314" y="4335"/>
                  </a:lnTo>
                  <a:lnTo>
                    <a:pt x="514489" y="745"/>
                  </a:lnTo>
                  <a:lnTo>
                    <a:pt x="535012" y="28718"/>
                  </a:lnTo>
                  <a:lnTo>
                    <a:pt x="550218" y="32816"/>
                  </a:lnTo>
                  <a:lnTo>
                    <a:pt x="559294" y="27126"/>
                  </a:lnTo>
                  <a:lnTo>
                    <a:pt x="574940" y="29362"/>
                  </a:lnTo>
                  <a:lnTo>
                    <a:pt x="593803" y="22182"/>
                  </a:lnTo>
                  <a:lnTo>
                    <a:pt x="601829" y="36643"/>
                  </a:lnTo>
                  <a:lnTo>
                    <a:pt x="631665" y="59163"/>
                  </a:lnTo>
                  <a:lnTo>
                    <a:pt x="631665" y="59163"/>
                  </a:lnTo>
                  <a:lnTo>
                    <a:pt x="629599" y="98753"/>
                  </a:lnTo>
                  <a:lnTo>
                    <a:pt x="643179" y="103358"/>
                  </a:lnTo>
                  <a:lnTo>
                    <a:pt x="632308" y="115381"/>
                  </a:lnTo>
                  <a:lnTo>
                    <a:pt x="619304" y="124355"/>
                  </a:lnTo>
                  <a:lnTo>
                    <a:pt x="606333" y="142033"/>
                  </a:lnTo>
                  <a:lnTo>
                    <a:pt x="599222" y="157781"/>
                  </a:lnTo>
                  <a:lnTo>
                    <a:pt x="597325" y="184941"/>
                  </a:lnTo>
                  <a:lnTo>
                    <a:pt x="589468" y="197878"/>
                  </a:lnTo>
                  <a:lnTo>
                    <a:pt x="589163" y="223413"/>
                  </a:lnTo>
                  <a:lnTo>
                    <a:pt x="579444" y="232861"/>
                  </a:lnTo>
                  <a:lnTo>
                    <a:pt x="578191" y="253011"/>
                  </a:lnTo>
                  <a:lnTo>
                    <a:pt x="573518" y="255619"/>
                  </a:lnTo>
                  <a:lnTo>
                    <a:pt x="570402" y="274144"/>
                  </a:lnTo>
                  <a:lnTo>
                    <a:pt x="578902" y="289553"/>
                  </a:lnTo>
                  <a:lnTo>
                    <a:pt x="581069" y="33039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C7311D37-E151-8904-D581-C7C44C0C6777}"/>
                </a:ext>
              </a:extLst>
            </p:cNvPr>
            <p:cNvSpPr/>
            <p:nvPr/>
          </p:nvSpPr>
          <p:spPr>
            <a:xfrm>
              <a:off x="7483702" y="3021763"/>
              <a:ext cx="343839" cy="464232"/>
            </a:xfrm>
            <a:custGeom>
              <a:avLst/>
              <a:gdLst>
                <a:gd name="csX0" fmla="*/ 20455 w 343839"/>
                <a:gd name="csY0" fmla="*/ 464233 h 464232"/>
                <a:gd name="csX1" fmla="*/ 406 w 343839"/>
                <a:gd name="csY1" fmla="*/ 436294 h 464232"/>
                <a:gd name="csX2" fmla="*/ 0 w 343839"/>
                <a:gd name="csY2" fmla="*/ 312920 h 464232"/>
                <a:gd name="csX3" fmla="*/ 29598 w 343839"/>
                <a:gd name="csY3" fmla="*/ 274516 h 464232"/>
                <a:gd name="csX4" fmla="*/ 38878 w 343839"/>
                <a:gd name="csY4" fmla="*/ 263849 h 464232"/>
                <a:gd name="csX5" fmla="*/ 60586 w 343839"/>
                <a:gd name="csY5" fmla="*/ 263205 h 464232"/>
                <a:gd name="csX6" fmla="*/ 90760 w 343839"/>
                <a:gd name="csY6" fmla="*/ 239330 h 464232"/>
                <a:gd name="csX7" fmla="*/ 134888 w 343839"/>
                <a:gd name="csY7" fmla="*/ 237840 h 464232"/>
                <a:gd name="csX8" fmla="*/ 230558 w 343839"/>
                <a:gd name="csY8" fmla="*/ 136208 h 464232"/>
                <a:gd name="csX9" fmla="*/ 254197 w 343839"/>
                <a:gd name="csY9" fmla="*/ 107931 h 464232"/>
                <a:gd name="csX10" fmla="*/ 269470 w 343839"/>
                <a:gd name="csY10" fmla="*/ 87137 h 464232"/>
                <a:gd name="csX11" fmla="*/ 269470 w 343839"/>
                <a:gd name="csY11" fmla="*/ 69459 h 464232"/>
                <a:gd name="csX12" fmla="*/ 269470 w 343839"/>
                <a:gd name="csY12" fmla="*/ 35322 h 464232"/>
                <a:gd name="csX13" fmla="*/ 269606 w 343839"/>
                <a:gd name="csY13" fmla="*/ 21369 h 464232"/>
                <a:gd name="csX14" fmla="*/ 269809 w 343839"/>
                <a:gd name="csY14" fmla="*/ 20794 h 464232"/>
                <a:gd name="csX15" fmla="*/ 269809 w 343839"/>
                <a:gd name="csY15" fmla="*/ 20794 h 464232"/>
                <a:gd name="csX16" fmla="*/ 280646 w 343839"/>
                <a:gd name="csY16" fmla="*/ 20150 h 464232"/>
                <a:gd name="csX17" fmla="*/ 296258 w 343839"/>
                <a:gd name="csY17" fmla="*/ 15104 h 464232"/>
                <a:gd name="csX18" fmla="*/ 314207 w 343839"/>
                <a:gd name="csY18" fmla="*/ 11684 h 464232"/>
                <a:gd name="csX19" fmla="*/ 330225 w 343839"/>
                <a:gd name="csY19" fmla="*/ 102 h 464232"/>
                <a:gd name="csX20" fmla="*/ 343060 w 343839"/>
                <a:gd name="csY20" fmla="*/ 0 h 464232"/>
                <a:gd name="csX21" fmla="*/ 343840 w 343839"/>
                <a:gd name="csY21" fmla="*/ 9381 h 464232"/>
                <a:gd name="csX22" fmla="*/ 340724 w 343839"/>
                <a:gd name="csY22" fmla="*/ 29057 h 464232"/>
                <a:gd name="csX23" fmla="*/ 340825 w 343839"/>
                <a:gd name="csY23" fmla="*/ 46870 h 464232"/>
                <a:gd name="csX24" fmla="*/ 333680 w 343839"/>
                <a:gd name="csY24" fmla="*/ 59096 h 464232"/>
                <a:gd name="csX25" fmla="*/ 324130 w 343839"/>
                <a:gd name="csY25" fmla="*/ 95705 h 464232"/>
                <a:gd name="csX26" fmla="*/ 307840 w 343839"/>
                <a:gd name="csY26" fmla="*/ 133533 h 464232"/>
                <a:gd name="csX27" fmla="*/ 286911 w 343839"/>
                <a:gd name="csY27" fmla="*/ 176780 h 464232"/>
                <a:gd name="csX28" fmla="*/ 257854 w 343839"/>
                <a:gd name="csY28" fmla="*/ 226427 h 464232"/>
                <a:gd name="csX29" fmla="*/ 228933 w 343839"/>
                <a:gd name="csY29" fmla="*/ 264357 h 464232"/>
                <a:gd name="csX30" fmla="*/ 189107 w 343839"/>
                <a:gd name="csY30" fmla="*/ 310550 h 464232"/>
                <a:gd name="csX31" fmla="*/ 155207 w 343839"/>
                <a:gd name="csY31" fmla="*/ 337947 h 464232"/>
                <a:gd name="csX32" fmla="*/ 104543 w 343839"/>
                <a:gd name="csY32" fmla="*/ 371576 h 464232"/>
                <a:gd name="csX33" fmla="*/ 72981 w 343839"/>
                <a:gd name="csY33" fmla="*/ 397348 h 464232"/>
                <a:gd name="csX34" fmla="*/ 35932 w 343839"/>
                <a:gd name="csY34" fmla="*/ 438359 h 464232"/>
                <a:gd name="csX35" fmla="*/ 28109 w 343839"/>
                <a:gd name="csY35" fmla="*/ 456207 h 464232"/>
                <a:gd name="csX36" fmla="*/ 20455 w 343839"/>
                <a:gd name="csY36" fmla="*/ 464233 h 464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43839" h="464232">
                  <a:moveTo>
                    <a:pt x="20455" y="464233"/>
                  </a:moveTo>
                  <a:lnTo>
                    <a:pt x="406" y="436294"/>
                  </a:lnTo>
                  <a:lnTo>
                    <a:pt x="0" y="312920"/>
                  </a:lnTo>
                  <a:lnTo>
                    <a:pt x="29598" y="274516"/>
                  </a:lnTo>
                  <a:lnTo>
                    <a:pt x="38878" y="263849"/>
                  </a:lnTo>
                  <a:lnTo>
                    <a:pt x="60586" y="263205"/>
                  </a:lnTo>
                  <a:lnTo>
                    <a:pt x="90760" y="239330"/>
                  </a:lnTo>
                  <a:lnTo>
                    <a:pt x="134888" y="237840"/>
                  </a:lnTo>
                  <a:lnTo>
                    <a:pt x="230558" y="136208"/>
                  </a:lnTo>
                  <a:lnTo>
                    <a:pt x="254197" y="107931"/>
                  </a:lnTo>
                  <a:lnTo>
                    <a:pt x="269470" y="87137"/>
                  </a:lnTo>
                  <a:lnTo>
                    <a:pt x="269470" y="69459"/>
                  </a:lnTo>
                  <a:lnTo>
                    <a:pt x="269470" y="35322"/>
                  </a:lnTo>
                  <a:lnTo>
                    <a:pt x="269606" y="21369"/>
                  </a:lnTo>
                  <a:lnTo>
                    <a:pt x="269809" y="20794"/>
                  </a:lnTo>
                  <a:lnTo>
                    <a:pt x="269809" y="20794"/>
                  </a:lnTo>
                  <a:lnTo>
                    <a:pt x="280646" y="20150"/>
                  </a:lnTo>
                  <a:lnTo>
                    <a:pt x="296258" y="15104"/>
                  </a:lnTo>
                  <a:lnTo>
                    <a:pt x="314207" y="11684"/>
                  </a:lnTo>
                  <a:lnTo>
                    <a:pt x="330225" y="102"/>
                  </a:lnTo>
                  <a:lnTo>
                    <a:pt x="343060" y="0"/>
                  </a:lnTo>
                  <a:lnTo>
                    <a:pt x="343840" y="9381"/>
                  </a:lnTo>
                  <a:lnTo>
                    <a:pt x="340724" y="29057"/>
                  </a:lnTo>
                  <a:lnTo>
                    <a:pt x="340825" y="46870"/>
                  </a:lnTo>
                  <a:lnTo>
                    <a:pt x="333680" y="59096"/>
                  </a:lnTo>
                  <a:lnTo>
                    <a:pt x="324130" y="95705"/>
                  </a:lnTo>
                  <a:lnTo>
                    <a:pt x="307840" y="133533"/>
                  </a:lnTo>
                  <a:lnTo>
                    <a:pt x="286911" y="176780"/>
                  </a:lnTo>
                  <a:lnTo>
                    <a:pt x="257854" y="226427"/>
                  </a:lnTo>
                  <a:lnTo>
                    <a:pt x="228933" y="264357"/>
                  </a:lnTo>
                  <a:lnTo>
                    <a:pt x="189107" y="310550"/>
                  </a:lnTo>
                  <a:lnTo>
                    <a:pt x="155207" y="337947"/>
                  </a:lnTo>
                  <a:lnTo>
                    <a:pt x="104543" y="371576"/>
                  </a:lnTo>
                  <a:lnTo>
                    <a:pt x="72981" y="397348"/>
                  </a:lnTo>
                  <a:lnTo>
                    <a:pt x="35932" y="438359"/>
                  </a:lnTo>
                  <a:lnTo>
                    <a:pt x="28109" y="456207"/>
                  </a:lnTo>
                  <a:lnTo>
                    <a:pt x="20455" y="46423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7D778C7C-EDD8-4DC8-87A6-9C17A9299974}"/>
                </a:ext>
              </a:extLst>
            </p:cNvPr>
            <p:cNvSpPr/>
            <p:nvPr/>
          </p:nvSpPr>
          <p:spPr>
            <a:xfrm>
              <a:off x="7243695" y="3242534"/>
              <a:ext cx="269605" cy="344855"/>
            </a:xfrm>
            <a:custGeom>
              <a:avLst/>
              <a:gdLst>
                <a:gd name="csX0" fmla="*/ 179760 w 269605"/>
                <a:gd name="csY0" fmla="*/ 344856 h 344855"/>
                <a:gd name="csX1" fmla="*/ 131162 w 269605"/>
                <a:gd name="csY1" fmla="*/ 310990 h 344855"/>
                <a:gd name="csX2" fmla="*/ 128860 w 269605"/>
                <a:gd name="csY2" fmla="*/ 291348 h 344855"/>
                <a:gd name="csX3" fmla="*/ 6062 w 269605"/>
                <a:gd name="csY3" fmla="*/ 222363 h 344855"/>
                <a:gd name="csX4" fmla="*/ 339 w 269605"/>
                <a:gd name="csY4" fmla="*/ 218638 h 344855"/>
                <a:gd name="csX5" fmla="*/ 0 w 269605"/>
                <a:gd name="csY5" fmla="*/ 182740 h 344855"/>
                <a:gd name="csX6" fmla="*/ 9685 w 269605"/>
                <a:gd name="csY6" fmla="*/ 169024 h 344855"/>
                <a:gd name="csX7" fmla="*/ 26348 w 269605"/>
                <a:gd name="csY7" fmla="*/ 146605 h 344855"/>
                <a:gd name="csX8" fmla="*/ 38675 w 269605"/>
                <a:gd name="csY8" fmla="*/ 121917 h 344855"/>
                <a:gd name="csX9" fmla="*/ 23774 w 269605"/>
                <a:gd name="csY9" fmla="*/ 83039 h 344855"/>
                <a:gd name="csX10" fmla="*/ 19812 w 269605"/>
                <a:gd name="csY10" fmla="*/ 66038 h 344855"/>
                <a:gd name="csX11" fmla="*/ 3759 w 269605"/>
                <a:gd name="csY11" fmla="*/ 42535 h 344855"/>
                <a:gd name="csX12" fmla="*/ 24587 w 269605"/>
                <a:gd name="csY12" fmla="*/ 22317 h 344855"/>
                <a:gd name="csX13" fmla="*/ 47548 w 269605"/>
                <a:gd name="csY13" fmla="*/ 0 h 344855"/>
                <a:gd name="csX14" fmla="*/ 65124 w 269605"/>
                <a:gd name="csY14" fmla="*/ 5689 h 344855"/>
                <a:gd name="csX15" fmla="*/ 65124 w 269605"/>
                <a:gd name="csY15" fmla="*/ 24688 h 344855"/>
                <a:gd name="csX16" fmla="*/ 76706 w 269605"/>
                <a:gd name="csY16" fmla="*/ 35830 h 344855"/>
                <a:gd name="csX17" fmla="*/ 100277 w 269605"/>
                <a:gd name="csY17" fmla="*/ 35830 h 344855"/>
                <a:gd name="csX18" fmla="*/ 143151 w 269605"/>
                <a:gd name="csY18" fmla="*/ 64582 h 344855"/>
                <a:gd name="csX19" fmla="*/ 153852 w 269605"/>
                <a:gd name="csY19" fmla="*/ 64921 h 344855"/>
                <a:gd name="csX20" fmla="*/ 161777 w 269605"/>
                <a:gd name="csY20" fmla="*/ 64006 h 344855"/>
                <a:gd name="csX21" fmla="*/ 169296 w 269605"/>
                <a:gd name="csY21" fmla="*/ 67901 h 344855"/>
                <a:gd name="csX22" fmla="*/ 191850 w 269605"/>
                <a:gd name="csY22" fmla="*/ 70576 h 344855"/>
                <a:gd name="csX23" fmla="*/ 201874 w 269605"/>
                <a:gd name="csY23" fmla="*/ 56454 h 344855"/>
                <a:gd name="csX24" fmla="*/ 232794 w 269605"/>
                <a:gd name="csY24" fmla="*/ 42298 h 344855"/>
                <a:gd name="csX25" fmla="*/ 246475 w 269605"/>
                <a:gd name="csY25" fmla="*/ 53745 h 344855"/>
                <a:gd name="csX26" fmla="*/ 269606 w 269605"/>
                <a:gd name="csY26" fmla="*/ 53745 h 344855"/>
                <a:gd name="csX27" fmla="*/ 240007 w 269605"/>
                <a:gd name="csY27" fmla="*/ 92149 h 344855"/>
                <a:gd name="csX28" fmla="*/ 240413 w 269605"/>
                <a:gd name="csY28" fmla="*/ 215522 h 344855"/>
                <a:gd name="csX29" fmla="*/ 260462 w 269605"/>
                <a:gd name="csY29" fmla="*/ 243461 h 344855"/>
                <a:gd name="csX30" fmla="*/ 236756 w 269605"/>
                <a:gd name="csY30" fmla="*/ 257008 h 344855"/>
                <a:gd name="csX31" fmla="*/ 228391 w 269605"/>
                <a:gd name="csY31" fmla="*/ 271130 h 344855"/>
                <a:gd name="csX32" fmla="*/ 215692 w 269605"/>
                <a:gd name="csY32" fmla="*/ 273602 h 344855"/>
                <a:gd name="csX33" fmla="*/ 210883 w 269605"/>
                <a:gd name="csY33" fmla="*/ 297477 h 344855"/>
                <a:gd name="csX34" fmla="*/ 200012 w 269605"/>
                <a:gd name="csY34" fmla="*/ 311125 h 344855"/>
                <a:gd name="csX35" fmla="*/ 193408 w 269605"/>
                <a:gd name="csY35" fmla="*/ 333680 h 344855"/>
                <a:gd name="csX36" fmla="*/ 179760 w 269605"/>
                <a:gd name="csY36" fmla="*/ 344856 h 3448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69605" h="344855">
                  <a:moveTo>
                    <a:pt x="179760" y="344856"/>
                  </a:moveTo>
                  <a:lnTo>
                    <a:pt x="131162" y="310990"/>
                  </a:lnTo>
                  <a:lnTo>
                    <a:pt x="128860" y="291348"/>
                  </a:lnTo>
                  <a:lnTo>
                    <a:pt x="6062" y="222363"/>
                  </a:lnTo>
                  <a:lnTo>
                    <a:pt x="339" y="218638"/>
                  </a:lnTo>
                  <a:lnTo>
                    <a:pt x="0" y="182740"/>
                  </a:lnTo>
                  <a:lnTo>
                    <a:pt x="9685" y="169024"/>
                  </a:lnTo>
                  <a:lnTo>
                    <a:pt x="26348" y="146605"/>
                  </a:lnTo>
                  <a:lnTo>
                    <a:pt x="38675" y="121917"/>
                  </a:lnTo>
                  <a:lnTo>
                    <a:pt x="23774" y="83039"/>
                  </a:lnTo>
                  <a:lnTo>
                    <a:pt x="19812" y="66038"/>
                  </a:lnTo>
                  <a:lnTo>
                    <a:pt x="3759" y="42535"/>
                  </a:lnTo>
                  <a:lnTo>
                    <a:pt x="24587" y="22317"/>
                  </a:lnTo>
                  <a:lnTo>
                    <a:pt x="47548" y="0"/>
                  </a:lnTo>
                  <a:lnTo>
                    <a:pt x="65124" y="5689"/>
                  </a:lnTo>
                  <a:lnTo>
                    <a:pt x="65124" y="24688"/>
                  </a:lnTo>
                  <a:lnTo>
                    <a:pt x="76706" y="35830"/>
                  </a:lnTo>
                  <a:lnTo>
                    <a:pt x="100277" y="35830"/>
                  </a:lnTo>
                  <a:lnTo>
                    <a:pt x="143151" y="64582"/>
                  </a:lnTo>
                  <a:lnTo>
                    <a:pt x="153852" y="64921"/>
                  </a:lnTo>
                  <a:lnTo>
                    <a:pt x="161777" y="64006"/>
                  </a:lnTo>
                  <a:lnTo>
                    <a:pt x="169296" y="67901"/>
                  </a:lnTo>
                  <a:lnTo>
                    <a:pt x="191850" y="70576"/>
                  </a:lnTo>
                  <a:lnTo>
                    <a:pt x="201874" y="56454"/>
                  </a:lnTo>
                  <a:lnTo>
                    <a:pt x="232794" y="42298"/>
                  </a:lnTo>
                  <a:lnTo>
                    <a:pt x="246475" y="53745"/>
                  </a:lnTo>
                  <a:lnTo>
                    <a:pt x="269606" y="53745"/>
                  </a:lnTo>
                  <a:lnTo>
                    <a:pt x="240007" y="92149"/>
                  </a:lnTo>
                  <a:lnTo>
                    <a:pt x="240413" y="215522"/>
                  </a:lnTo>
                  <a:lnTo>
                    <a:pt x="260462" y="243461"/>
                  </a:lnTo>
                  <a:lnTo>
                    <a:pt x="236756" y="257008"/>
                  </a:lnTo>
                  <a:lnTo>
                    <a:pt x="228391" y="271130"/>
                  </a:lnTo>
                  <a:lnTo>
                    <a:pt x="215692" y="273602"/>
                  </a:lnTo>
                  <a:lnTo>
                    <a:pt x="210883" y="297477"/>
                  </a:lnTo>
                  <a:lnTo>
                    <a:pt x="200012" y="311125"/>
                  </a:lnTo>
                  <a:lnTo>
                    <a:pt x="193408" y="333680"/>
                  </a:lnTo>
                  <a:lnTo>
                    <a:pt x="179760" y="34485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41A53760-DD91-D25D-5A07-29C973488307}"/>
                </a:ext>
              </a:extLst>
            </p:cNvPr>
            <p:cNvSpPr/>
            <p:nvPr/>
          </p:nvSpPr>
          <p:spPr>
            <a:xfrm>
              <a:off x="6838761" y="2683951"/>
              <a:ext cx="557871" cy="466366"/>
            </a:xfrm>
            <a:custGeom>
              <a:avLst/>
              <a:gdLst>
                <a:gd name="csX0" fmla="*/ 89067 w 557871"/>
                <a:gd name="csY0" fmla="*/ 466366 h 466366"/>
                <a:gd name="csX1" fmla="*/ 63295 w 557871"/>
                <a:gd name="csY1" fmla="*/ 451567 h 466366"/>
                <a:gd name="csX2" fmla="*/ 51544 w 557871"/>
                <a:gd name="csY2" fmla="*/ 441813 h 466366"/>
                <a:gd name="csX3" fmla="*/ 49377 w 557871"/>
                <a:gd name="csY3" fmla="*/ 431281 h 466366"/>
                <a:gd name="csX4" fmla="*/ 54863 w 557871"/>
                <a:gd name="csY4" fmla="*/ 417193 h 466366"/>
                <a:gd name="csX5" fmla="*/ 54761 w 557871"/>
                <a:gd name="csY5" fmla="*/ 403376 h 466366"/>
                <a:gd name="csX6" fmla="*/ 35254 w 557871"/>
                <a:gd name="csY6" fmla="*/ 382210 h 466366"/>
                <a:gd name="csX7" fmla="*/ 31394 w 557871"/>
                <a:gd name="csY7" fmla="*/ 367715 h 466366"/>
                <a:gd name="csX8" fmla="*/ 31800 w 557871"/>
                <a:gd name="csY8" fmla="*/ 359486 h 466366"/>
                <a:gd name="csX9" fmla="*/ 19371 w 557871"/>
                <a:gd name="csY9" fmla="*/ 349529 h 466366"/>
                <a:gd name="csX10" fmla="*/ 18999 w 557871"/>
                <a:gd name="csY10" fmla="*/ 329853 h 466366"/>
                <a:gd name="csX11" fmla="*/ 11887 w 557871"/>
                <a:gd name="csY11" fmla="*/ 316781 h 466366"/>
                <a:gd name="csX12" fmla="*/ 0 w 557871"/>
                <a:gd name="csY12" fmla="*/ 318745 h 466366"/>
                <a:gd name="csX13" fmla="*/ 3420 w 557871"/>
                <a:gd name="csY13" fmla="*/ 306316 h 466366"/>
                <a:gd name="csX14" fmla="*/ 12192 w 557871"/>
                <a:gd name="csY14" fmla="*/ 292194 h 466366"/>
                <a:gd name="csX15" fmla="*/ 8331 w 557871"/>
                <a:gd name="csY15" fmla="*/ 278174 h 466366"/>
                <a:gd name="csX16" fmla="*/ 19473 w 557871"/>
                <a:gd name="csY16" fmla="*/ 267777 h 466366"/>
                <a:gd name="csX17" fmla="*/ 12429 w 557871"/>
                <a:gd name="csY17" fmla="*/ 259852 h 466366"/>
                <a:gd name="csX18" fmla="*/ 21369 w 557871"/>
                <a:gd name="csY18" fmla="*/ 238957 h 466366"/>
                <a:gd name="csX19" fmla="*/ 36846 w 557871"/>
                <a:gd name="csY19" fmla="*/ 213998 h 466366"/>
                <a:gd name="csX20" fmla="*/ 66038 w 557871"/>
                <a:gd name="csY20" fmla="*/ 216369 h 466366"/>
                <a:gd name="csX21" fmla="*/ 64379 w 557871"/>
                <a:gd name="csY21" fmla="*/ 81955 h 466366"/>
                <a:gd name="csX22" fmla="*/ 64786 w 557871"/>
                <a:gd name="csY22" fmla="*/ 67732 h 466366"/>
                <a:gd name="csX23" fmla="*/ 103731 w 557871"/>
                <a:gd name="csY23" fmla="*/ 67630 h 466366"/>
                <a:gd name="csX24" fmla="*/ 103731 w 557871"/>
                <a:gd name="csY24" fmla="*/ 0 h 466366"/>
                <a:gd name="csX25" fmla="*/ 239872 w 557871"/>
                <a:gd name="csY25" fmla="*/ 0 h 466366"/>
                <a:gd name="csX26" fmla="*/ 371271 w 557871"/>
                <a:gd name="csY26" fmla="*/ 0 h 466366"/>
                <a:gd name="csX27" fmla="*/ 505583 w 557871"/>
                <a:gd name="csY27" fmla="*/ 0 h 466366"/>
                <a:gd name="csX28" fmla="*/ 516521 w 557871"/>
                <a:gd name="csY28" fmla="*/ 33222 h 466366"/>
                <a:gd name="csX29" fmla="*/ 509071 w 557871"/>
                <a:gd name="csY29" fmla="*/ 39386 h 466366"/>
                <a:gd name="csX30" fmla="*/ 514016 w 557871"/>
                <a:gd name="csY30" fmla="*/ 74234 h 466366"/>
                <a:gd name="csX31" fmla="*/ 526444 w 557871"/>
                <a:gd name="csY31" fmla="*/ 114670 h 466366"/>
                <a:gd name="csX32" fmla="*/ 539347 w 557871"/>
                <a:gd name="csY32" fmla="*/ 123001 h 466366"/>
                <a:gd name="csX33" fmla="*/ 557872 w 557871"/>
                <a:gd name="csY33" fmla="*/ 135531 h 466366"/>
                <a:gd name="csX34" fmla="*/ 540736 w 557871"/>
                <a:gd name="csY34" fmla="*/ 154834 h 466366"/>
                <a:gd name="csX35" fmla="*/ 515777 w 557871"/>
                <a:gd name="csY35" fmla="*/ 160422 h 466366"/>
                <a:gd name="csX36" fmla="*/ 505143 w 557871"/>
                <a:gd name="csY36" fmla="*/ 170785 h 466366"/>
                <a:gd name="csX37" fmla="*/ 501790 w 557871"/>
                <a:gd name="csY37" fmla="*/ 193306 h 466366"/>
                <a:gd name="csX38" fmla="*/ 487194 w 557871"/>
                <a:gd name="csY38" fmla="*/ 243089 h 466366"/>
                <a:gd name="csX39" fmla="*/ 490817 w 557871"/>
                <a:gd name="csY39" fmla="*/ 256635 h 466366"/>
                <a:gd name="csX40" fmla="*/ 485399 w 557871"/>
                <a:gd name="csY40" fmla="*/ 285726 h 466366"/>
                <a:gd name="csX41" fmla="*/ 471649 w 557871"/>
                <a:gd name="csY41" fmla="*/ 319084 h 466366"/>
                <a:gd name="csX42" fmla="*/ 451194 w 557871"/>
                <a:gd name="csY42" fmla="*/ 335847 h 466366"/>
                <a:gd name="csX43" fmla="*/ 436700 w 557871"/>
                <a:gd name="csY43" fmla="*/ 361721 h 466366"/>
                <a:gd name="csX44" fmla="*/ 433280 w 557871"/>
                <a:gd name="csY44" fmla="*/ 375572 h 466366"/>
                <a:gd name="csX45" fmla="*/ 417227 w 557871"/>
                <a:gd name="csY45" fmla="*/ 385055 h 466366"/>
                <a:gd name="csX46" fmla="*/ 407237 w 557871"/>
                <a:gd name="csY46" fmla="*/ 420478 h 466366"/>
                <a:gd name="csX47" fmla="*/ 407677 w 557871"/>
                <a:gd name="csY47" fmla="*/ 450924 h 466366"/>
                <a:gd name="csX48" fmla="*/ 407270 w 557871"/>
                <a:gd name="csY48" fmla="*/ 424542 h 466366"/>
                <a:gd name="csX49" fmla="*/ 402597 w 557871"/>
                <a:gd name="csY49" fmla="*/ 423865 h 466366"/>
                <a:gd name="csX50" fmla="*/ 403173 w 557871"/>
                <a:gd name="csY50" fmla="*/ 406999 h 466366"/>
                <a:gd name="csX51" fmla="*/ 399109 w 557871"/>
                <a:gd name="csY51" fmla="*/ 395384 h 466366"/>
                <a:gd name="csX52" fmla="*/ 381668 w 557871"/>
                <a:gd name="csY52" fmla="*/ 382006 h 466366"/>
                <a:gd name="csX53" fmla="*/ 377604 w 557871"/>
                <a:gd name="csY53" fmla="*/ 357589 h 466366"/>
                <a:gd name="csX54" fmla="*/ 381668 w 557871"/>
                <a:gd name="csY54" fmla="*/ 332596 h 466366"/>
                <a:gd name="csX55" fmla="*/ 365954 w 557871"/>
                <a:gd name="csY55" fmla="*/ 330259 h 466366"/>
                <a:gd name="csX56" fmla="*/ 363651 w 557871"/>
                <a:gd name="csY56" fmla="*/ 337812 h 466366"/>
                <a:gd name="csX57" fmla="*/ 343298 w 557871"/>
                <a:gd name="csY57" fmla="*/ 339573 h 466366"/>
                <a:gd name="csX58" fmla="*/ 351426 w 557871"/>
                <a:gd name="csY58" fmla="*/ 349461 h 466366"/>
                <a:gd name="csX59" fmla="*/ 354338 w 557871"/>
                <a:gd name="csY59" fmla="*/ 369781 h 466366"/>
                <a:gd name="csX60" fmla="*/ 335746 w 557871"/>
                <a:gd name="csY60" fmla="*/ 388407 h 466366"/>
                <a:gd name="csX61" fmla="*/ 318881 w 557871"/>
                <a:gd name="csY61" fmla="*/ 412824 h 466366"/>
                <a:gd name="csX62" fmla="*/ 301440 w 557871"/>
                <a:gd name="csY62" fmla="*/ 416313 h 466366"/>
                <a:gd name="csX63" fmla="*/ 272958 w 557871"/>
                <a:gd name="csY63" fmla="*/ 396535 h 466366"/>
                <a:gd name="csX64" fmla="*/ 260157 w 557871"/>
                <a:gd name="csY64" fmla="*/ 403511 h 466366"/>
                <a:gd name="csX65" fmla="*/ 256669 w 557871"/>
                <a:gd name="csY65" fmla="*/ 413400 h 466366"/>
                <a:gd name="csX66" fmla="*/ 239229 w 557871"/>
                <a:gd name="csY66" fmla="*/ 419801 h 466366"/>
                <a:gd name="csX67" fmla="*/ 238077 w 557871"/>
                <a:gd name="csY67" fmla="*/ 426777 h 466366"/>
                <a:gd name="csX68" fmla="*/ 204346 w 557871"/>
                <a:gd name="csY68" fmla="*/ 426777 h 466366"/>
                <a:gd name="csX69" fmla="*/ 199707 w 557871"/>
                <a:gd name="csY69" fmla="*/ 419801 h 466366"/>
                <a:gd name="csX70" fmla="*/ 175290 w 557871"/>
                <a:gd name="csY70" fmla="*/ 418615 h 466366"/>
                <a:gd name="csX71" fmla="*/ 163064 w 557871"/>
                <a:gd name="csY71" fmla="*/ 424440 h 466366"/>
                <a:gd name="csX72" fmla="*/ 153751 w 557871"/>
                <a:gd name="csY72" fmla="*/ 421528 h 466366"/>
                <a:gd name="csX73" fmla="*/ 136310 w 557871"/>
                <a:gd name="csY73" fmla="*/ 401784 h 466366"/>
                <a:gd name="csX74" fmla="*/ 130519 w 557871"/>
                <a:gd name="csY74" fmla="*/ 392471 h 466366"/>
                <a:gd name="csX75" fmla="*/ 106102 w 557871"/>
                <a:gd name="csY75" fmla="*/ 397111 h 466366"/>
                <a:gd name="csX76" fmla="*/ 96789 w 557871"/>
                <a:gd name="csY76" fmla="*/ 412824 h 466366"/>
                <a:gd name="csX77" fmla="*/ 88051 w 557871"/>
                <a:gd name="csY77" fmla="*/ 443033 h 466366"/>
                <a:gd name="csX78" fmla="*/ 76435 w 557871"/>
                <a:gd name="csY78" fmla="*/ 449433 h 466366"/>
                <a:gd name="csX79" fmla="*/ 66038 w 557871"/>
                <a:gd name="csY79" fmla="*/ 453125 h 466366"/>
                <a:gd name="csX80" fmla="*/ 89067 w 557871"/>
                <a:gd name="csY80" fmla="*/ 466366 h 4663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</a:cxnLst>
              <a:rect l="l" t="t" r="r" b="b"/>
              <a:pathLst>
                <a:path w="557871" h="466366">
                  <a:moveTo>
                    <a:pt x="89067" y="466366"/>
                  </a:moveTo>
                  <a:lnTo>
                    <a:pt x="63295" y="451567"/>
                  </a:lnTo>
                  <a:lnTo>
                    <a:pt x="51544" y="441813"/>
                  </a:lnTo>
                  <a:lnTo>
                    <a:pt x="49377" y="431281"/>
                  </a:lnTo>
                  <a:lnTo>
                    <a:pt x="54863" y="417193"/>
                  </a:lnTo>
                  <a:lnTo>
                    <a:pt x="54761" y="403376"/>
                  </a:lnTo>
                  <a:lnTo>
                    <a:pt x="35254" y="382210"/>
                  </a:lnTo>
                  <a:lnTo>
                    <a:pt x="31394" y="367715"/>
                  </a:lnTo>
                  <a:lnTo>
                    <a:pt x="31800" y="359486"/>
                  </a:lnTo>
                  <a:lnTo>
                    <a:pt x="19371" y="349529"/>
                  </a:lnTo>
                  <a:lnTo>
                    <a:pt x="18999" y="329853"/>
                  </a:lnTo>
                  <a:lnTo>
                    <a:pt x="11887" y="316781"/>
                  </a:lnTo>
                  <a:lnTo>
                    <a:pt x="0" y="318745"/>
                  </a:lnTo>
                  <a:lnTo>
                    <a:pt x="3420" y="306316"/>
                  </a:lnTo>
                  <a:lnTo>
                    <a:pt x="12192" y="292194"/>
                  </a:lnTo>
                  <a:lnTo>
                    <a:pt x="8331" y="278174"/>
                  </a:lnTo>
                  <a:lnTo>
                    <a:pt x="19473" y="267777"/>
                  </a:lnTo>
                  <a:lnTo>
                    <a:pt x="12429" y="259852"/>
                  </a:lnTo>
                  <a:lnTo>
                    <a:pt x="21369" y="238957"/>
                  </a:lnTo>
                  <a:lnTo>
                    <a:pt x="36846" y="213998"/>
                  </a:lnTo>
                  <a:lnTo>
                    <a:pt x="66038" y="216369"/>
                  </a:lnTo>
                  <a:lnTo>
                    <a:pt x="64379" y="81955"/>
                  </a:lnTo>
                  <a:lnTo>
                    <a:pt x="64786" y="67732"/>
                  </a:lnTo>
                  <a:lnTo>
                    <a:pt x="103731" y="67630"/>
                  </a:lnTo>
                  <a:lnTo>
                    <a:pt x="103731" y="0"/>
                  </a:lnTo>
                  <a:lnTo>
                    <a:pt x="239872" y="0"/>
                  </a:lnTo>
                  <a:lnTo>
                    <a:pt x="371271" y="0"/>
                  </a:lnTo>
                  <a:lnTo>
                    <a:pt x="505583" y="0"/>
                  </a:lnTo>
                  <a:lnTo>
                    <a:pt x="516521" y="33222"/>
                  </a:lnTo>
                  <a:lnTo>
                    <a:pt x="509071" y="39386"/>
                  </a:lnTo>
                  <a:lnTo>
                    <a:pt x="514016" y="74234"/>
                  </a:lnTo>
                  <a:lnTo>
                    <a:pt x="526444" y="114670"/>
                  </a:lnTo>
                  <a:lnTo>
                    <a:pt x="539347" y="123001"/>
                  </a:lnTo>
                  <a:lnTo>
                    <a:pt x="557872" y="135531"/>
                  </a:lnTo>
                  <a:lnTo>
                    <a:pt x="540736" y="154834"/>
                  </a:lnTo>
                  <a:lnTo>
                    <a:pt x="515777" y="160422"/>
                  </a:lnTo>
                  <a:lnTo>
                    <a:pt x="505143" y="170785"/>
                  </a:lnTo>
                  <a:lnTo>
                    <a:pt x="501790" y="193306"/>
                  </a:lnTo>
                  <a:lnTo>
                    <a:pt x="487194" y="243089"/>
                  </a:lnTo>
                  <a:lnTo>
                    <a:pt x="490817" y="256635"/>
                  </a:lnTo>
                  <a:lnTo>
                    <a:pt x="485399" y="285726"/>
                  </a:lnTo>
                  <a:lnTo>
                    <a:pt x="471649" y="319084"/>
                  </a:lnTo>
                  <a:lnTo>
                    <a:pt x="451194" y="335847"/>
                  </a:lnTo>
                  <a:lnTo>
                    <a:pt x="436700" y="361721"/>
                  </a:lnTo>
                  <a:lnTo>
                    <a:pt x="433280" y="375572"/>
                  </a:lnTo>
                  <a:lnTo>
                    <a:pt x="417227" y="385055"/>
                  </a:lnTo>
                  <a:lnTo>
                    <a:pt x="407237" y="420478"/>
                  </a:lnTo>
                  <a:lnTo>
                    <a:pt x="407677" y="450924"/>
                  </a:lnTo>
                  <a:lnTo>
                    <a:pt x="407270" y="424542"/>
                  </a:lnTo>
                  <a:lnTo>
                    <a:pt x="402597" y="423865"/>
                  </a:lnTo>
                  <a:lnTo>
                    <a:pt x="403173" y="406999"/>
                  </a:lnTo>
                  <a:lnTo>
                    <a:pt x="399109" y="395384"/>
                  </a:lnTo>
                  <a:lnTo>
                    <a:pt x="381668" y="382006"/>
                  </a:lnTo>
                  <a:lnTo>
                    <a:pt x="377604" y="357589"/>
                  </a:lnTo>
                  <a:lnTo>
                    <a:pt x="381668" y="332596"/>
                  </a:lnTo>
                  <a:lnTo>
                    <a:pt x="365954" y="330259"/>
                  </a:lnTo>
                  <a:lnTo>
                    <a:pt x="363651" y="337812"/>
                  </a:lnTo>
                  <a:lnTo>
                    <a:pt x="343298" y="339573"/>
                  </a:lnTo>
                  <a:lnTo>
                    <a:pt x="351426" y="349461"/>
                  </a:lnTo>
                  <a:lnTo>
                    <a:pt x="354338" y="369781"/>
                  </a:lnTo>
                  <a:lnTo>
                    <a:pt x="335746" y="388407"/>
                  </a:lnTo>
                  <a:lnTo>
                    <a:pt x="318881" y="412824"/>
                  </a:lnTo>
                  <a:lnTo>
                    <a:pt x="301440" y="416313"/>
                  </a:lnTo>
                  <a:lnTo>
                    <a:pt x="272958" y="396535"/>
                  </a:lnTo>
                  <a:lnTo>
                    <a:pt x="260157" y="403511"/>
                  </a:lnTo>
                  <a:lnTo>
                    <a:pt x="256669" y="413400"/>
                  </a:lnTo>
                  <a:lnTo>
                    <a:pt x="239229" y="419801"/>
                  </a:lnTo>
                  <a:lnTo>
                    <a:pt x="238077" y="426777"/>
                  </a:lnTo>
                  <a:lnTo>
                    <a:pt x="204346" y="426777"/>
                  </a:lnTo>
                  <a:lnTo>
                    <a:pt x="199707" y="419801"/>
                  </a:lnTo>
                  <a:lnTo>
                    <a:pt x="175290" y="418615"/>
                  </a:lnTo>
                  <a:lnTo>
                    <a:pt x="163064" y="424440"/>
                  </a:lnTo>
                  <a:lnTo>
                    <a:pt x="153751" y="421528"/>
                  </a:lnTo>
                  <a:lnTo>
                    <a:pt x="136310" y="401784"/>
                  </a:lnTo>
                  <a:lnTo>
                    <a:pt x="130519" y="392471"/>
                  </a:lnTo>
                  <a:lnTo>
                    <a:pt x="106102" y="397111"/>
                  </a:lnTo>
                  <a:lnTo>
                    <a:pt x="96789" y="412824"/>
                  </a:lnTo>
                  <a:lnTo>
                    <a:pt x="88051" y="443033"/>
                  </a:lnTo>
                  <a:lnTo>
                    <a:pt x="76435" y="449433"/>
                  </a:lnTo>
                  <a:lnTo>
                    <a:pt x="66038" y="453125"/>
                  </a:lnTo>
                  <a:lnTo>
                    <a:pt x="89067" y="46636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4C17B668-0707-D4E9-6A4D-379ED460DB5C}"/>
                </a:ext>
              </a:extLst>
            </p:cNvPr>
            <p:cNvSpPr/>
            <p:nvPr/>
          </p:nvSpPr>
          <p:spPr>
            <a:xfrm>
              <a:off x="6554390" y="2636200"/>
              <a:ext cx="350409" cy="541446"/>
            </a:xfrm>
            <a:custGeom>
              <a:avLst/>
              <a:gdLst>
                <a:gd name="csX0" fmla="*/ 348750 w 350409"/>
                <a:gd name="csY0" fmla="*/ 129706 h 541446"/>
                <a:gd name="csX1" fmla="*/ 350410 w 350409"/>
                <a:gd name="csY1" fmla="*/ 264120 h 541446"/>
                <a:gd name="csX2" fmla="*/ 321217 w 350409"/>
                <a:gd name="csY2" fmla="*/ 261749 h 541446"/>
                <a:gd name="csX3" fmla="*/ 305741 w 350409"/>
                <a:gd name="csY3" fmla="*/ 286708 h 541446"/>
                <a:gd name="csX4" fmla="*/ 296800 w 350409"/>
                <a:gd name="csY4" fmla="*/ 307603 h 541446"/>
                <a:gd name="csX5" fmla="*/ 303844 w 350409"/>
                <a:gd name="csY5" fmla="*/ 315528 h 541446"/>
                <a:gd name="csX6" fmla="*/ 292702 w 350409"/>
                <a:gd name="csY6" fmla="*/ 325925 h 541446"/>
                <a:gd name="csX7" fmla="*/ 296563 w 350409"/>
                <a:gd name="csY7" fmla="*/ 339945 h 541446"/>
                <a:gd name="csX8" fmla="*/ 287792 w 350409"/>
                <a:gd name="csY8" fmla="*/ 354067 h 541446"/>
                <a:gd name="csX9" fmla="*/ 284371 w 350409"/>
                <a:gd name="csY9" fmla="*/ 366496 h 541446"/>
                <a:gd name="csX10" fmla="*/ 296258 w 350409"/>
                <a:gd name="csY10" fmla="*/ 364532 h 541446"/>
                <a:gd name="csX11" fmla="*/ 303370 w 350409"/>
                <a:gd name="csY11" fmla="*/ 377604 h 541446"/>
                <a:gd name="csX12" fmla="*/ 303743 w 350409"/>
                <a:gd name="csY12" fmla="*/ 397280 h 541446"/>
                <a:gd name="csX13" fmla="*/ 316172 w 350409"/>
                <a:gd name="csY13" fmla="*/ 407237 h 541446"/>
                <a:gd name="csX14" fmla="*/ 315765 w 350409"/>
                <a:gd name="csY14" fmla="*/ 415466 h 541446"/>
                <a:gd name="csX15" fmla="*/ 294328 w 350409"/>
                <a:gd name="csY15" fmla="*/ 421223 h 541446"/>
                <a:gd name="csX16" fmla="*/ 277158 w 350409"/>
                <a:gd name="csY16" fmla="*/ 434939 h 541446"/>
                <a:gd name="csX17" fmla="*/ 252673 w 350409"/>
                <a:gd name="csY17" fmla="*/ 471887 h 541446"/>
                <a:gd name="csX18" fmla="*/ 220805 w 350409"/>
                <a:gd name="csY18" fmla="*/ 487566 h 541446"/>
                <a:gd name="csX19" fmla="*/ 188091 w 350409"/>
                <a:gd name="csY19" fmla="*/ 485467 h 541446"/>
                <a:gd name="csX20" fmla="*/ 178541 w 350409"/>
                <a:gd name="csY20" fmla="*/ 488582 h 541446"/>
                <a:gd name="csX21" fmla="*/ 181893 w 350409"/>
                <a:gd name="csY21" fmla="*/ 500503 h 541446"/>
                <a:gd name="csX22" fmla="*/ 164249 w 350409"/>
                <a:gd name="csY22" fmla="*/ 512356 h 541446"/>
                <a:gd name="csX23" fmla="*/ 149856 w 350409"/>
                <a:gd name="csY23" fmla="*/ 525564 h 541446"/>
                <a:gd name="csX24" fmla="*/ 107219 w 350409"/>
                <a:gd name="csY24" fmla="*/ 538534 h 541446"/>
                <a:gd name="csX25" fmla="*/ 98753 w 350409"/>
                <a:gd name="csY25" fmla="*/ 530847 h 541446"/>
                <a:gd name="csX26" fmla="*/ 93165 w 350409"/>
                <a:gd name="csY26" fmla="*/ 530204 h 541446"/>
                <a:gd name="csX27" fmla="*/ 86900 w 350409"/>
                <a:gd name="csY27" fmla="*/ 538907 h 541446"/>
                <a:gd name="csX28" fmla="*/ 58893 w 350409"/>
                <a:gd name="csY28" fmla="*/ 541447 h 541446"/>
                <a:gd name="csX29" fmla="*/ 64210 w 350409"/>
                <a:gd name="csY29" fmla="*/ 532269 h 541446"/>
                <a:gd name="csX30" fmla="*/ 53542 w 350409"/>
                <a:gd name="csY30" fmla="*/ 508936 h 541446"/>
                <a:gd name="csX31" fmla="*/ 48767 w 350409"/>
                <a:gd name="csY31" fmla="*/ 494915 h 541446"/>
                <a:gd name="csX32" fmla="*/ 34002 w 350409"/>
                <a:gd name="csY32" fmla="*/ 489158 h 541446"/>
                <a:gd name="csX33" fmla="*/ 14020 w 350409"/>
                <a:gd name="csY33" fmla="*/ 469414 h 541446"/>
                <a:gd name="csX34" fmla="*/ 21370 w 350409"/>
                <a:gd name="csY34" fmla="*/ 453430 h 541446"/>
                <a:gd name="csX35" fmla="*/ 36812 w 350409"/>
                <a:gd name="csY35" fmla="*/ 456816 h 541446"/>
                <a:gd name="csX36" fmla="*/ 46362 w 350409"/>
                <a:gd name="csY36" fmla="*/ 454412 h 541446"/>
                <a:gd name="csX37" fmla="*/ 65294 w 350409"/>
                <a:gd name="csY37" fmla="*/ 454750 h 541446"/>
                <a:gd name="csX38" fmla="*/ 46870 w 350409"/>
                <a:gd name="csY38" fmla="*/ 423966 h 541446"/>
                <a:gd name="csX39" fmla="*/ 48090 w 350409"/>
                <a:gd name="csY39" fmla="*/ 401446 h 541446"/>
                <a:gd name="csX40" fmla="*/ 45821 w 350409"/>
                <a:gd name="csY40" fmla="*/ 378992 h 541446"/>
                <a:gd name="csX41" fmla="*/ 32376 w 350409"/>
                <a:gd name="csY41" fmla="*/ 357318 h 541446"/>
                <a:gd name="csX42" fmla="*/ 35762 w 350409"/>
                <a:gd name="csY42" fmla="*/ 341368 h 541446"/>
                <a:gd name="csX43" fmla="*/ 14020 w 350409"/>
                <a:gd name="csY43" fmla="*/ 340589 h 541446"/>
                <a:gd name="csX44" fmla="*/ 14122 w 350409"/>
                <a:gd name="csY44" fmla="*/ 318779 h 541446"/>
                <a:gd name="csX45" fmla="*/ 0 w 350409"/>
                <a:gd name="csY45" fmla="*/ 306249 h 541446"/>
                <a:gd name="csX46" fmla="*/ 14630 w 350409"/>
                <a:gd name="csY46" fmla="*/ 261648 h 541446"/>
                <a:gd name="csX47" fmla="*/ 57843 w 350409"/>
                <a:gd name="csY47" fmla="*/ 229712 h 541446"/>
                <a:gd name="csX48" fmla="*/ 59604 w 350409"/>
                <a:gd name="csY48" fmla="*/ 185653 h 541446"/>
                <a:gd name="csX49" fmla="*/ 72676 w 350409"/>
                <a:gd name="csY49" fmla="*/ 116939 h 541446"/>
                <a:gd name="csX50" fmla="*/ 80025 w 350409"/>
                <a:gd name="csY50" fmla="*/ 102343 h 541446"/>
                <a:gd name="csX51" fmla="*/ 65937 w 350409"/>
                <a:gd name="csY51" fmla="*/ 90760 h 541446"/>
                <a:gd name="csX52" fmla="*/ 65395 w 350409"/>
                <a:gd name="csY52" fmla="*/ 79991 h 541446"/>
                <a:gd name="csX53" fmla="*/ 52729 w 350409"/>
                <a:gd name="csY53" fmla="*/ 71152 h 541446"/>
                <a:gd name="csX54" fmla="*/ 44398 w 350409"/>
                <a:gd name="csY54" fmla="*/ 18525 h 541446"/>
                <a:gd name="csX55" fmla="*/ 78603 w 350409"/>
                <a:gd name="csY55" fmla="*/ 0 h 541446"/>
                <a:gd name="csX56" fmla="*/ 213660 w 350409"/>
                <a:gd name="csY56" fmla="*/ 64853 h 541446"/>
                <a:gd name="csX57" fmla="*/ 348750 w 350409"/>
                <a:gd name="csY57" fmla="*/ 129706 h 541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350409" h="541446">
                  <a:moveTo>
                    <a:pt x="348750" y="129706"/>
                  </a:moveTo>
                  <a:lnTo>
                    <a:pt x="350410" y="264120"/>
                  </a:lnTo>
                  <a:lnTo>
                    <a:pt x="321217" y="261749"/>
                  </a:lnTo>
                  <a:lnTo>
                    <a:pt x="305741" y="286708"/>
                  </a:lnTo>
                  <a:lnTo>
                    <a:pt x="296800" y="307603"/>
                  </a:lnTo>
                  <a:lnTo>
                    <a:pt x="303844" y="315528"/>
                  </a:lnTo>
                  <a:lnTo>
                    <a:pt x="292702" y="325925"/>
                  </a:lnTo>
                  <a:lnTo>
                    <a:pt x="296563" y="339945"/>
                  </a:lnTo>
                  <a:lnTo>
                    <a:pt x="287792" y="354067"/>
                  </a:lnTo>
                  <a:lnTo>
                    <a:pt x="284371" y="366496"/>
                  </a:lnTo>
                  <a:lnTo>
                    <a:pt x="296258" y="364532"/>
                  </a:lnTo>
                  <a:lnTo>
                    <a:pt x="303370" y="377604"/>
                  </a:lnTo>
                  <a:lnTo>
                    <a:pt x="303743" y="397280"/>
                  </a:lnTo>
                  <a:lnTo>
                    <a:pt x="316172" y="407237"/>
                  </a:lnTo>
                  <a:lnTo>
                    <a:pt x="315765" y="415466"/>
                  </a:lnTo>
                  <a:lnTo>
                    <a:pt x="294328" y="421223"/>
                  </a:lnTo>
                  <a:lnTo>
                    <a:pt x="277158" y="434939"/>
                  </a:lnTo>
                  <a:lnTo>
                    <a:pt x="252673" y="471887"/>
                  </a:lnTo>
                  <a:lnTo>
                    <a:pt x="220805" y="487566"/>
                  </a:lnTo>
                  <a:lnTo>
                    <a:pt x="188091" y="485467"/>
                  </a:lnTo>
                  <a:lnTo>
                    <a:pt x="178541" y="488582"/>
                  </a:lnTo>
                  <a:lnTo>
                    <a:pt x="181893" y="500503"/>
                  </a:lnTo>
                  <a:lnTo>
                    <a:pt x="164249" y="512356"/>
                  </a:lnTo>
                  <a:lnTo>
                    <a:pt x="149856" y="525564"/>
                  </a:lnTo>
                  <a:lnTo>
                    <a:pt x="107219" y="538534"/>
                  </a:lnTo>
                  <a:lnTo>
                    <a:pt x="98753" y="530847"/>
                  </a:lnTo>
                  <a:lnTo>
                    <a:pt x="93165" y="530204"/>
                  </a:lnTo>
                  <a:lnTo>
                    <a:pt x="86900" y="538907"/>
                  </a:lnTo>
                  <a:lnTo>
                    <a:pt x="58893" y="541447"/>
                  </a:lnTo>
                  <a:lnTo>
                    <a:pt x="64210" y="532269"/>
                  </a:lnTo>
                  <a:lnTo>
                    <a:pt x="53542" y="508936"/>
                  </a:lnTo>
                  <a:lnTo>
                    <a:pt x="48767" y="494915"/>
                  </a:lnTo>
                  <a:lnTo>
                    <a:pt x="34002" y="489158"/>
                  </a:lnTo>
                  <a:lnTo>
                    <a:pt x="14020" y="469414"/>
                  </a:lnTo>
                  <a:lnTo>
                    <a:pt x="21370" y="453430"/>
                  </a:lnTo>
                  <a:lnTo>
                    <a:pt x="36812" y="456816"/>
                  </a:lnTo>
                  <a:lnTo>
                    <a:pt x="46362" y="454412"/>
                  </a:lnTo>
                  <a:lnTo>
                    <a:pt x="65294" y="454750"/>
                  </a:lnTo>
                  <a:lnTo>
                    <a:pt x="46870" y="423966"/>
                  </a:lnTo>
                  <a:lnTo>
                    <a:pt x="48090" y="401446"/>
                  </a:lnTo>
                  <a:lnTo>
                    <a:pt x="45821" y="378992"/>
                  </a:lnTo>
                  <a:lnTo>
                    <a:pt x="32376" y="357318"/>
                  </a:lnTo>
                  <a:lnTo>
                    <a:pt x="35762" y="341368"/>
                  </a:lnTo>
                  <a:lnTo>
                    <a:pt x="14020" y="340589"/>
                  </a:lnTo>
                  <a:lnTo>
                    <a:pt x="14122" y="318779"/>
                  </a:lnTo>
                  <a:lnTo>
                    <a:pt x="0" y="306249"/>
                  </a:lnTo>
                  <a:lnTo>
                    <a:pt x="14630" y="261648"/>
                  </a:lnTo>
                  <a:lnTo>
                    <a:pt x="57843" y="229712"/>
                  </a:lnTo>
                  <a:lnTo>
                    <a:pt x="59604" y="185653"/>
                  </a:lnTo>
                  <a:lnTo>
                    <a:pt x="72676" y="116939"/>
                  </a:lnTo>
                  <a:lnTo>
                    <a:pt x="80025" y="102343"/>
                  </a:lnTo>
                  <a:lnTo>
                    <a:pt x="65937" y="90760"/>
                  </a:lnTo>
                  <a:lnTo>
                    <a:pt x="65395" y="79991"/>
                  </a:lnTo>
                  <a:lnTo>
                    <a:pt x="52729" y="71152"/>
                  </a:lnTo>
                  <a:lnTo>
                    <a:pt x="44398" y="18525"/>
                  </a:lnTo>
                  <a:lnTo>
                    <a:pt x="78603" y="0"/>
                  </a:lnTo>
                  <a:lnTo>
                    <a:pt x="213660" y="64853"/>
                  </a:lnTo>
                  <a:lnTo>
                    <a:pt x="348750" y="12970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E87D1FAB-94DB-8ED6-4180-5FA42FCD59BA}"/>
                </a:ext>
              </a:extLst>
            </p:cNvPr>
            <p:cNvSpPr/>
            <p:nvPr/>
          </p:nvSpPr>
          <p:spPr>
            <a:xfrm>
              <a:off x="3574266" y="2754528"/>
              <a:ext cx="95941" cy="63837"/>
            </a:xfrm>
            <a:custGeom>
              <a:avLst/>
              <a:gdLst>
                <a:gd name="csX0" fmla="*/ 92996 w 95941"/>
                <a:gd name="csY0" fmla="*/ 6841 h 63837"/>
                <a:gd name="csX1" fmla="*/ 95942 w 95941"/>
                <a:gd name="csY1" fmla="*/ 25264 h 63837"/>
                <a:gd name="csX2" fmla="*/ 93368 w 95941"/>
                <a:gd name="csY2" fmla="*/ 38302 h 63837"/>
                <a:gd name="csX3" fmla="*/ 85105 w 95941"/>
                <a:gd name="csY3" fmla="*/ 43992 h 63837"/>
                <a:gd name="csX4" fmla="*/ 93808 w 95941"/>
                <a:gd name="csY4" fmla="*/ 54151 h 63837"/>
                <a:gd name="csX5" fmla="*/ 93131 w 95941"/>
                <a:gd name="csY5" fmla="*/ 63363 h 63837"/>
                <a:gd name="csX6" fmla="*/ 70644 w 95941"/>
                <a:gd name="csY6" fmla="*/ 57606 h 63837"/>
                <a:gd name="csX7" fmla="*/ 54659 w 95941"/>
                <a:gd name="csY7" fmla="*/ 59942 h 63837"/>
                <a:gd name="csX8" fmla="*/ 33967 w 95941"/>
                <a:gd name="csY8" fmla="*/ 57504 h 63837"/>
                <a:gd name="csX9" fmla="*/ 18152 w 95941"/>
                <a:gd name="csY9" fmla="*/ 63837 h 63837"/>
                <a:gd name="csX10" fmla="*/ 0 w 95941"/>
                <a:gd name="csY10" fmla="*/ 53271 h 63837"/>
                <a:gd name="csX11" fmla="*/ 2980 w 95941"/>
                <a:gd name="csY11" fmla="*/ 42366 h 63837"/>
                <a:gd name="csX12" fmla="*/ 34137 w 95941"/>
                <a:gd name="csY12" fmla="*/ 47073 h 63837"/>
                <a:gd name="csX13" fmla="*/ 59705 w 95941"/>
                <a:gd name="csY13" fmla="*/ 49783 h 63837"/>
                <a:gd name="csX14" fmla="*/ 71897 w 95941"/>
                <a:gd name="csY14" fmla="*/ 42265 h 63837"/>
                <a:gd name="csX15" fmla="*/ 56420 w 95941"/>
                <a:gd name="csY15" fmla="*/ 27567 h 63837"/>
                <a:gd name="csX16" fmla="*/ 56692 w 95941"/>
                <a:gd name="csY16" fmla="*/ 14630 h 63837"/>
                <a:gd name="csX17" fmla="*/ 35322 w 95941"/>
                <a:gd name="csY17" fmla="*/ 9347 h 63837"/>
                <a:gd name="csX18" fmla="*/ 42942 w 95941"/>
                <a:gd name="csY18" fmla="*/ 0 h 63837"/>
                <a:gd name="csX19" fmla="*/ 63600 w 95941"/>
                <a:gd name="csY19" fmla="*/ 1490 h 63837"/>
                <a:gd name="csX20" fmla="*/ 92996 w 95941"/>
                <a:gd name="csY20" fmla="*/ 6841 h 638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5941" h="63837">
                  <a:moveTo>
                    <a:pt x="92996" y="6841"/>
                  </a:moveTo>
                  <a:lnTo>
                    <a:pt x="95942" y="25264"/>
                  </a:lnTo>
                  <a:lnTo>
                    <a:pt x="93368" y="38302"/>
                  </a:lnTo>
                  <a:lnTo>
                    <a:pt x="85105" y="43992"/>
                  </a:lnTo>
                  <a:lnTo>
                    <a:pt x="93808" y="54151"/>
                  </a:lnTo>
                  <a:lnTo>
                    <a:pt x="93131" y="63363"/>
                  </a:lnTo>
                  <a:lnTo>
                    <a:pt x="70644" y="57606"/>
                  </a:lnTo>
                  <a:lnTo>
                    <a:pt x="54659" y="59942"/>
                  </a:lnTo>
                  <a:lnTo>
                    <a:pt x="33967" y="57504"/>
                  </a:lnTo>
                  <a:lnTo>
                    <a:pt x="18152" y="63837"/>
                  </a:lnTo>
                  <a:lnTo>
                    <a:pt x="0" y="53271"/>
                  </a:lnTo>
                  <a:lnTo>
                    <a:pt x="2980" y="42366"/>
                  </a:lnTo>
                  <a:lnTo>
                    <a:pt x="34137" y="47073"/>
                  </a:lnTo>
                  <a:lnTo>
                    <a:pt x="59705" y="49783"/>
                  </a:lnTo>
                  <a:lnTo>
                    <a:pt x="71897" y="42265"/>
                  </a:lnTo>
                  <a:lnTo>
                    <a:pt x="56420" y="27567"/>
                  </a:lnTo>
                  <a:lnTo>
                    <a:pt x="56692" y="14630"/>
                  </a:lnTo>
                  <a:lnTo>
                    <a:pt x="35322" y="9347"/>
                  </a:lnTo>
                  <a:lnTo>
                    <a:pt x="42942" y="0"/>
                  </a:lnTo>
                  <a:lnTo>
                    <a:pt x="63600" y="1490"/>
                  </a:lnTo>
                  <a:lnTo>
                    <a:pt x="92996" y="684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F573DC95-FDD8-1049-E24E-D54790443416}"/>
                </a:ext>
              </a:extLst>
            </p:cNvPr>
            <p:cNvSpPr/>
            <p:nvPr/>
          </p:nvSpPr>
          <p:spPr>
            <a:xfrm>
              <a:off x="3659371" y="2755578"/>
              <a:ext cx="122831" cy="77417"/>
            </a:xfrm>
            <a:custGeom>
              <a:avLst/>
              <a:gdLst>
                <a:gd name="csX0" fmla="*/ 8026 w 122831"/>
                <a:gd name="csY0" fmla="*/ 62313 h 77417"/>
                <a:gd name="csX1" fmla="*/ 8703 w 122831"/>
                <a:gd name="csY1" fmla="*/ 53102 h 77417"/>
                <a:gd name="csX2" fmla="*/ 0 w 122831"/>
                <a:gd name="csY2" fmla="*/ 42942 h 77417"/>
                <a:gd name="csX3" fmla="*/ 8263 w 122831"/>
                <a:gd name="csY3" fmla="*/ 37252 h 77417"/>
                <a:gd name="csX4" fmla="*/ 10837 w 122831"/>
                <a:gd name="csY4" fmla="*/ 24214 h 77417"/>
                <a:gd name="csX5" fmla="*/ 7891 w 122831"/>
                <a:gd name="csY5" fmla="*/ 5791 h 77417"/>
                <a:gd name="csX6" fmla="*/ 12124 w 122831"/>
                <a:gd name="csY6" fmla="*/ 0 h 77417"/>
                <a:gd name="csX7" fmla="*/ 38539 w 122831"/>
                <a:gd name="csY7" fmla="*/ 169 h 77417"/>
                <a:gd name="csX8" fmla="*/ 58622 w 122831"/>
                <a:gd name="csY8" fmla="*/ 8873 h 77417"/>
                <a:gd name="csX9" fmla="*/ 67529 w 122831"/>
                <a:gd name="csY9" fmla="*/ 8026 h 77417"/>
                <a:gd name="csX10" fmla="*/ 73692 w 122831"/>
                <a:gd name="csY10" fmla="*/ 20049 h 77417"/>
                <a:gd name="csX11" fmla="*/ 92217 w 122831"/>
                <a:gd name="csY11" fmla="*/ 19371 h 77417"/>
                <a:gd name="csX12" fmla="*/ 91133 w 122831"/>
                <a:gd name="csY12" fmla="*/ 29463 h 77417"/>
                <a:gd name="csX13" fmla="*/ 106203 w 122831"/>
                <a:gd name="csY13" fmla="*/ 30683 h 77417"/>
                <a:gd name="csX14" fmla="*/ 122831 w 122831"/>
                <a:gd name="csY14" fmla="*/ 43111 h 77417"/>
                <a:gd name="csX15" fmla="*/ 110267 w 122831"/>
                <a:gd name="csY15" fmla="*/ 56895 h 77417"/>
                <a:gd name="csX16" fmla="*/ 94147 w 122831"/>
                <a:gd name="csY16" fmla="*/ 49512 h 77417"/>
                <a:gd name="csX17" fmla="*/ 78603 w 122831"/>
                <a:gd name="csY17" fmla="*/ 50934 h 77417"/>
                <a:gd name="csX18" fmla="*/ 67461 w 122831"/>
                <a:gd name="csY18" fmla="*/ 49343 h 77417"/>
                <a:gd name="csX19" fmla="*/ 61365 w 122831"/>
                <a:gd name="csY19" fmla="*/ 55506 h 77417"/>
                <a:gd name="csX20" fmla="*/ 48360 w 122831"/>
                <a:gd name="csY20" fmla="*/ 57606 h 77417"/>
                <a:gd name="csX21" fmla="*/ 43213 w 122831"/>
                <a:gd name="csY21" fmla="*/ 49376 h 77417"/>
                <a:gd name="csX22" fmla="*/ 32003 w 122831"/>
                <a:gd name="csY22" fmla="*/ 54253 h 77417"/>
                <a:gd name="csX23" fmla="*/ 18457 w 122831"/>
                <a:gd name="csY23" fmla="*/ 77417 h 77417"/>
                <a:gd name="csX24" fmla="*/ 9720 w 122831"/>
                <a:gd name="csY24" fmla="*/ 72033 h 77417"/>
                <a:gd name="csX25" fmla="*/ 8026 w 122831"/>
                <a:gd name="csY25" fmla="*/ 62313 h 774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22831" h="77417">
                  <a:moveTo>
                    <a:pt x="8026" y="62313"/>
                  </a:moveTo>
                  <a:lnTo>
                    <a:pt x="8703" y="53102"/>
                  </a:lnTo>
                  <a:lnTo>
                    <a:pt x="0" y="42942"/>
                  </a:lnTo>
                  <a:lnTo>
                    <a:pt x="8263" y="37252"/>
                  </a:lnTo>
                  <a:lnTo>
                    <a:pt x="10837" y="24214"/>
                  </a:lnTo>
                  <a:lnTo>
                    <a:pt x="7891" y="5791"/>
                  </a:lnTo>
                  <a:lnTo>
                    <a:pt x="12124" y="0"/>
                  </a:lnTo>
                  <a:lnTo>
                    <a:pt x="38539" y="169"/>
                  </a:lnTo>
                  <a:lnTo>
                    <a:pt x="58622" y="8873"/>
                  </a:lnTo>
                  <a:lnTo>
                    <a:pt x="67529" y="8026"/>
                  </a:lnTo>
                  <a:lnTo>
                    <a:pt x="73692" y="20049"/>
                  </a:lnTo>
                  <a:lnTo>
                    <a:pt x="92217" y="19371"/>
                  </a:lnTo>
                  <a:lnTo>
                    <a:pt x="91133" y="29463"/>
                  </a:lnTo>
                  <a:lnTo>
                    <a:pt x="106203" y="30683"/>
                  </a:lnTo>
                  <a:lnTo>
                    <a:pt x="122831" y="43111"/>
                  </a:lnTo>
                  <a:lnTo>
                    <a:pt x="110267" y="56895"/>
                  </a:lnTo>
                  <a:lnTo>
                    <a:pt x="94147" y="49512"/>
                  </a:lnTo>
                  <a:lnTo>
                    <a:pt x="78603" y="50934"/>
                  </a:lnTo>
                  <a:lnTo>
                    <a:pt x="67461" y="49343"/>
                  </a:lnTo>
                  <a:lnTo>
                    <a:pt x="61365" y="55506"/>
                  </a:lnTo>
                  <a:lnTo>
                    <a:pt x="48360" y="57606"/>
                  </a:lnTo>
                  <a:lnTo>
                    <a:pt x="43213" y="49376"/>
                  </a:lnTo>
                  <a:lnTo>
                    <a:pt x="32003" y="54253"/>
                  </a:lnTo>
                  <a:lnTo>
                    <a:pt x="18457" y="77417"/>
                  </a:lnTo>
                  <a:lnTo>
                    <a:pt x="9720" y="72033"/>
                  </a:lnTo>
                  <a:lnTo>
                    <a:pt x="8026" y="62313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792877B3-3C3C-790D-8FBF-BFAEF1DCCB28}"/>
                </a:ext>
              </a:extLst>
            </p:cNvPr>
            <p:cNvSpPr/>
            <p:nvPr/>
          </p:nvSpPr>
          <p:spPr>
            <a:xfrm>
              <a:off x="0" y="677401"/>
              <a:ext cx="12191695" cy="1357985"/>
            </a:xfrm>
            <a:custGeom>
              <a:avLst/>
              <a:gdLst>
                <a:gd name="csX0" fmla="*/ 12148516 w 12191695"/>
                <a:gd name="csY0" fmla="*/ 343772 h 1357985"/>
                <a:gd name="csX1" fmla="*/ 12191695 w 12191695"/>
                <a:gd name="csY1" fmla="*/ 329650 h 1357985"/>
                <a:gd name="csX2" fmla="*/ 12191695 w 12191695"/>
                <a:gd name="csY2" fmla="*/ 352814 h 1357985"/>
                <a:gd name="csX3" fmla="*/ 12154545 w 12191695"/>
                <a:gd name="csY3" fmla="*/ 354541 h 1357985"/>
                <a:gd name="csX4" fmla="*/ 12148516 w 12191695"/>
                <a:gd name="csY4" fmla="*/ 343772 h 1357985"/>
                <a:gd name="csX5" fmla="*/ 7758693 w 12191695"/>
                <a:gd name="csY5" fmla="*/ 1180258 h 1357985"/>
                <a:gd name="csX6" fmla="*/ 7743251 w 12191695"/>
                <a:gd name="csY6" fmla="*/ 1200340 h 1357985"/>
                <a:gd name="csX7" fmla="*/ 7710434 w 12191695"/>
                <a:gd name="csY7" fmla="*/ 1205928 h 1357985"/>
                <a:gd name="csX8" fmla="*/ 7676772 w 12191695"/>
                <a:gd name="csY8" fmla="*/ 1240878 h 1357985"/>
                <a:gd name="csX9" fmla="*/ 7707556 w 12191695"/>
                <a:gd name="csY9" fmla="*/ 1273016 h 1357985"/>
                <a:gd name="csX10" fmla="*/ 7704237 w 12191695"/>
                <a:gd name="csY10" fmla="*/ 1295808 h 1357985"/>
                <a:gd name="csX11" fmla="*/ 7741185 w 12191695"/>
                <a:gd name="csY11" fmla="*/ 1335702 h 1357985"/>
                <a:gd name="csX12" fmla="*/ 7741185 w 12191695"/>
                <a:gd name="csY12" fmla="*/ 1335702 h 1357985"/>
                <a:gd name="csX13" fmla="*/ 7720967 w 12191695"/>
                <a:gd name="csY13" fmla="*/ 1349350 h 1357985"/>
                <a:gd name="csX14" fmla="*/ 7715176 w 12191695"/>
                <a:gd name="csY14" fmla="*/ 1357986 h 1357985"/>
                <a:gd name="csX15" fmla="*/ 7700173 w 12191695"/>
                <a:gd name="csY15" fmla="*/ 1355649 h 1357985"/>
                <a:gd name="csX16" fmla="*/ 7676908 w 12191695"/>
                <a:gd name="csY16" fmla="*/ 1335092 h 1357985"/>
                <a:gd name="csX17" fmla="*/ 7667391 w 12191695"/>
                <a:gd name="csY17" fmla="*/ 1333941 h 1357985"/>
                <a:gd name="csX18" fmla="*/ 7646090 w 12191695"/>
                <a:gd name="csY18" fmla="*/ 1326118 h 1357985"/>
                <a:gd name="csX19" fmla="*/ 7635727 w 12191695"/>
                <a:gd name="csY19" fmla="*/ 1312199 h 1357985"/>
                <a:gd name="csX20" fmla="*/ 7604163 w 12191695"/>
                <a:gd name="csY20" fmla="*/ 1305121 h 1357985"/>
                <a:gd name="csX21" fmla="*/ 7583607 w 12191695"/>
                <a:gd name="csY21" fmla="*/ 1310438 h 1357985"/>
                <a:gd name="csX22" fmla="*/ 7577680 w 12191695"/>
                <a:gd name="csY22" fmla="*/ 1304139 h 1357985"/>
                <a:gd name="csX23" fmla="*/ 7531555 w 12191695"/>
                <a:gd name="csY23" fmla="*/ 1287917 h 1357985"/>
                <a:gd name="csX24" fmla="*/ 7481705 w 12191695"/>
                <a:gd name="csY24" fmla="*/ 1282431 h 1357985"/>
                <a:gd name="csX25" fmla="*/ 7453088 w 12191695"/>
                <a:gd name="csY25" fmla="*/ 1276640 h 1357985"/>
                <a:gd name="csX26" fmla="*/ 7448957 w 12191695"/>
                <a:gd name="csY26" fmla="*/ 1280636 h 1357985"/>
                <a:gd name="csX27" fmla="*/ 7405777 w 12191695"/>
                <a:gd name="csY27" fmla="*/ 1252020 h 1357985"/>
                <a:gd name="csX28" fmla="*/ 7367137 w 12191695"/>
                <a:gd name="csY28" fmla="*/ 1239252 h 1357985"/>
                <a:gd name="csX29" fmla="*/ 7337877 w 12191695"/>
                <a:gd name="csY29" fmla="*/ 1219339 h 1357985"/>
                <a:gd name="csX30" fmla="*/ 7362531 w 12191695"/>
                <a:gd name="csY30" fmla="*/ 1213921 h 1357985"/>
                <a:gd name="csX31" fmla="*/ 7390640 w 12191695"/>
                <a:gd name="csY31" fmla="*/ 1185609 h 1357985"/>
                <a:gd name="csX32" fmla="*/ 7371708 w 12191695"/>
                <a:gd name="csY32" fmla="*/ 1172198 h 1357985"/>
                <a:gd name="csX33" fmla="*/ 7421627 w 12191695"/>
                <a:gd name="csY33" fmla="*/ 1158381 h 1357985"/>
                <a:gd name="csX34" fmla="*/ 7420713 w 12191695"/>
                <a:gd name="csY34" fmla="*/ 1150998 h 1357985"/>
                <a:gd name="csX35" fmla="*/ 7390335 w 12191695"/>
                <a:gd name="csY35" fmla="*/ 1156450 h 1357985"/>
                <a:gd name="csX36" fmla="*/ 7391385 w 12191695"/>
                <a:gd name="csY36" fmla="*/ 1141414 h 1357985"/>
                <a:gd name="csX37" fmla="*/ 7408859 w 12191695"/>
                <a:gd name="csY37" fmla="*/ 1131931 h 1357985"/>
                <a:gd name="csX38" fmla="*/ 7441608 w 12191695"/>
                <a:gd name="csY38" fmla="*/ 1129459 h 1357985"/>
                <a:gd name="csX39" fmla="*/ 7446958 w 12191695"/>
                <a:gd name="csY39" fmla="*/ 1118182 h 1357985"/>
                <a:gd name="csX40" fmla="*/ 7439474 w 12191695"/>
                <a:gd name="csY40" fmla="*/ 1099488 h 1357985"/>
                <a:gd name="csX41" fmla="*/ 7453223 w 12191695"/>
                <a:gd name="csY41" fmla="*/ 1081776 h 1357985"/>
                <a:gd name="csX42" fmla="*/ 7452817 w 12191695"/>
                <a:gd name="csY42" fmla="*/ 1071819 h 1357985"/>
                <a:gd name="csX43" fmla="*/ 7402899 w 12191695"/>
                <a:gd name="csY43" fmla="*/ 1060813 h 1357985"/>
                <a:gd name="csX44" fmla="*/ 7383121 w 12191695"/>
                <a:gd name="csY44" fmla="*/ 1061152 h 1357985"/>
                <a:gd name="csX45" fmla="*/ 7362193 w 12191695"/>
                <a:gd name="csY45" fmla="*/ 1045303 h 1357985"/>
                <a:gd name="csX46" fmla="*/ 7336217 w 12191695"/>
                <a:gd name="csY46" fmla="*/ 1050653 h 1357985"/>
                <a:gd name="csX47" fmla="*/ 7293208 w 12191695"/>
                <a:gd name="csY47" fmla="*/ 1038766 h 1357985"/>
                <a:gd name="csX48" fmla="*/ 7293953 w 12191695"/>
                <a:gd name="csY48" fmla="*/ 1032095 h 1357985"/>
                <a:gd name="csX49" fmla="*/ 7281897 w 12191695"/>
                <a:gd name="csY49" fmla="*/ 1017397 h 1357985"/>
                <a:gd name="csX50" fmla="*/ 7254906 w 12191695"/>
                <a:gd name="csY50" fmla="*/ 1015771 h 1357985"/>
                <a:gd name="csX51" fmla="*/ 7252094 w 12191695"/>
                <a:gd name="csY51" fmla="*/ 1005273 h 1357985"/>
                <a:gd name="csX52" fmla="*/ 7260561 w 12191695"/>
                <a:gd name="csY52" fmla="*/ 998398 h 1357985"/>
                <a:gd name="csX53" fmla="*/ 7238921 w 12191695"/>
                <a:gd name="csY53" fmla="*/ 979230 h 1357985"/>
                <a:gd name="csX54" fmla="*/ 7203802 w 12191695"/>
                <a:gd name="csY54" fmla="*/ 982515 h 1357985"/>
                <a:gd name="csX55" fmla="*/ 7193507 w 12191695"/>
                <a:gd name="csY55" fmla="*/ 980788 h 1357985"/>
                <a:gd name="csX56" fmla="*/ 7184939 w 12191695"/>
                <a:gd name="csY56" fmla="*/ 988509 h 1357985"/>
                <a:gd name="csX57" fmla="*/ 7172307 w 12191695"/>
                <a:gd name="csY57" fmla="*/ 987121 h 1357985"/>
                <a:gd name="csX58" fmla="*/ 7172307 w 12191695"/>
                <a:gd name="csY58" fmla="*/ 987121 h 1357985"/>
                <a:gd name="csX59" fmla="*/ 7163975 w 12191695"/>
                <a:gd name="csY59" fmla="*/ 965447 h 1357985"/>
                <a:gd name="csX60" fmla="*/ 7156017 w 12191695"/>
                <a:gd name="csY60" fmla="*/ 954203 h 1357985"/>
                <a:gd name="csX61" fmla="*/ 7162553 w 12191695"/>
                <a:gd name="csY61" fmla="*/ 951054 h 1357985"/>
                <a:gd name="csX62" fmla="*/ 7189883 w 12191695"/>
                <a:gd name="csY62" fmla="*/ 952205 h 1357985"/>
                <a:gd name="csX63" fmla="*/ 7203057 w 12191695"/>
                <a:gd name="csY63" fmla="*/ 944823 h 1357985"/>
                <a:gd name="csX64" fmla="*/ 7193304 w 12191695"/>
                <a:gd name="csY64" fmla="*/ 935780 h 1357985"/>
                <a:gd name="csX65" fmla="*/ 7170444 w 12191695"/>
                <a:gd name="csY65" fmla="*/ 929820 h 1357985"/>
                <a:gd name="csX66" fmla="*/ 7172476 w 12191695"/>
                <a:gd name="csY66" fmla="*/ 923690 h 1357985"/>
                <a:gd name="csX67" fmla="*/ 7158693 w 12191695"/>
                <a:gd name="csY67" fmla="*/ 917527 h 1357985"/>
                <a:gd name="csX68" fmla="*/ 7137492 w 12191695"/>
                <a:gd name="csY68" fmla="*/ 895345 h 1357985"/>
                <a:gd name="csX69" fmla="*/ 7144740 w 12191695"/>
                <a:gd name="csY69" fmla="*/ 886201 h 1357985"/>
                <a:gd name="csX70" fmla="*/ 7141421 w 12191695"/>
                <a:gd name="csY70" fmla="*/ 870318 h 1357985"/>
                <a:gd name="csX71" fmla="*/ 7108300 w 12191695"/>
                <a:gd name="csY71" fmla="*/ 862258 h 1357985"/>
                <a:gd name="csX72" fmla="*/ 7090554 w 12191695"/>
                <a:gd name="csY72" fmla="*/ 866288 h 1357985"/>
                <a:gd name="csX73" fmla="*/ 7085746 w 12191695"/>
                <a:gd name="csY73" fmla="*/ 857889 h 1357985"/>
                <a:gd name="csX74" fmla="*/ 7050085 w 12191695"/>
                <a:gd name="csY74" fmla="*/ 849389 h 1357985"/>
                <a:gd name="csX75" fmla="*/ 7039180 w 12191695"/>
                <a:gd name="csY75" fmla="*/ 829408 h 1357985"/>
                <a:gd name="csX76" fmla="*/ 7036302 w 12191695"/>
                <a:gd name="csY76" fmla="*/ 812983 h 1357985"/>
                <a:gd name="csX77" fmla="*/ 7019978 w 12191695"/>
                <a:gd name="csY77" fmla="*/ 805160 h 1357985"/>
                <a:gd name="csX78" fmla="*/ 7034507 w 12191695"/>
                <a:gd name="csY78" fmla="*/ 794424 h 1357985"/>
                <a:gd name="csX79" fmla="*/ 7024448 w 12191695"/>
                <a:gd name="csY79" fmla="*/ 762828 h 1357985"/>
                <a:gd name="csX80" fmla="*/ 7048561 w 12191695"/>
                <a:gd name="csY80" fmla="*/ 743321 h 1357985"/>
                <a:gd name="csX81" fmla="*/ 7043447 w 12191695"/>
                <a:gd name="csY81" fmla="*/ 737428 h 1357985"/>
                <a:gd name="csX82" fmla="*/ 7043447 w 12191695"/>
                <a:gd name="csY82" fmla="*/ 737428 h 1357985"/>
                <a:gd name="csX83" fmla="*/ 7081953 w 12191695"/>
                <a:gd name="csY83" fmla="*/ 718701 h 1357985"/>
                <a:gd name="csX84" fmla="*/ 7046462 w 12191695"/>
                <a:gd name="csY84" fmla="*/ 702580 h 1357985"/>
                <a:gd name="csX85" fmla="*/ 7046462 w 12191695"/>
                <a:gd name="csY85" fmla="*/ 702580 h 1357985"/>
                <a:gd name="csX86" fmla="*/ 7118968 w 12191695"/>
                <a:gd name="csY86" fmla="*/ 659368 h 1357985"/>
                <a:gd name="csX87" fmla="*/ 7150429 w 12191695"/>
                <a:gd name="csY87" fmla="*/ 639793 h 1357985"/>
                <a:gd name="csX88" fmla="*/ 7163163 w 12191695"/>
                <a:gd name="csY88" fmla="*/ 622522 h 1357985"/>
                <a:gd name="csX89" fmla="*/ 7113041 w 12191695"/>
                <a:gd name="csY89" fmla="*/ 599324 h 1357985"/>
                <a:gd name="csX90" fmla="*/ 7126893 w 12191695"/>
                <a:gd name="csY90" fmla="*/ 577277 h 1357985"/>
                <a:gd name="csX91" fmla="*/ 7096380 w 12191695"/>
                <a:gd name="csY91" fmla="*/ 552047 h 1357985"/>
                <a:gd name="csX92" fmla="*/ 7119205 w 12191695"/>
                <a:gd name="csY92" fmla="*/ 523024 h 1357985"/>
                <a:gd name="csX93" fmla="*/ 7079819 w 12191695"/>
                <a:gd name="csY93" fmla="*/ 484484 h 1357985"/>
                <a:gd name="csX94" fmla="*/ 7111044 w 12191695"/>
                <a:gd name="csY94" fmla="*/ 458950 h 1357985"/>
                <a:gd name="csX95" fmla="*/ 7059195 w 12191695"/>
                <a:gd name="csY95" fmla="*/ 436361 h 1357985"/>
                <a:gd name="csX96" fmla="*/ 7064139 w 12191695"/>
                <a:gd name="csY96" fmla="*/ 412655 h 1357985"/>
                <a:gd name="csX97" fmla="*/ 7091503 w 12191695"/>
                <a:gd name="csY97" fmla="*/ 409539 h 1357985"/>
                <a:gd name="csX98" fmla="*/ 7149109 w 12191695"/>
                <a:gd name="csY98" fmla="*/ 395959 h 1357985"/>
                <a:gd name="csX99" fmla="*/ 7149109 w 12191695"/>
                <a:gd name="csY99" fmla="*/ 395959 h 1357985"/>
                <a:gd name="csX100" fmla="*/ 7184058 w 12191695"/>
                <a:gd name="csY100" fmla="*/ 384174 h 1357985"/>
                <a:gd name="csX101" fmla="*/ 7239666 w 12191695"/>
                <a:gd name="csY101" fmla="*/ 404663 h 1357985"/>
                <a:gd name="csX102" fmla="*/ 7332425 w 12191695"/>
                <a:gd name="csY102" fmla="*/ 412723 h 1357985"/>
                <a:gd name="csX103" fmla="*/ 7460370 w 12191695"/>
                <a:gd name="csY103" fmla="*/ 451025 h 1357985"/>
                <a:gd name="csX104" fmla="*/ 7486378 w 12191695"/>
                <a:gd name="csY104" fmla="*/ 467111 h 1357985"/>
                <a:gd name="csX105" fmla="*/ 7488614 w 12191695"/>
                <a:gd name="csY105" fmla="*/ 489632 h 1357985"/>
                <a:gd name="csX106" fmla="*/ 7451023 w 12191695"/>
                <a:gd name="csY106" fmla="*/ 507445 h 1357985"/>
                <a:gd name="csX107" fmla="*/ 7395719 w 12191695"/>
                <a:gd name="csY107" fmla="*/ 516454 h 1357985"/>
                <a:gd name="csX108" fmla="*/ 7244543 w 12191695"/>
                <a:gd name="csY108" fmla="*/ 490716 h 1357985"/>
                <a:gd name="csX109" fmla="*/ 7219651 w 12191695"/>
                <a:gd name="csY109" fmla="*/ 495017 h 1357985"/>
                <a:gd name="csX110" fmla="*/ 7274886 w 12191695"/>
                <a:gd name="csY110" fmla="*/ 519840 h 1357985"/>
                <a:gd name="csX111" fmla="*/ 7277054 w 12191695"/>
                <a:gd name="csY111" fmla="*/ 535554 h 1357985"/>
                <a:gd name="csX112" fmla="*/ 7279255 w 12191695"/>
                <a:gd name="csY112" fmla="*/ 570165 h 1357985"/>
                <a:gd name="csX113" fmla="*/ 7322840 w 12191695"/>
                <a:gd name="csY113" fmla="*/ 580494 h 1357985"/>
                <a:gd name="csX114" fmla="*/ 7349323 w 12191695"/>
                <a:gd name="csY114" fmla="*/ 589265 h 1357985"/>
                <a:gd name="csX115" fmla="*/ 7353692 w 12191695"/>
                <a:gd name="csY115" fmla="*/ 572840 h 1357985"/>
                <a:gd name="csX116" fmla="*/ 7333305 w 12191695"/>
                <a:gd name="csY116" fmla="*/ 558312 h 1357985"/>
                <a:gd name="csX117" fmla="*/ 7354843 w 12191695"/>
                <a:gd name="csY117" fmla="*/ 545477 h 1357985"/>
                <a:gd name="csX118" fmla="*/ 7436697 w 12191695"/>
                <a:gd name="csY118" fmla="*/ 566541 h 1357985"/>
                <a:gd name="csX119" fmla="*/ 7465246 w 12191695"/>
                <a:gd name="csY119" fmla="*/ 558312 h 1357985"/>
                <a:gd name="csX120" fmla="*/ 7442454 w 12191695"/>
                <a:gd name="csY120" fmla="*/ 533488 h 1357985"/>
                <a:gd name="csX121" fmla="*/ 7521362 w 12191695"/>
                <a:gd name="csY121" fmla="*/ 500334 h 1357985"/>
                <a:gd name="csX122" fmla="*/ 7552620 w 12191695"/>
                <a:gd name="csY122" fmla="*/ 502264 h 1357985"/>
                <a:gd name="csX123" fmla="*/ 7584250 w 12191695"/>
                <a:gd name="csY123" fmla="*/ 514117 h 1357985"/>
                <a:gd name="csX124" fmla="*/ 7603960 w 12191695"/>
                <a:gd name="csY124" fmla="*/ 490851 h 1357985"/>
                <a:gd name="csX125" fmla="*/ 7575716 w 12191695"/>
                <a:gd name="csY125" fmla="*/ 470667 h 1357985"/>
                <a:gd name="csX126" fmla="*/ 7592311 w 12191695"/>
                <a:gd name="csY126" fmla="*/ 450382 h 1357985"/>
                <a:gd name="csX127" fmla="*/ 7567419 w 12191695"/>
                <a:gd name="csY127" fmla="*/ 429385 h 1357985"/>
                <a:gd name="csX128" fmla="*/ 7662142 w 12191695"/>
                <a:gd name="csY128" fmla="*/ 440256 h 1357985"/>
                <a:gd name="csX129" fmla="*/ 7681479 w 12191695"/>
                <a:gd name="csY129" fmla="*/ 459221 h 1357985"/>
                <a:gd name="csX130" fmla="*/ 7638605 w 12191695"/>
                <a:gd name="csY130" fmla="*/ 463386 h 1357985"/>
                <a:gd name="csX131" fmla="*/ 7638842 w 12191695"/>
                <a:gd name="csY131" fmla="*/ 482249 h 1357985"/>
                <a:gd name="csX132" fmla="*/ 7665495 w 12191695"/>
                <a:gd name="csY132" fmla="*/ 493831 h 1357985"/>
                <a:gd name="csX133" fmla="*/ 7717817 w 12191695"/>
                <a:gd name="csY133" fmla="*/ 486483 h 1357985"/>
                <a:gd name="csX134" fmla="*/ 7726115 w 12191695"/>
                <a:gd name="csY134" fmla="*/ 464910 h 1357985"/>
                <a:gd name="csX135" fmla="*/ 7796860 w 12191695"/>
                <a:gd name="csY135" fmla="*/ 448756 h 1357985"/>
                <a:gd name="csX136" fmla="*/ 7915018 w 12191695"/>
                <a:gd name="csY136" fmla="*/ 419699 h 1357985"/>
                <a:gd name="csX137" fmla="*/ 7940587 w 12191695"/>
                <a:gd name="csY137" fmla="*/ 421359 h 1357985"/>
                <a:gd name="csX138" fmla="*/ 7907195 w 12191695"/>
                <a:gd name="csY138" fmla="*/ 441915 h 1357985"/>
                <a:gd name="csX139" fmla="*/ 7949189 w 12191695"/>
                <a:gd name="csY139" fmla="*/ 445437 h 1357985"/>
                <a:gd name="csX140" fmla="*/ 7973470 w 12191695"/>
                <a:gd name="csY140" fmla="*/ 433855 h 1357985"/>
                <a:gd name="csX141" fmla="*/ 8036935 w 12191695"/>
                <a:gd name="csY141" fmla="*/ 432941 h 1357985"/>
                <a:gd name="csX142" fmla="*/ 8087226 w 12191695"/>
                <a:gd name="csY142" fmla="*/ 418886 h 1357985"/>
                <a:gd name="csX143" fmla="*/ 8125799 w 12191695"/>
                <a:gd name="csY143" fmla="*/ 439307 h 1357985"/>
                <a:gd name="csX144" fmla="*/ 8164304 w 12191695"/>
                <a:gd name="csY144" fmla="*/ 416854 h 1357985"/>
                <a:gd name="csX145" fmla="*/ 8128813 w 12191695"/>
                <a:gd name="csY145" fmla="*/ 397246 h 1357985"/>
                <a:gd name="csX146" fmla="*/ 8146423 w 12191695"/>
                <a:gd name="csY146" fmla="*/ 386070 h 1357985"/>
                <a:gd name="csX147" fmla="*/ 8246463 w 12191695"/>
                <a:gd name="csY147" fmla="*/ 396332 h 1357985"/>
                <a:gd name="csX148" fmla="*/ 8293333 w 12191695"/>
                <a:gd name="csY148" fmla="*/ 406898 h 1357985"/>
                <a:gd name="csX149" fmla="*/ 8416062 w 12191695"/>
                <a:gd name="csY149" fmla="*/ 445607 h 1357985"/>
                <a:gd name="csX150" fmla="*/ 8438719 w 12191695"/>
                <a:gd name="csY150" fmla="*/ 427861 h 1357985"/>
                <a:gd name="csX151" fmla="*/ 8404277 w 12191695"/>
                <a:gd name="csY151" fmla="*/ 409980 h 1357985"/>
                <a:gd name="csX152" fmla="*/ 8403295 w 12191695"/>
                <a:gd name="csY152" fmla="*/ 402800 h 1357985"/>
                <a:gd name="csX153" fmla="*/ 8362487 w 12191695"/>
                <a:gd name="csY153" fmla="*/ 399447 h 1357985"/>
                <a:gd name="csX154" fmla="*/ 8373663 w 12191695"/>
                <a:gd name="csY154" fmla="*/ 383395 h 1357985"/>
                <a:gd name="csX155" fmla="*/ 8355545 w 12191695"/>
                <a:gd name="csY155" fmla="*/ 356980 h 1357985"/>
                <a:gd name="csX156" fmla="*/ 8354529 w 12191695"/>
                <a:gd name="csY156" fmla="*/ 346143 h 1357985"/>
                <a:gd name="csX157" fmla="*/ 8417011 w 12191695"/>
                <a:gd name="csY157" fmla="*/ 315494 h 1357985"/>
                <a:gd name="csX158" fmla="*/ 8439227 w 12191695"/>
                <a:gd name="csY158" fmla="*/ 284710 h 1357985"/>
                <a:gd name="csX159" fmla="*/ 8464423 w 12191695"/>
                <a:gd name="csY159" fmla="*/ 278038 h 1357985"/>
                <a:gd name="csX160" fmla="*/ 8554100 w 12191695"/>
                <a:gd name="csY160" fmla="*/ 286979 h 1357985"/>
                <a:gd name="csX161" fmla="*/ 8561144 w 12191695"/>
                <a:gd name="csY161" fmla="*/ 305808 h 1357985"/>
                <a:gd name="csX162" fmla="*/ 8529039 w 12191695"/>
                <a:gd name="csY162" fmla="*/ 333274 h 1357985"/>
                <a:gd name="csX163" fmla="*/ 8550103 w 12191695"/>
                <a:gd name="csY163" fmla="*/ 344077 h 1357985"/>
                <a:gd name="csX164" fmla="*/ 8561008 w 12191695"/>
                <a:gd name="csY164" fmla="*/ 367749 h 1357985"/>
                <a:gd name="csX165" fmla="*/ 8553321 w 12191695"/>
                <a:gd name="csY165" fmla="*/ 414145 h 1357985"/>
                <a:gd name="csX166" fmla="*/ 8590675 w 12191695"/>
                <a:gd name="csY166" fmla="*/ 434905 h 1357985"/>
                <a:gd name="csX167" fmla="*/ 8576146 w 12191695"/>
                <a:gd name="csY167" fmla="*/ 457527 h 1357985"/>
                <a:gd name="csX168" fmla="*/ 8509803 w 12191695"/>
                <a:gd name="csY168" fmla="*/ 505617 h 1357985"/>
                <a:gd name="csX169" fmla="*/ 8548512 w 12191695"/>
                <a:gd name="csY169" fmla="*/ 510595 h 1357985"/>
                <a:gd name="csX170" fmla="*/ 8561990 w 12191695"/>
                <a:gd name="csY170" fmla="*/ 498403 h 1357985"/>
                <a:gd name="csX171" fmla="*/ 8599243 w 12191695"/>
                <a:gd name="csY171" fmla="*/ 489734 h 1357985"/>
                <a:gd name="csX172" fmla="*/ 8608251 w 12191695"/>
                <a:gd name="csY172" fmla="*/ 472970 h 1357985"/>
                <a:gd name="csX173" fmla="*/ 8637545 w 12191695"/>
                <a:gd name="csY173" fmla="*/ 456850 h 1357985"/>
                <a:gd name="csX174" fmla="*/ 8617801 w 12191695"/>
                <a:gd name="csY174" fmla="*/ 437580 h 1357985"/>
                <a:gd name="csX175" fmla="*/ 8633617 w 12191695"/>
                <a:gd name="csY175" fmla="*/ 415229 h 1357985"/>
                <a:gd name="csX176" fmla="*/ 8596567 w 12191695"/>
                <a:gd name="csY176" fmla="*/ 412452 h 1357985"/>
                <a:gd name="csX177" fmla="*/ 8588440 w 12191695"/>
                <a:gd name="csY177" fmla="*/ 393589 h 1357985"/>
                <a:gd name="csX178" fmla="*/ 8615464 w 12191695"/>
                <a:gd name="csY178" fmla="*/ 359587 h 1357985"/>
                <a:gd name="csX179" fmla="*/ 8571473 w 12191695"/>
                <a:gd name="csY179" fmla="*/ 331987 h 1357985"/>
                <a:gd name="csX180" fmla="*/ 8632093 w 12191695"/>
                <a:gd name="csY180" fmla="*/ 309161 h 1357985"/>
                <a:gd name="csX181" fmla="*/ 8624236 w 12191695"/>
                <a:gd name="csY181" fmla="*/ 285082 h 1357985"/>
                <a:gd name="csX182" fmla="*/ 8641135 w 12191695"/>
                <a:gd name="csY182" fmla="*/ 284304 h 1357985"/>
                <a:gd name="csX183" fmla="*/ 8658948 w 12191695"/>
                <a:gd name="csY183" fmla="*/ 303065 h 1357985"/>
                <a:gd name="csX184" fmla="*/ 8645571 w 12191695"/>
                <a:gd name="csY184" fmla="*/ 335746 h 1357985"/>
                <a:gd name="csX185" fmla="*/ 8681808 w 12191695"/>
                <a:gd name="csY185" fmla="*/ 341943 h 1357985"/>
                <a:gd name="csX186" fmla="*/ 8666365 w 12191695"/>
                <a:gd name="csY186" fmla="*/ 317526 h 1357985"/>
                <a:gd name="csX187" fmla="*/ 8723056 w 12191695"/>
                <a:gd name="csY187" fmla="*/ 304217 h 1357985"/>
                <a:gd name="csX188" fmla="*/ 8793328 w 12191695"/>
                <a:gd name="csY188" fmla="*/ 302422 h 1357985"/>
                <a:gd name="csX189" fmla="*/ 8855912 w 12191695"/>
                <a:gd name="csY189" fmla="*/ 321725 h 1357985"/>
                <a:gd name="csX190" fmla="*/ 8825805 w 12191695"/>
                <a:gd name="csY190" fmla="*/ 293515 h 1357985"/>
                <a:gd name="csX191" fmla="*/ 8822418 w 12191695"/>
                <a:gd name="csY191" fmla="*/ 257448 h 1357985"/>
                <a:gd name="csX192" fmla="*/ 8881311 w 12191695"/>
                <a:gd name="csY192" fmla="*/ 250607 h 1357985"/>
                <a:gd name="csX193" fmla="*/ 8962758 w 12191695"/>
                <a:gd name="csY193" fmla="*/ 252097 h 1357985"/>
                <a:gd name="csX194" fmla="*/ 9036145 w 12191695"/>
                <a:gd name="csY194" fmla="*/ 247661 h 1357985"/>
                <a:gd name="csX195" fmla="*/ 9008647 w 12191695"/>
                <a:gd name="csY195" fmla="*/ 229949 h 1357985"/>
                <a:gd name="csX196" fmla="*/ 9047829 w 12191695"/>
                <a:gd name="csY196" fmla="*/ 207733 h 1357985"/>
                <a:gd name="csX197" fmla="*/ 9086742 w 12191695"/>
                <a:gd name="csY197" fmla="*/ 206785 h 1357985"/>
                <a:gd name="csX198" fmla="*/ 9152577 w 12191695"/>
                <a:gd name="csY198" fmla="*/ 189987 h 1357985"/>
                <a:gd name="csX199" fmla="*/ 9242016 w 12191695"/>
                <a:gd name="csY199" fmla="*/ 185483 h 1357985"/>
                <a:gd name="csX200" fmla="*/ 9253294 w 12191695"/>
                <a:gd name="csY200" fmla="*/ 176204 h 1357985"/>
                <a:gd name="csX201" fmla="*/ 9342224 w 12191695"/>
                <a:gd name="csY201" fmla="*/ 173054 h 1357985"/>
                <a:gd name="csX202" fmla="*/ 9369927 w 12191695"/>
                <a:gd name="csY202" fmla="*/ 180674 h 1357985"/>
                <a:gd name="csX203" fmla="*/ 9445956 w 12191695"/>
                <a:gd name="csY203" fmla="*/ 162658 h 1357985"/>
                <a:gd name="csX204" fmla="*/ 9508168 w 12191695"/>
                <a:gd name="csY204" fmla="*/ 163233 h 1357985"/>
                <a:gd name="csX205" fmla="*/ 9517481 w 12191695"/>
                <a:gd name="csY205" fmla="*/ 148603 h 1357985"/>
                <a:gd name="csX206" fmla="*/ 9549856 w 12191695"/>
                <a:gd name="csY206" fmla="*/ 134176 h 1357985"/>
                <a:gd name="csX207" fmla="*/ 9629813 w 12191695"/>
                <a:gd name="csY207" fmla="*/ 120291 h 1357985"/>
                <a:gd name="csX208" fmla="*/ 9687893 w 12191695"/>
                <a:gd name="csY208" fmla="*/ 131264 h 1357985"/>
                <a:gd name="csX209" fmla="*/ 9641768 w 12191695"/>
                <a:gd name="csY209" fmla="*/ 139629 h 1357985"/>
                <a:gd name="csX210" fmla="*/ 9718474 w 12191695"/>
                <a:gd name="csY210" fmla="*/ 144810 h 1357985"/>
                <a:gd name="csX211" fmla="*/ 9727618 w 12191695"/>
                <a:gd name="csY211" fmla="*/ 161540 h 1357985"/>
                <a:gd name="csX212" fmla="*/ 9758571 w 12191695"/>
                <a:gd name="csY212" fmla="*/ 153311 h 1357985"/>
                <a:gd name="csX213" fmla="*/ 9857561 w 12191695"/>
                <a:gd name="csY213" fmla="*/ 153751 h 1357985"/>
                <a:gd name="csX214" fmla="*/ 9933929 w 12191695"/>
                <a:gd name="csY214" fmla="*/ 170277 h 1357985"/>
                <a:gd name="csX215" fmla="*/ 9961089 w 12191695"/>
                <a:gd name="csY215" fmla="*/ 182943 h 1357985"/>
                <a:gd name="csX216" fmla="*/ 9952657 w 12191695"/>
                <a:gd name="csY216" fmla="*/ 200553 h 1357985"/>
                <a:gd name="csX217" fmla="*/ 9915200 w 12191695"/>
                <a:gd name="csY217" fmla="*/ 210578 h 1357985"/>
                <a:gd name="csX218" fmla="*/ 9826201 w 12191695"/>
                <a:gd name="csY218" fmla="*/ 229373 h 1357985"/>
                <a:gd name="csX219" fmla="*/ 9800768 w 12191695"/>
                <a:gd name="csY219" fmla="*/ 239431 h 1357985"/>
                <a:gd name="csX220" fmla="*/ 9842762 w 12191695"/>
                <a:gd name="csY220" fmla="*/ 244173 h 1357985"/>
                <a:gd name="csX221" fmla="*/ 9892849 w 12191695"/>
                <a:gd name="csY221" fmla="*/ 252707 h 1357985"/>
                <a:gd name="csX222" fmla="*/ 9923362 w 12191695"/>
                <a:gd name="csY222" fmla="*/ 246306 h 1357985"/>
                <a:gd name="csX223" fmla="*/ 9940634 w 12191695"/>
                <a:gd name="csY223" fmla="*/ 268048 h 1357985"/>
                <a:gd name="csX224" fmla="*/ 9955501 w 12191695"/>
                <a:gd name="csY224" fmla="*/ 259243 h 1357985"/>
                <a:gd name="csX225" fmla="*/ 10009652 w 12191695"/>
                <a:gd name="csY225" fmla="*/ 253892 h 1357985"/>
                <a:gd name="csX226" fmla="*/ 10118294 w 12191695"/>
                <a:gd name="csY226" fmla="*/ 259480 h 1357985"/>
                <a:gd name="csX227" fmla="*/ 10126557 w 12191695"/>
                <a:gd name="csY227" fmla="*/ 275329 h 1357985"/>
                <a:gd name="csX228" fmla="*/ 10268150 w 12191695"/>
                <a:gd name="csY228" fmla="*/ 280375 h 1357985"/>
                <a:gd name="csX229" fmla="*/ 10270081 w 12191695"/>
                <a:gd name="csY229" fmla="*/ 254502 h 1357985"/>
                <a:gd name="csX230" fmla="*/ 10341944 w 12191695"/>
                <a:gd name="csY230" fmla="*/ 260428 h 1357985"/>
                <a:gd name="csX231" fmla="*/ 10395994 w 12191695"/>
                <a:gd name="csY231" fmla="*/ 260259 h 1357985"/>
                <a:gd name="csX232" fmla="*/ 10450687 w 12191695"/>
                <a:gd name="csY232" fmla="*/ 278072 h 1357985"/>
                <a:gd name="csX233" fmla="*/ 10466299 w 12191695"/>
                <a:gd name="csY233" fmla="*/ 299746 h 1357985"/>
                <a:gd name="csX234" fmla="*/ 10446250 w 12191695"/>
                <a:gd name="csY234" fmla="*/ 313936 h 1357985"/>
                <a:gd name="csX235" fmla="*/ 10488786 w 12191695"/>
                <a:gd name="csY235" fmla="*/ 340589 h 1357985"/>
                <a:gd name="csX236" fmla="*/ 10542057 w 12191695"/>
                <a:gd name="csY236" fmla="*/ 354338 h 1357985"/>
                <a:gd name="csX237" fmla="*/ 10574738 w 12191695"/>
                <a:gd name="csY237" fmla="*/ 318813 h 1357985"/>
                <a:gd name="csX238" fmla="*/ 10629058 w 12191695"/>
                <a:gd name="csY238" fmla="*/ 334052 h 1357985"/>
                <a:gd name="csX239" fmla="*/ 10686766 w 12191695"/>
                <a:gd name="csY239" fmla="*/ 324943 h 1357985"/>
                <a:gd name="csX240" fmla="*/ 10752329 w 12191695"/>
                <a:gd name="csY240" fmla="*/ 335339 h 1357985"/>
                <a:gd name="csX241" fmla="*/ 10777255 w 12191695"/>
                <a:gd name="csY241" fmla="*/ 325857 h 1357985"/>
                <a:gd name="csX242" fmla="*/ 10832660 w 12191695"/>
                <a:gd name="csY242" fmla="*/ 330598 h 1357985"/>
                <a:gd name="csX243" fmla="*/ 10808209 w 12191695"/>
                <a:gd name="csY243" fmla="*/ 299171 h 1357985"/>
                <a:gd name="csX244" fmla="*/ 10852911 w 12191695"/>
                <a:gd name="csY244" fmla="*/ 284507 h 1357985"/>
                <a:gd name="csX245" fmla="*/ 11158788 w 12191695"/>
                <a:gd name="csY245" fmla="*/ 306486 h 1357985"/>
                <a:gd name="csX246" fmla="*/ 11187608 w 12191695"/>
                <a:gd name="csY246" fmla="*/ 326602 h 1357985"/>
                <a:gd name="csX247" fmla="*/ 11276268 w 12191695"/>
                <a:gd name="csY247" fmla="*/ 352476 h 1357985"/>
                <a:gd name="csX248" fmla="*/ 11413018 w 12191695"/>
                <a:gd name="csY248" fmla="*/ 346075 h 1357985"/>
                <a:gd name="csX249" fmla="*/ 11480445 w 12191695"/>
                <a:gd name="csY249" fmla="*/ 351629 h 1357985"/>
                <a:gd name="csX250" fmla="*/ 11508621 w 12191695"/>
                <a:gd name="csY250" fmla="*/ 365649 h 1357985"/>
                <a:gd name="csX251" fmla="*/ 11504524 w 12191695"/>
                <a:gd name="csY251" fmla="*/ 390405 h 1357985"/>
                <a:gd name="csX252" fmla="*/ 11546247 w 12191695"/>
                <a:gd name="csY252" fmla="*/ 400057 h 1357985"/>
                <a:gd name="csX253" fmla="*/ 11591559 w 12191695"/>
                <a:gd name="csY253" fmla="*/ 393114 h 1357985"/>
                <a:gd name="csX254" fmla="*/ 11651603 w 12191695"/>
                <a:gd name="csY254" fmla="*/ 392234 h 1357985"/>
                <a:gd name="csX255" fmla="*/ 11715542 w 12191695"/>
                <a:gd name="csY255" fmla="*/ 398872 h 1357985"/>
                <a:gd name="csX256" fmla="*/ 11779751 w 12191695"/>
                <a:gd name="csY256" fmla="*/ 395113 h 1357985"/>
                <a:gd name="csX257" fmla="*/ 11838746 w 12191695"/>
                <a:gd name="csY257" fmla="*/ 425219 h 1357985"/>
                <a:gd name="csX258" fmla="*/ 11880705 w 12191695"/>
                <a:gd name="csY258" fmla="*/ 414382 h 1357985"/>
                <a:gd name="csX259" fmla="*/ 11853308 w 12191695"/>
                <a:gd name="csY259" fmla="*/ 392742 h 1357985"/>
                <a:gd name="csX260" fmla="*/ 11868378 w 12191695"/>
                <a:gd name="csY260" fmla="*/ 377706 h 1357985"/>
                <a:gd name="csX261" fmla="*/ 11976444 w 12191695"/>
                <a:gd name="csY261" fmla="*/ 387188 h 1357985"/>
                <a:gd name="csX262" fmla="*/ 12046885 w 12191695"/>
                <a:gd name="csY262" fmla="*/ 385156 h 1357985"/>
                <a:gd name="csX263" fmla="*/ 12144283 w 12191695"/>
                <a:gd name="csY263" fmla="*/ 401310 h 1357985"/>
                <a:gd name="csX264" fmla="*/ 12191695 w 12191695"/>
                <a:gd name="csY264" fmla="*/ 416075 h 1357985"/>
                <a:gd name="csX265" fmla="*/ 12191695 w 12191695"/>
                <a:gd name="csY265" fmla="*/ 550997 h 1357985"/>
                <a:gd name="csX266" fmla="*/ 12191458 w 12191695"/>
                <a:gd name="csY266" fmla="*/ 551200 h 1357985"/>
                <a:gd name="csX267" fmla="*/ 12147907 w 12191695"/>
                <a:gd name="csY267" fmla="*/ 566067 h 1357985"/>
                <a:gd name="csX268" fmla="*/ 12104017 w 12191695"/>
                <a:gd name="csY268" fmla="*/ 563595 h 1357985"/>
                <a:gd name="csX269" fmla="*/ 12134563 w 12191695"/>
                <a:gd name="csY269" fmla="*/ 581612 h 1357985"/>
                <a:gd name="csX270" fmla="*/ 12154713 w 12191695"/>
                <a:gd name="csY270" fmla="*/ 609517 h 1357985"/>
                <a:gd name="csX271" fmla="*/ 12170359 w 12191695"/>
                <a:gd name="csY271" fmla="*/ 618627 h 1357985"/>
                <a:gd name="csX272" fmla="*/ 12174288 w 12191695"/>
                <a:gd name="csY272" fmla="*/ 632647 h 1357985"/>
                <a:gd name="csX273" fmla="*/ 12165550 w 12191695"/>
                <a:gd name="csY273" fmla="*/ 641622 h 1357985"/>
                <a:gd name="csX274" fmla="*/ 12102425 w 12191695"/>
                <a:gd name="csY274" fmla="*/ 634239 h 1357985"/>
                <a:gd name="csX275" fmla="*/ 12007770 w 12191695"/>
                <a:gd name="csY275" fmla="*/ 659740 h 1357985"/>
                <a:gd name="csX276" fmla="*/ 11977663 w 12191695"/>
                <a:gd name="csY276" fmla="*/ 663669 h 1357985"/>
                <a:gd name="csX277" fmla="*/ 11925848 w 12191695"/>
                <a:gd name="csY277" fmla="*/ 687476 h 1357985"/>
                <a:gd name="csX278" fmla="*/ 11876675 w 12191695"/>
                <a:gd name="csY278" fmla="*/ 708270 h 1357985"/>
                <a:gd name="csX279" fmla="*/ 11864246 w 12191695"/>
                <a:gd name="csY279" fmla="*/ 723645 h 1357985"/>
                <a:gd name="csX280" fmla="*/ 11815784 w 12191695"/>
                <a:gd name="csY280" fmla="*/ 700210 h 1357985"/>
                <a:gd name="csX281" fmla="*/ 11727564 w 12191695"/>
                <a:gd name="csY281" fmla="*/ 726794 h 1357985"/>
                <a:gd name="csX282" fmla="*/ 11712155 w 12191695"/>
                <a:gd name="csY282" fmla="*/ 714230 h 1357985"/>
                <a:gd name="csX283" fmla="*/ 11679543 w 12191695"/>
                <a:gd name="csY283" fmla="*/ 728725 h 1357985"/>
                <a:gd name="csX284" fmla="*/ 11634230 w 12191695"/>
                <a:gd name="csY284" fmla="*/ 724085 h 1357985"/>
                <a:gd name="csX285" fmla="*/ 11623325 w 12191695"/>
                <a:gd name="csY285" fmla="*/ 746369 h 1357985"/>
                <a:gd name="csX286" fmla="*/ 11582686 w 12191695"/>
                <a:gd name="csY286" fmla="*/ 779151 h 1357985"/>
                <a:gd name="csX287" fmla="*/ 11583905 w 12191695"/>
                <a:gd name="csY287" fmla="*/ 792833 h 1357985"/>
                <a:gd name="csX288" fmla="*/ 11622478 w 12191695"/>
                <a:gd name="csY288" fmla="*/ 800419 h 1357985"/>
                <a:gd name="csX289" fmla="*/ 11617941 w 12191695"/>
                <a:gd name="csY289" fmla="*/ 849727 h 1357985"/>
                <a:gd name="csX290" fmla="*/ 11586513 w 12191695"/>
                <a:gd name="csY290" fmla="*/ 850980 h 1357985"/>
                <a:gd name="csX291" fmla="*/ 11571984 w 12191695"/>
                <a:gd name="csY291" fmla="*/ 879292 h 1357985"/>
                <a:gd name="csX292" fmla="*/ 11586073 w 12191695"/>
                <a:gd name="csY292" fmla="*/ 893888 h 1357985"/>
                <a:gd name="csX293" fmla="*/ 11526875 w 12191695"/>
                <a:gd name="csY293" fmla="*/ 911194 h 1357985"/>
                <a:gd name="csX294" fmla="*/ 11515124 w 12191695"/>
                <a:gd name="csY294" fmla="*/ 949835 h 1357985"/>
                <a:gd name="csX295" fmla="*/ 11464630 w 12191695"/>
                <a:gd name="csY295" fmla="*/ 958098 h 1357985"/>
                <a:gd name="csX296" fmla="*/ 11454470 w 12191695"/>
                <a:gd name="csY296" fmla="*/ 992506 h 1357985"/>
                <a:gd name="csX297" fmla="*/ 11405670 w 12191695"/>
                <a:gd name="csY297" fmla="*/ 1024069 h 1357985"/>
                <a:gd name="csX298" fmla="*/ 11393139 w 12191695"/>
                <a:gd name="csY298" fmla="*/ 1000735 h 1357985"/>
                <a:gd name="csX299" fmla="*/ 11378645 w 12191695"/>
                <a:gd name="csY299" fmla="*/ 951325 h 1357985"/>
                <a:gd name="csX300" fmla="*/ 11359747 w 12191695"/>
                <a:gd name="csY300" fmla="*/ 876075 h 1357985"/>
                <a:gd name="csX301" fmla="*/ 11376003 w 12191695"/>
                <a:gd name="csY301" fmla="*/ 829103 h 1357985"/>
                <a:gd name="csX302" fmla="*/ 11404585 w 12191695"/>
                <a:gd name="csY302" fmla="*/ 808885 h 1357985"/>
                <a:gd name="csX303" fmla="*/ 11406347 w 12191695"/>
                <a:gd name="csY303" fmla="*/ 793070 h 1357985"/>
                <a:gd name="csX304" fmla="*/ 11458975 w 12191695"/>
                <a:gd name="csY304" fmla="*/ 785484 h 1357985"/>
                <a:gd name="csX305" fmla="*/ 11519492 w 12191695"/>
                <a:gd name="csY305" fmla="*/ 742847 h 1357985"/>
                <a:gd name="csX306" fmla="*/ 11577776 w 12191695"/>
                <a:gd name="csY306" fmla="*/ 708033 h 1357985"/>
                <a:gd name="csX307" fmla="*/ 11638667 w 12191695"/>
                <a:gd name="csY307" fmla="*/ 681008 h 1357985"/>
                <a:gd name="csX308" fmla="*/ 11665894 w 12191695"/>
                <a:gd name="csY308" fmla="*/ 633257 h 1357985"/>
                <a:gd name="csX309" fmla="*/ 11624713 w 12191695"/>
                <a:gd name="csY309" fmla="*/ 636136 h 1357985"/>
                <a:gd name="csX310" fmla="*/ 11604394 w 12191695"/>
                <a:gd name="csY310" fmla="*/ 664041 h 1357985"/>
                <a:gd name="csX311" fmla="*/ 11518476 w 12191695"/>
                <a:gd name="csY311" fmla="*/ 701226 h 1357985"/>
                <a:gd name="csX312" fmla="*/ 11490740 w 12191695"/>
                <a:gd name="csY312" fmla="*/ 659571 h 1357985"/>
                <a:gd name="csX313" fmla="*/ 11403333 w 12191695"/>
                <a:gd name="csY313" fmla="*/ 671085 h 1357985"/>
                <a:gd name="csX314" fmla="*/ 11318566 w 12191695"/>
                <a:gd name="csY314" fmla="*/ 727844 h 1357985"/>
                <a:gd name="csX315" fmla="*/ 11346540 w 12191695"/>
                <a:gd name="csY315" fmla="*/ 748604 h 1357985"/>
                <a:gd name="csX316" fmla="*/ 11270951 w 12191695"/>
                <a:gd name="csY316" fmla="*/ 757443 h 1357985"/>
                <a:gd name="csX317" fmla="*/ 11218594 w 12191695"/>
                <a:gd name="csY317" fmla="*/ 760931 h 1357985"/>
                <a:gd name="csX318" fmla="*/ 11221033 w 12191695"/>
                <a:gd name="csY318" fmla="*/ 736446 h 1357985"/>
                <a:gd name="csX319" fmla="*/ 11168405 w 12191695"/>
                <a:gd name="csY319" fmla="*/ 731299 h 1357985"/>
                <a:gd name="csX320" fmla="*/ 11126446 w 12191695"/>
                <a:gd name="csY320" fmla="*/ 747961 h 1357985"/>
                <a:gd name="csX321" fmla="*/ 11022884 w 12191695"/>
                <a:gd name="csY321" fmla="*/ 742136 h 1357985"/>
                <a:gd name="csX322" fmla="*/ 10911499 w 12191695"/>
                <a:gd name="csY322" fmla="*/ 752160 h 1357985"/>
                <a:gd name="csX323" fmla="*/ 10801774 w 12191695"/>
                <a:gd name="csY323" fmla="*/ 818266 h 1357985"/>
                <a:gd name="csX324" fmla="*/ 10672000 w 12191695"/>
                <a:gd name="csY324" fmla="*/ 898122 h 1357985"/>
                <a:gd name="csX325" fmla="*/ 10725373 w 12191695"/>
                <a:gd name="csY325" fmla="*/ 902389 h 1357985"/>
                <a:gd name="csX326" fmla="*/ 10742001 w 12191695"/>
                <a:gd name="csY326" fmla="*/ 923623 h 1357985"/>
                <a:gd name="csX327" fmla="*/ 10774919 w 12191695"/>
                <a:gd name="csY327" fmla="*/ 931141 h 1357985"/>
                <a:gd name="csX328" fmla="*/ 10796592 w 12191695"/>
                <a:gd name="csY328" fmla="*/ 914208 h 1357985"/>
                <a:gd name="csX329" fmla="*/ 10833744 w 12191695"/>
                <a:gd name="csY329" fmla="*/ 916409 h 1357985"/>
                <a:gd name="csX330" fmla="*/ 10882612 w 12191695"/>
                <a:gd name="csY330" fmla="*/ 953662 h 1357985"/>
                <a:gd name="csX331" fmla="*/ 10883763 w 12191695"/>
                <a:gd name="csY331" fmla="*/ 982481 h 1357985"/>
                <a:gd name="csX332" fmla="*/ 10857280 w 12191695"/>
                <a:gd name="csY332" fmla="*/ 1016313 h 1357985"/>
                <a:gd name="csX333" fmla="*/ 10854435 w 12191695"/>
                <a:gd name="csY333" fmla="*/ 1056749 h 1357985"/>
                <a:gd name="csX334" fmla="*/ 10839162 w 12191695"/>
                <a:gd name="csY334" fmla="*/ 1110901 h 1357985"/>
                <a:gd name="csX335" fmla="*/ 10788126 w 12191695"/>
                <a:gd name="csY335" fmla="*/ 1159904 h 1357985"/>
                <a:gd name="csX336" fmla="*/ 10776781 w 12191695"/>
                <a:gd name="csY336" fmla="*/ 1183340 h 1357985"/>
                <a:gd name="csX337" fmla="*/ 10730791 w 12191695"/>
                <a:gd name="csY337" fmla="*/ 1222759 h 1357985"/>
                <a:gd name="csX338" fmla="*/ 10685175 w 12191695"/>
                <a:gd name="csY338" fmla="*/ 1261875 h 1357985"/>
                <a:gd name="csX339" fmla="*/ 10663296 w 12191695"/>
                <a:gd name="csY339" fmla="*/ 1281889 h 1357985"/>
                <a:gd name="csX340" fmla="*/ 10618187 w 12191695"/>
                <a:gd name="csY340" fmla="*/ 1301768 h 1357985"/>
                <a:gd name="csX341" fmla="*/ 10596818 w 12191695"/>
                <a:gd name="csY341" fmla="*/ 1302209 h 1357985"/>
                <a:gd name="csX342" fmla="*/ 10575551 w 12191695"/>
                <a:gd name="csY342" fmla="*/ 1285716 h 1357985"/>
                <a:gd name="csX343" fmla="*/ 10530103 w 12191695"/>
                <a:gd name="csY343" fmla="*/ 1310506 h 1357985"/>
                <a:gd name="csX344" fmla="*/ 10524819 w 12191695"/>
                <a:gd name="csY344" fmla="*/ 1321783 h 1357985"/>
                <a:gd name="csX345" fmla="*/ 10524819 w 12191695"/>
                <a:gd name="csY345" fmla="*/ 1321783 h 1357985"/>
                <a:gd name="csX346" fmla="*/ 10524819 w 12191695"/>
                <a:gd name="csY346" fmla="*/ 1321783 h 1357985"/>
                <a:gd name="csX347" fmla="*/ 10524819 w 12191695"/>
                <a:gd name="csY347" fmla="*/ 1321783 h 1357985"/>
                <a:gd name="csX348" fmla="*/ 10520079 w 12191695"/>
                <a:gd name="csY348" fmla="*/ 1315857 h 1357985"/>
                <a:gd name="csX349" fmla="*/ 10520079 w 12191695"/>
                <a:gd name="csY349" fmla="*/ 1315857 h 1357985"/>
                <a:gd name="csX350" fmla="*/ 10519875 w 12191695"/>
                <a:gd name="csY350" fmla="*/ 1298653 h 1357985"/>
                <a:gd name="csX351" fmla="*/ 10537180 w 12191695"/>
                <a:gd name="csY351" fmla="*/ 1297738 h 1357985"/>
                <a:gd name="csX352" fmla="*/ 10542057 w 12191695"/>
                <a:gd name="csY352" fmla="*/ 1257709 h 1357985"/>
                <a:gd name="csX353" fmla="*/ 10533116 w 12191695"/>
                <a:gd name="csY353" fmla="*/ 1228720 h 1357985"/>
                <a:gd name="csX354" fmla="*/ 10562173 w 12191695"/>
                <a:gd name="csY354" fmla="*/ 1216765 h 1357985"/>
                <a:gd name="csX355" fmla="*/ 10603286 w 12191695"/>
                <a:gd name="csY355" fmla="*/ 1222759 h 1357985"/>
                <a:gd name="csX356" fmla="*/ 10626078 w 12191695"/>
                <a:gd name="csY356" fmla="*/ 1189808 h 1357985"/>
                <a:gd name="csX357" fmla="*/ 10637660 w 12191695"/>
                <a:gd name="csY357" fmla="*/ 1152725 h 1357985"/>
                <a:gd name="csX358" fmla="*/ 10650834 w 12191695"/>
                <a:gd name="csY358" fmla="*/ 1140330 h 1357985"/>
                <a:gd name="csX359" fmla="*/ 10668614 w 12191695"/>
                <a:gd name="csY359" fmla="*/ 1109851 h 1357985"/>
                <a:gd name="csX360" fmla="*/ 10612667 w 12191695"/>
                <a:gd name="csY360" fmla="*/ 1119841 h 1357985"/>
                <a:gd name="csX361" fmla="*/ 10583305 w 12191695"/>
                <a:gd name="csY361" fmla="*/ 1133184 h 1357985"/>
                <a:gd name="csX362" fmla="*/ 10531830 w 12191695"/>
                <a:gd name="csY362" fmla="*/ 1133150 h 1357985"/>
                <a:gd name="csX363" fmla="*/ 10518114 w 12191695"/>
                <a:gd name="csY363" fmla="*/ 1101317 h 1357985"/>
                <a:gd name="csX364" fmla="*/ 10478017 w 12191695"/>
                <a:gd name="csY364" fmla="*/ 1077238 h 1357985"/>
                <a:gd name="csX365" fmla="*/ 10419057 w 12191695"/>
                <a:gd name="csY365" fmla="*/ 1066435 h 1357985"/>
                <a:gd name="csX366" fmla="*/ 10406526 w 12191695"/>
                <a:gd name="csY366" fmla="*/ 1033246 h 1357985"/>
                <a:gd name="csX367" fmla="*/ 10394741 w 12191695"/>
                <a:gd name="csY367" fmla="*/ 1012453 h 1357985"/>
                <a:gd name="csX368" fmla="*/ 10382041 w 12191695"/>
                <a:gd name="csY368" fmla="*/ 997890 h 1357985"/>
                <a:gd name="csX369" fmla="*/ 10361112 w 12191695"/>
                <a:gd name="csY369" fmla="*/ 963720 h 1357985"/>
                <a:gd name="csX370" fmla="*/ 10331378 w 12191695"/>
                <a:gd name="csY370" fmla="*/ 951257 h 1357985"/>
                <a:gd name="csX371" fmla="*/ 10280681 w 12191695"/>
                <a:gd name="csY371" fmla="*/ 941165 h 1357985"/>
                <a:gd name="csX372" fmla="*/ 10235809 w 12191695"/>
                <a:gd name="csY372" fmla="*/ 942080 h 1357985"/>
                <a:gd name="csX373" fmla="*/ 10193713 w 12191695"/>
                <a:gd name="csY373" fmla="*/ 948209 h 1357985"/>
                <a:gd name="csX374" fmla="*/ 10165740 w 12191695"/>
                <a:gd name="csY374" fmla="*/ 965040 h 1357985"/>
                <a:gd name="csX375" fmla="*/ 10184333 w 12191695"/>
                <a:gd name="csY375" fmla="*/ 973101 h 1357985"/>
                <a:gd name="csX376" fmla="*/ 10184739 w 12191695"/>
                <a:gd name="csY376" fmla="*/ 991794 h 1357985"/>
                <a:gd name="csX377" fmla="*/ 10165910 w 12191695"/>
                <a:gd name="csY377" fmla="*/ 1002632 h 1357985"/>
                <a:gd name="csX378" fmla="*/ 10135328 w 12191695"/>
                <a:gd name="csY378" fmla="*/ 1038563 h 1357985"/>
                <a:gd name="csX379" fmla="*/ 10135633 w 12191695"/>
                <a:gd name="csY379" fmla="*/ 1053464 h 1357985"/>
                <a:gd name="csX380" fmla="*/ 10087916 w 12191695"/>
                <a:gd name="csY380" fmla="*/ 1074867 h 1357985"/>
                <a:gd name="csX381" fmla="*/ 10047277 w 12191695"/>
                <a:gd name="csY381" fmla="*/ 1062066 h 1357985"/>
                <a:gd name="csX382" fmla="*/ 10006875 w 12191695"/>
                <a:gd name="csY382" fmla="*/ 1064911 h 1357985"/>
                <a:gd name="csX383" fmla="*/ 9989130 w 12191695"/>
                <a:gd name="csY383" fmla="*/ 1053566 h 1357985"/>
                <a:gd name="csX384" fmla="*/ 9968810 w 12191695"/>
                <a:gd name="csY384" fmla="*/ 1049908 h 1357985"/>
                <a:gd name="csX385" fmla="*/ 9919231 w 12191695"/>
                <a:gd name="csY385" fmla="*/ 1073750 h 1357985"/>
                <a:gd name="csX386" fmla="*/ 9874629 w 12191695"/>
                <a:gd name="csY386" fmla="*/ 1079372 h 1357985"/>
                <a:gd name="csX387" fmla="*/ 9843506 w 12191695"/>
                <a:gd name="csY387" fmla="*/ 1087770 h 1357985"/>
                <a:gd name="csX388" fmla="*/ 9800836 w 12191695"/>
                <a:gd name="csY388" fmla="*/ 1082250 h 1357985"/>
                <a:gd name="csX389" fmla="*/ 9769442 w 12191695"/>
                <a:gd name="csY389" fmla="*/ 1082589 h 1357985"/>
                <a:gd name="csX390" fmla="*/ 9748886 w 12191695"/>
                <a:gd name="csY390" fmla="*/ 1065283 h 1357985"/>
                <a:gd name="csX391" fmla="*/ 9715731 w 12191695"/>
                <a:gd name="csY391" fmla="*/ 1049028 h 1357985"/>
                <a:gd name="csX392" fmla="*/ 9681797 w 12191695"/>
                <a:gd name="csY392" fmla="*/ 1044558 h 1357985"/>
                <a:gd name="csX393" fmla="*/ 9638958 w 12191695"/>
                <a:gd name="csY393" fmla="*/ 1048994 h 1357985"/>
                <a:gd name="csX394" fmla="*/ 9606954 w 12191695"/>
                <a:gd name="csY394" fmla="*/ 1055259 h 1357985"/>
                <a:gd name="csX395" fmla="*/ 9558831 w 12191695"/>
                <a:gd name="csY395" fmla="*/ 1041001 h 1357985"/>
                <a:gd name="csX396" fmla="*/ 9552362 w 12191695"/>
                <a:gd name="csY396" fmla="*/ 1015636 h 1357985"/>
                <a:gd name="csX397" fmla="*/ 9512536 w 12191695"/>
                <a:gd name="csY397" fmla="*/ 1006933 h 1357985"/>
                <a:gd name="csX398" fmla="*/ 9481820 w 12191695"/>
                <a:gd name="csY398" fmla="*/ 1002970 h 1357985"/>
                <a:gd name="csX399" fmla="*/ 9443856 w 12191695"/>
                <a:gd name="csY399" fmla="*/ 988984 h 1357985"/>
                <a:gd name="csX400" fmla="*/ 9408805 w 12191695"/>
                <a:gd name="csY400" fmla="*/ 1024069 h 1357985"/>
                <a:gd name="csX401" fmla="*/ 9422554 w 12191695"/>
                <a:gd name="csY401" fmla="*/ 1044016 h 1357985"/>
                <a:gd name="csX402" fmla="*/ 9389637 w 12191695"/>
                <a:gd name="csY402" fmla="*/ 1067586 h 1357985"/>
                <a:gd name="csX403" fmla="*/ 9340667 w 12191695"/>
                <a:gd name="csY403" fmla="*/ 1059086 h 1357985"/>
                <a:gd name="csX404" fmla="*/ 9306869 w 12191695"/>
                <a:gd name="csY404" fmla="*/ 1057867 h 1357985"/>
                <a:gd name="csX405" fmla="*/ 9284247 w 12191695"/>
                <a:gd name="csY405" fmla="*/ 1042018 h 1357985"/>
                <a:gd name="csX406" fmla="*/ 9248891 w 12191695"/>
                <a:gd name="csY406" fmla="*/ 1041543 h 1357985"/>
                <a:gd name="csX407" fmla="*/ 9219461 w 12191695"/>
                <a:gd name="csY407" fmla="*/ 1031147 h 1357985"/>
                <a:gd name="csX408" fmla="*/ 9167951 w 12191695"/>
                <a:gd name="csY408" fmla="*/ 1047063 h 1357985"/>
                <a:gd name="csX409" fmla="*/ 9103335 w 12191695"/>
                <a:gd name="csY409" fmla="*/ 1076222 h 1357985"/>
                <a:gd name="csX410" fmla="*/ 9067607 w 12191695"/>
                <a:gd name="csY410" fmla="*/ 1082115 h 1357985"/>
                <a:gd name="csX411" fmla="*/ 9054365 w 12191695"/>
                <a:gd name="csY411" fmla="*/ 1084892 h 1357985"/>
                <a:gd name="csX412" fmla="*/ 9036383 w 12191695"/>
                <a:gd name="csY412" fmla="*/ 1064166 h 1357985"/>
                <a:gd name="csX413" fmla="*/ 8992763 w 12191695"/>
                <a:gd name="csY413" fmla="*/ 1068704 h 1357985"/>
                <a:gd name="csX414" fmla="*/ 8978370 w 12191695"/>
                <a:gd name="csY414" fmla="*/ 1054345 h 1357985"/>
                <a:gd name="csX415" fmla="*/ 8954664 w 12191695"/>
                <a:gd name="csY415" fmla="*/ 1047775 h 1357985"/>
                <a:gd name="csX416" fmla="*/ 8938375 w 12191695"/>
                <a:gd name="csY416" fmla="*/ 1028200 h 1357985"/>
                <a:gd name="csX417" fmla="*/ 8919681 w 12191695"/>
                <a:gd name="csY417" fmla="*/ 1022104 h 1357985"/>
                <a:gd name="csX418" fmla="*/ 8871016 w 12191695"/>
                <a:gd name="csY418" fmla="*/ 1030808 h 1357985"/>
                <a:gd name="csX419" fmla="*/ 8824349 w 12191695"/>
                <a:gd name="csY419" fmla="*/ 1011301 h 1357985"/>
                <a:gd name="csX420" fmla="*/ 8806333 w 12191695"/>
                <a:gd name="csY420" fmla="*/ 1029013 h 1357985"/>
                <a:gd name="csX421" fmla="*/ 8730642 w 12191695"/>
                <a:gd name="csY421" fmla="*/ 943028 h 1357985"/>
                <a:gd name="csX422" fmla="*/ 8687429 w 12191695"/>
                <a:gd name="csY422" fmla="*/ 916849 h 1357985"/>
                <a:gd name="csX423" fmla="*/ 8699824 w 12191695"/>
                <a:gd name="csY423" fmla="*/ 906216 h 1357985"/>
                <a:gd name="csX424" fmla="*/ 8614956 w 12191695"/>
                <a:gd name="csY424" fmla="*/ 938185 h 1357985"/>
                <a:gd name="csX425" fmla="*/ 8582479 w 12191695"/>
                <a:gd name="csY425" fmla="*/ 940115 h 1357985"/>
                <a:gd name="csX426" fmla="*/ 8585290 w 12191695"/>
                <a:gd name="csY426" fmla="*/ 921625 h 1357985"/>
                <a:gd name="csX427" fmla="*/ 8541772 w 12191695"/>
                <a:gd name="csY427" fmla="*/ 910076 h 1357985"/>
                <a:gd name="csX428" fmla="*/ 8506416 w 12191695"/>
                <a:gd name="csY428" fmla="*/ 918340 h 1357985"/>
                <a:gd name="csX429" fmla="*/ 8495749 w 12191695"/>
                <a:gd name="csY429" fmla="*/ 883221 h 1357985"/>
                <a:gd name="csX430" fmla="*/ 8434892 w 12191695"/>
                <a:gd name="csY430" fmla="*/ 875940 h 1357985"/>
                <a:gd name="csX431" fmla="*/ 8404447 w 12191695"/>
                <a:gd name="csY431" fmla="*/ 889994 h 1357985"/>
                <a:gd name="csX432" fmla="*/ 8319715 w 12191695"/>
                <a:gd name="csY432" fmla="*/ 902490 h 1357985"/>
                <a:gd name="csX433" fmla="*/ 8303188 w 12191695"/>
                <a:gd name="csY433" fmla="*/ 910855 h 1357985"/>
                <a:gd name="csX434" fmla="*/ 8176462 w 12191695"/>
                <a:gd name="csY434" fmla="*/ 922640 h 1357985"/>
                <a:gd name="csX435" fmla="*/ 8160918 w 12191695"/>
                <a:gd name="csY435" fmla="*/ 934189 h 1357985"/>
                <a:gd name="csX436" fmla="*/ 8185369 w 12191695"/>
                <a:gd name="csY436" fmla="*/ 957387 h 1357985"/>
                <a:gd name="csX437" fmla="*/ 8152858 w 12191695"/>
                <a:gd name="csY437" fmla="*/ 966192 h 1357985"/>
                <a:gd name="csX438" fmla="*/ 8159191 w 12191695"/>
                <a:gd name="csY438" fmla="*/ 975403 h 1357985"/>
                <a:gd name="csX439" fmla="*/ 8126713 w 12191695"/>
                <a:gd name="csY439" fmla="*/ 991930 h 1357985"/>
                <a:gd name="csX440" fmla="*/ 8181576 w 12191695"/>
                <a:gd name="csY440" fmla="*/ 1015196 h 1357985"/>
                <a:gd name="csX441" fmla="*/ 8173076 w 12191695"/>
                <a:gd name="csY441" fmla="*/ 1031248 h 1357985"/>
                <a:gd name="csX442" fmla="*/ 8125528 w 12191695"/>
                <a:gd name="csY442" fmla="*/ 1029792 h 1357985"/>
                <a:gd name="csX443" fmla="*/ 8115673 w 12191695"/>
                <a:gd name="csY443" fmla="*/ 1039850 h 1357985"/>
                <a:gd name="csX444" fmla="*/ 8072359 w 12191695"/>
                <a:gd name="csY444" fmla="*/ 1022274 h 1357985"/>
                <a:gd name="csX445" fmla="*/ 8018681 w 12191695"/>
                <a:gd name="csY445" fmla="*/ 1022951 h 1357985"/>
                <a:gd name="csX446" fmla="*/ 7982749 w 12191695"/>
                <a:gd name="csY446" fmla="*/ 1037242 h 1357985"/>
                <a:gd name="csX447" fmla="*/ 7942653 w 12191695"/>
                <a:gd name="csY447" fmla="*/ 1023561 h 1357985"/>
                <a:gd name="csX448" fmla="*/ 7868012 w 12191695"/>
                <a:gd name="csY448" fmla="*/ 1000092 h 1357985"/>
                <a:gd name="csX449" fmla="*/ 7815114 w 12191695"/>
                <a:gd name="csY449" fmla="*/ 1000972 h 1357985"/>
                <a:gd name="csX450" fmla="*/ 7745181 w 12191695"/>
                <a:gd name="csY450" fmla="*/ 1037818 h 1357985"/>
                <a:gd name="csX451" fmla="*/ 7740982 w 12191695"/>
                <a:gd name="csY451" fmla="*/ 1062540 h 1357985"/>
                <a:gd name="csX452" fmla="*/ 7706133 w 12191695"/>
                <a:gd name="csY452" fmla="*/ 1042898 h 1357985"/>
                <a:gd name="csX453" fmla="*/ 7679143 w 12191695"/>
                <a:gd name="csY453" fmla="*/ 1080117 h 1357985"/>
                <a:gd name="csX454" fmla="*/ 7689032 w 12191695"/>
                <a:gd name="csY454" fmla="*/ 1087025 h 1357985"/>
                <a:gd name="csX455" fmla="*/ 7669457 w 12191695"/>
                <a:gd name="csY455" fmla="*/ 1112695 h 1357985"/>
                <a:gd name="csX456" fmla="*/ 7698209 w 12191695"/>
                <a:gd name="csY456" fmla="*/ 1135657 h 1357985"/>
                <a:gd name="csX457" fmla="*/ 7723338 w 12191695"/>
                <a:gd name="csY457" fmla="*/ 1134708 h 1357985"/>
                <a:gd name="csX458" fmla="*/ 7744944 w 12191695"/>
                <a:gd name="csY458" fmla="*/ 1157331 h 1357985"/>
                <a:gd name="csX459" fmla="*/ 7741490 w 12191695"/>
                <a:gd name="csY459" fmla="*/ 1174772 h 1357985"/>
                <a:gd name="csX460" fmla="*/ 7758693 w 12191695"/>
                <a:gd name="csY460" fmla="*/ 1180258 h 1357985"/>
                <a:gd name="csX461" fmla="*/ 9271717 w 12191695"/>
                <a:gd name="csY461" fmla="*/ 7620 h 1357985"/>
                <a:gd name="csX462" fmla="*/ 9344968 w 12191695"/>
                <a:gd name="csY462" fmla="*/ 0 h 1357985"/>
                <a:gd name="csX463" fmla="*/ 9410769 w 12191695"/>
                <a:gd name="csY463" fmla="*/ 17035 h 1357985"/>
                <a:gd name="csX464" fmla="*/ 9488763 w 12191695"/>
                <a:gd name="csY464" fmla="*/ 49783 h 1357985"/>
                <a:gd name="csX465" fmla="*/ 9480398 w 12191695"/>
                <a:gd name="csY465" fmla="*/ 80228 h 1357985"/>
                <a:gd name="csX466" fmla="*/ 9406502 w 12191695"/>
                <a:gd name="csY466" fmla="*/ 84461 h 1357985"/>
                <a:gd name="csX467" fmla="*/ 9312186 w 12191695"/>
                <a:gd name="csY467" fmla="*/ 74674 h 1357985"/>
                <a:gd name="csX468" fmla="*/ 9255968 w 12191695"/>
                <a:gd name="csY468" fmla="*/ 61737 h 1357985"/>
                <a:gd name="csX469" fmla="*/ 9229960 w 12191695"/>
                <a:gd name="csY469" fmla="*/ 37456 h 1357985"/>
                <a:gd name="csX470" fmla="*/ 9183767 w 12191695"/>
                <a:gd name="csY470" fmla="*/ 30784 h 1357985"/>
                <a:gd name="csX471" fmla="*/ 9271717 w 12191695"/>
                <a:gd name="csY471" fmla="*/ 7620 h 1357985"/>
                <a:gd name="csX472" fmla="*/ 9578541 w 12191695"/>
                <a:gd name="csY472" fmla="*/ 66682 h 1357985"/>
                <a:gd name="csX473" fmla="*/ 9664357 w 12191695"/>
                <a:gd name="csY473" fmla="*/ 85918 h 1357985"/>
                <a:gd name="csX474" fmla="*/ 9654299 w 12191695"/>
                <a:gd name="csY474" fmla="*/ 99667 h 1357985"/>
                <a:gd name="csX475" fmla="*/ 9463396 w 12191695"/>
                <a:gd name="csY475" fmla="*/ 112739 h 1357985"/>
                <a:gd name="csX476" fmla="*/ 9525270 w 12191695"/>
                <a:gd name="csY476" fmla="*/ 68273 h 1357985"/>
                <a:gd name="csX477" fmla="*/ 9553073 w 12191695"/>
                <a:gd name="csY477" fmla="*/ 64481 h 1357985"/>
                <a:gd name="csX478" fmla="*/ 9578541 w 12191695"/>
                <a:gd name="csY478" fmla="*/ 66682 h 1357985"/>
                <a:gd name="csX479" fmla="*/ 10797473 w 12191695"/>
                <a:gd name="csY479" fmla="*/ 173156 h 1357985"/>
                <a:gd name="csX480" fmla="*/ 10886912 w 12191695"/>
                <a:gd name="csY480" fmla="*/ 174646 h 1357985"/>
                <a:gd name="csX481" fmla="*/ 11009304 w 12191695"/>
                <a:gd name="csY481" fmla="*/ 192595 h 1357985"/>
                <a:gd name="csX482" fmla="*/ 10982685 w 12191695"/>
                <a:gd name="csY482" fmla="*/ 217757 h 1357985"/>
                <a:gd name="csX483" fmla="*/ 10857856 w 12191695"/>
                <a:gd name="csY483" fmla="*/ 216809 h 1357985"/>
                <a:gd name="csX484" fmla="*/ 10801672 w 12191695"/>
                <a:gd name="csY484" fmla="*/ 224835 h 1357985"/>
                <a:gd name="csX485" fmla="*/ 10734584 w 12191695"/>
                <a:gd name="csY485" fmla="*/ 202789 h 1357985"/>
                <a:gd name="csX486" fmla="*/ 10752804 w 12191695"/>
                <a:gd name="csY486" fmla="*/ 179523 h 1357985"/>
                <a:gd name="csX487" fmla="*/ 10797473 w 12191695"/>
                <a:gd name="csY487" fmla="*/ 173156 h 1357985"/>
                <a:gd name="csX488" fmla="*/ 11115506 w 12191695"/>
                <a:gd name="csY488" fmla="*/ 199944 h 1357985"/>
                <a:gd name="csX489" fmla="*/ 11200510 w 12191695"/>
                <a:gd name="csY489" fmla="*/ 208817 h 1357985"/>
                <a:gd name="csX490" fmla="*/ 11161361 w 12191695"/>
                <a:gd name="csY490" fmla="*/ 222194 h 1357985"/>
                <a:gd name="csX491" fmla="*/ 11107210 w 12191695"/>
                <a:gd name="csY491" fmla="*/ 219180 h 1357985"/>
                <a:gd name="csX492" fmla="*/ 11044287 w 12191695"/>
                <a:gd name="csY492" fmla="*/ 205803 h 1357985"/>
                <a:gd name="csX493" fmla="*/ 11052381 w 12191695"/>
                <a:gd name="csY493" fmla="*/ 194830 h 1357985"/>
                <a:gd name="csX494" fmla="*/ 11115506 w 12191695"/>
                <a:gd name="csY494" fmla="*/ 199944 h 1357985"/>
                <a:gd name="csX495" fmla="*/ 10832423 w 12191695"/>
                <a:gd name="csY495" fmla="*/ 266863 h 1357985"/>
                <a:gd name="csX496" fmla="*/ 10864562 w 12191695"/>
                <a:gd name="csY496" fmla="*/ 253486 h 1357985"/>
                <a:gd name="csX497" fmla="*/ 10906894 w 12191695"/>
                <a:gd name="csY497" fmla="*/ 250336 h 1357985"/>
                <a:gd name="csX498" fmla="*/ 10955017 w 12191695"/>
                <a:gd name="csY498" fmla="*/ 263307 h 1357985"/>
                <a:gd name="csX499" fmla="*/ 10959115 w 12191695"/>
                <a:gd name="csY499" fmla="*/ 272213 h 1357985"/>
                <a:gd name="csX500" fmla="*/ 10907774 w 12191695"/>
                <a:gd name="csY500" fmla="*/ 272451 h 1357985"/>
                <a:gd name="csX501" fmla="*/ 10838349 w 12191695"/>
                <a:gd name="csY501" fmla="*/ 268658 h 1357985"/>
                <a:gd name="csX502" fmla="*/ 10832423 w 12191695"/>
                <a:gd name="csY502" fmla="*/ 266863 h 1357985"/>
                <a:gd name="csX503" fmla="*/ 7614628 w 12191695"/>
                <a:gd name="csY503" fmla="*/ 22351 h 1357985"/>
                <a:gd name="csX504" fmla="*/ 7680734 w 12191695"/>
                <a:gd name="csY504" fmla="*/ 16188 h 1357985"/>
                <a:gd name="csX505" fmla="*/ 7732176 w 12191695"/>
                <a:gd name="csY505" fmla="*/ 15781 h 1357985"/>
                <a:gd name="csX506" fmla="*/ 7739119 w 12191695"/>
                <a:gd name="csY506" fmla="*/ 24891 h 1357985"/>
                <a:gd name="csX507" fmla="*/ 7758558 w 12191695"/>
                <a:gd name="csY507" fmla="*/ 16797 h 1357985"/>
                <a:gd name="csX508" fmla="*/ 7790493 w 12191695"/>
                <a:gd name="csY508" fmla="*/ 11210 h 1357985"/>
                <a:gd name="csX509" fmla="*/ 7840716 w 12191695"/>
                <a:gd name="csY509" fmla="*/ 18626 h 1357985"/>
                <a:gd name="csX510" fmla="*/ 7827610 w 12191695"/>
                <a:gd name="csY510" fmla="*/ 23808 h 1357985"/>
                <a:gd name="csX511" fmla="*/ 7782163 w 12191695"/>
                <a:gd name="csY511" fmla="*/ 28278 h 1357985"/>
                <a:gd name="csX512" fmla="*/ 7751683 w 12191695"/>
                <a:gd name="csY512" fmla="*/ 30818 h 1357985"/>
                <a:gd name="csX513" fmla="*/ 7746976 w 12191695"/>
                <a:gd name="csY513" fmla="*/ 36406 h 1357985"/>
                <a:gd name="csX514" fmla="*/ 7707387 w 12191695"/>
                <a:gd name="csY514" fmla="*/ 41994 h 1357985"/>
                <a:gd name="csX515" fmla="*/ 7670710 w 12191695"/>
                <a:gd name="csY515" fmla="*/ 33967 h 1357985"/>
                <a:gd name="csX516" fmla="*/ 7689980 w 12191695"/>
                <a:gd name="csY516" fmla="*/ 23401 h 1357985"/>
                <a:gd name="csX517" fmla="*/ 7614628 w 12191695"/>
                <a:gd name="csY517" fmla="*/ 22351 h 1357985"/>
                <a:gd name="csX518" fmla="*/ 6865652 w 12191695"/>
                <a:gd name="csY518" fmla="*/ 911736 h 1357985"/>
                <a:gd name="csX519" fmla="*/ 6803372 w 12191695"/>
                <a:gd name="csY519" fmla="*/ 912244 h 1357985"/>
                <a:gd name="csX520" fmla="*/ 6761683 w 12191695"/>
                <a:gd name="csY520" fmla="*/ 908417 h 1357985"/>
                <a:gd name="csX521" fmla="*/ 6769371 w 12191695"/>
                <a:gd name="csY521" fmla="*/ 893516 h 1357985"/>
                <a:gd name="csX522" fmla="*/ 6816106 w 12191695"/>
                <a:gd name="csY522" fmla="*/ 882543 h 1357985"/>
                <a:gd name="csX523" fmla="*/ 6851597 w 12191695"/>
                <a:gd name="csY523" fmla="*/ 888470 h 1357985"/>
                <a:gd name="csX524" fmla="*/ 6866566 w 12191695"/>
                <a:gd name="csY524" fmla="*/ 893821 h 1357985"/>
                <a:gd name="csX525" fmla="*/ 6862942 w 12191695"/>
                <a:gd name="csY525" fmla="*/ 903100 h 1357985"/>
                <a:gd name="csX526" fmla="*/ 6865652 w 12191695"/>
                <a:gd name="csY526" fmla="*/ 911736 h 1357985"/>
                <a:gd name="csX527" fmla="*/ 7907940 w 12191695"/>
                <a:gd name="csY527" fmla="*/ 253994 h 1357985"/>
                <a:gd name="csX528" fmla="*/ 7989015 w 12191695"/>
                <a:gd name="csY528" fmla="*/ 224293 h 1357985"/>
                <a:gd name="csX529" fmla="*/ 7979871 w 12191695"/>
                <a:gd name="csY529" fmla="*/ 208918 h 1357985"/>
                <a:gd name="csX530" fmla="*/ 8055629 w 12191695"/>
                <a:gd name="csY530" fmla="*/ 191037 h 1357985"/>
                <a:gd name="csX531" fmla="*/ 8167420 w 12191695"/>
                <a:gd name="csY531" fmla="*/ 169261 h 1357985"/>
                <a:gd name="csX532" fmla="*/ 8280125 w 12191695"/>
                <a:gd name="csY532" fmla="*/ 162928 h 1357985"/>
                <a:gd name="csX533" fmla="*/ 8338137 w 12191695"/>
                <a:gd name="csY533" fmla="*/ 150364 h 1357985"/>
                <a:gd name="csX534" fmla="*/ 8404040 w 12191695"/>
                <a:gd name="csY534" fmla="*/ 145962 h 1357985"/>
                <a:gd name="csX535" fmla="*/ 8427577 w 12191695"/>
                <a:gd name="csY535" fmla="*/ 159339 h 1357985"/>
                <a:gd name="csX536" fmla="*/ 8404853 w 12191695"/>
                <a:gd name="csY536" fmla="*/ 169871 h 1357985"/>
                <a:gd name="csX537" fmla="*/ 8284832 w 12191695"/>
                <a:gd name="csY537" fmla="*/ 186668 h 1357985"/>
                <a:gd name="csX538" fmla="*/ 8181440 w 12191695"/>
                <a:gd name="csY538" fmla="*/ 202822 h 1357985"/>
                <a:gd name="csX539" fmla="*/ 8076219 w 12191695"/>
                <a:gd name="csY539" fmla="*/ 235063 h 1357985"/>
                <a:gd name="csX540" fmla="*/ 8025759 w 12191695"/>
                <a:gd name="csY540" fmla="*/ 268116 h 1357985"/>
                <a:gd name="csX541" fmla="*/ 7972658 w 12191695"/>
                <a:gd name="csY541" fmla="*/ 300695 h 1357985"/>
                <a:gd name="csX542" fmla="*/ 7979566 w 12191695"/>
                <a:gd name="csY542" fmla="*/ 328803 h 1357985"/>
                <a:gd name="csX543" fmla="*/ 8044351 w 12191695"/>
                <a:gd name="csY543" fmla="*/ 356607 h 1357985"/>
                <a:gd name="csX544" fmla="*/ 8024337 w 12191695"/>
                <a:gd name="csY544" fmla="*/ 359553 h 1357985"/>
                <a:gd name="csX545" fmla="*/ 7913663 w 12191695"/>
                <a:gd name="csY545" fmla="*/ 355151 h 1357985"/>
                <a:gd name="csX546" fmla="*/ 7904689 w 12191695"/>
                <a:gd name="csY546" fmla="*/ 340114 h 1357985"/>
                <a:gd name="csX547" fmla="*/ 7843392 w 12191695"/>
                <a:gd name="csY547" fmla="*/ 331038 h 1357985"/>
                <a:gd name="csX548" fmla="*/ 7838447 w 12191695"/>
                <a:gd name="csY548" fmla="*/ 312751 h 1357985"/>
                <a:gd name="csX549" fmla="*/ 7873058 w 12191695"/>
                <a:gd name="csY549" fmla="*/ 305504 h 1357985"/>
                <a:gd name="csX550" fmla="*/ 7871907 w 12191695"/>
                <a:gd name="csY550" fmla="*/ 287013 h 1357985"/>
                <a:gd name="csX551" fmla="*/ 7939096 w 12191695"/>
                <a:gd name="csY551" fmla="*/ 258125 h 1357985"/>
                <a:gd name="csX552" fmla="*/ 7907940 w 12191695"/>
                <a:gd name="csY552" fmla="*/ 253994 h 1357985"/>
                <a:gd name="csX553" fmla="*/ 10935781 w 12191695"/>
                <a:gd name="csY553" fmla="*/ 932834 h 1357985"/>
                <a:gd name="csX554" fmla="*/ 10947498 w 12191695"/>
                <a:gd name="csY554" fmla="*/ 965481 h 1357985"/>
                <a:gd name="csX555" fmla="*/ 10946618 w 12191695"/>
                <a:gd name="csY555" fmla="*/ 998805 h 1357985"/>
                <a:gd name="csX556" fmla="*/ 10960605 w 12191695"/>
                <a:gd name="csY556" fmla="*/ 1032975 h 1357985"/>
                <a:gd name="csX557" fmla="*/ 10994673 w 12191695"/>
                <a:gd name="csY557" fmla="*/ 1092986 h 1357985"/>
                <a:gd name="csX558" fmla="*/ 10944553 w 12191695"/>
                <a:gd name="csY558" fmla="*/ 1081776 h 1357985"/>
                <a:gd name="csX559" fmla="*/ 10923725 w 12191695"/>
                <a:gd name="csY559" fmla="*/ 1130712 h 1357985"/>
                <a:gd name="csX560" fmla="*/ 10956710 w 12191695"/>
                <a:gd name="csY560" fmla="*/ 1165425 h 1357985"/>
                <a:gd name="csX561" fmla="*/ 10955762 w 12191695"/>
                <a:gd name="csY561" fmla="*/ 1189097 h 1357985"/>
                <a:gd name="csX562" fmla="*/ 10930125 w 12191695"/>
                <a:gd name="csY562" fmla="*/ 1168676 h 1357985"/>
                <a:gd name="csX563" fmla="*/ 10907910 w 12191695"/>
                <a:gd name="csY563" fmla="*/ 1194888 h 1357985"/>
                <a:gd name="csX564" fmla="*/ 10901645 w 12191695"/>
                <a:gd name="csY564" fmla="*/ 1166474 h 1357985"/>
                <a:gd name="csX565" fmla="*/ 10905404 w 12191695"/>
                <a:gd name="csY565" fmla="*/ 1133489 h 1357985"/>
                <a:gd name="csX566" fmla="*/ 10901542 w 12191695"/>
                <a:gd name="csY566" fmla="*/ 1096948 h 1357985"/>
                <a:gd name="csX567" fmla="*/ 10909399 w 12191695"/>
                <a:gd name="csY567" fmla="*/ 1071345 h 1357985"/>
                <a:gd name="csX568" fmla="*/ 10910889 w 12191695"/>
                <a:gd name="csY568" fmla="*/ 1026067 h 1357985"/>
                <a:gd name="csX569" fmla="*/ 10891044 w 12191695"/>
                <a:gd name="csY569" fmla="*/ 992777 h 1357985"/>
                <a:gd name="csX570" fmla="*/ 10894059 w 12191695"/>
                <a:gd name="csY570" fmla="*/ 946482 h 1357985"/>
                <a:gd name="csX571" fmla="*/ 10925350 w 12191695"/>
                <a:gd name="csY571" fmla="*/ 930904 h 1357985"/>
                <a:gd name="csX572" fmla="*/ 10911905 w 12191695"/>
                <a:gd name="csY572" fmla="*/ 915224 h 1357985"/>
                <a:gd name="csX573" fmla="*/ 10926976 w 12191695"/>
                <a:gd name="csY573" fmla="*/ 910449 h 1357985"/>
                <a:gd name="csX574" fmla="*/ 10935781 w 12191695"/>
                <a:gd name="csY574" fmla="*/ 932834 h 1357985"/>
                <a:gd name="csX575" fmla="*/ 171767 w 12191695"/>
                <a:gd name="csY575" fmla="*/ 475612 h 1357985"/>
                <a:gd name="csX576" fmla="*/ 168855 w 12191695"/>
                <a:gd name="csY576" fmla="*/ 496676 h 1357985"/>
                <a:gd name="csX577" fmla="*/ 191681 w 12191695"/>
                <a:gd name="csY577" fmla="*/ 505075 h 1357985"/>
                <a:gd name="csX578" fmla="*/ 183824 w 12191695"/>
                <a:gd name="csY578" fmla="*/ 480488 h 1357985"/>
                <a:gd name="csX579" fmla="*/ 275769 w 12191695"/>
                <a:gd name="csY579" fmla="*/ 485534 h 1357985"/>
                <a:gd name="csX580" fmla="*/ 342045 w 12191695"/>
                <a:gd name="csY580" fmla="*/ 517233 h 1357985"/>
                <a:gd name="csX581" fmla="*/ 308484 w 12191695"/>
                <a:gd name="csY581" fmla="*/ 531998 h 1357985"/>
                <a:gd name="csX582" fmla="*/ 252978 w 12191695"/>
                <a:gd name="csY582" fmla="*/ 535486 h 1357985"/>
                <a:gd name="csX583" fmla="*/ 252131 w 12191695"/>
                <a:gd name="csY583" fmla="*/ 568573 h 1357985"/>
                <a:gd name="csX584" fmla="*/ 238585 w 12191695"/>
                <a:gd name="csY584" fmla="*/ 575617 h 1357985"/>
                <a:gd name="csX585" fmla="*/ 206852 w 12191695"/>
                <a:gd name="csY585" fmla="*/ 574601 h 1357985"/>
                <a:gd name="csX586" fmla="*/ 181047 w 12191695"/>
                <a:gd name="csY586" fmla="*/ 562816 h 1357985"/>
                <a:gd name="csX587" fmla="*/ 136005 w 12191695"/>
                <a:gd name="csY587" fmla="*/ 552927 h 1357985"/>
                <a:gd name="csX588" fmla="*/ 128453 w 12191695"/>
                <a:gd name="csY588" fmla="*/ 538230 h 1357985"/>
                <a:gd name="csX589" fmla="*/ 94045 w 12191695"/>
                <a:gd name="csY589" fmla="*/ 532709 h 1357985"/>
                <a:gd name="csX590" fmla="*/ 55540 w 12191695"/>
                <a:gd name="csY590" fmla="*/ 537078 h 1357985"/>
                <a:gd name="csX591" fmla="*/ 37151 w 12191695"/>
                <a:gd name="csY591" fmla="*/ 525259 h 1357985"/>
                <a:gd name="csX592" fmla="*/ 44500 w 12191695"/>
                <a:gd name="csY592" fmla="*/ 512661 h 1357985"/>
                <a:gd name="csX593" fmla="*/ 3928 w 12191695"/>
                <a:gd name="csY593" fmla="*/ 520687 h 1357985"/>
                <a:gd name="csX594" fmla="*/ 19202 w 12191695"/>
                <a:gd name="csY594" fmla="*/ 536638 h 1357985"/>
                <a:gd name="csX595" fmla="*/ 0 w 12191695"/>
                <a:gd name="csY595" fmla="*/ 550997 h 1357985"/>
                <a:gd name="csX596" fmla="*/ 0 w 12191695"/>
                <a:gd name="csY596" fmla="*/ 416075 h 1357985"/>
                <a:gd name="csX597" fmla="*/ 82971 w 12191695"/>
                <a:gd name="csY597" fmla="*/ 441949 h 1357985"/>
                <a:gd name="csX598" fmla="*/ 171767 w 12191695"/>
                <a:gd name="csY598" fmla="*/ 475612 h 1357985"/>
                <a:gd name="csX599" fmla="*/ 44229 w 12191695"/>
                <a:gd name="csY599" fmla="*/ 350748 h 1357985"/>
                <a:gd name="csX600" fmla="*/ 0 w 12191695"/>
                <a:gd name="csY600" fmla="*/ 352814 h 1357985"/>
                <a:gd name="csX601" fmla="*/ 0 w 12191695"/>
                <a:gd name="csY601" fmla="*/ 329650 h 1357985"/>
                <a:gd name="csX602" fmla="*/ 4335 w 12191695"/>
                <a:gd name="csY602" fmla="*/ 328228 h 1357985"/>
                <a:gd name="csX603" fmla="*/ 33053 w 12191695"/>
                <a:gd name="csY603" fmla="*/ 328295 h 1357985"/>
                <a:gd name="csX604" fmla="*/ 82023 w 12191695"/>
                <a:gd name="csY604" fmla="*/ 338015 h 1357985"/>
                <a:gd name="csX605" fmla="*/ 79111 w 12191695"/>
                <a:gd name="csY605" fmla="*/ 342621 h 1357985"/>
                <a:gd name="csX606" fmla="*/ 44229 w 12191695"/>
                <a:gd name="csY606" fmla="*/ 350748 h 1357985"/>
                <a:gd name="csX607" fmla="*/ 7228185 w 12191695"/>
                <a:gd name="csY607" fmla="*/ 1194719 h 1357985"/>
                <a:gd name="csX608" fmla="*/ 7237092 w 12191695"/>
                <a:gd name="csY608" fmla="*/ 1186320 h 1357985"/>
                <a:gd name="csX609" fmla="*/ 7261171 w 12191695"/>
                <a:gd name="csY609" fmla="*/ 1193601 h 1357985"/>
                <a:gd name="csX610" fmla="*/ 7272075 w 12191695"/>
                <a:gd name="csY610" fmla="*/ 1194922 h 1357985"/>
                <a:gd name="csX611" fmla="*/ 7276478 w 12191695"/>
                <a:gd name="csY611" fmla="*/ 1201627 h 1357985"/>
                <a:gd name="csX612" fmla="*/ 7281592 w 12191695"/>
                <a:gd name="csY612" fmla="*/ 1202643 h 1357985"/>
                <a:gd name="csX613" fmla="*/ 7281862 w 12191695"/>
                <a:gd name="csY613" fmla="*/ 1205589 h 1357985"/>
                <a:gd name="csX614" fmla="*/ 7298423 w 12191695"/>
                <a:gd name="csY614" fmla="*/ 1213751 h 1357985"/>
                <a:gd name="csX615" fmla="*/ 7332966 w 12191695"/>
                <a:gd name="csY615" fmla="*/ 1211719 h 1357985"/>
                <a:gd name="csX616" fmla="*/ 7326363 w 12191695"/>
                <a:gd name="csY616" fmla="*/ 1223809 h 1357985"/>
                <a:gd name="csX617" fmla="*/ 7289279 w 12191695"/>
                <a:gd name="csY617" fmla="*/ 1229668 h 1357985"/>
                <a:gd name="csX618" fmla="*/ 7243323 w 12191695"/>
                <a:gd name="csY618" fmla="*/ 1249276 h 1357985"/>
                <a:gd name="csX619" fmla="*/ 7224460 w 12191695"/>
                <a:gd name="csY619" fmla="*/ 1242368 h 1357985"/>
                <a:gd name="csX620" fmla="*/ 7231944 w 12191695"/>
                <a:gd name="csY620" fmla="*/ 1226451 h 1357985"/>
                <a:gd name="csX621" fmla="*/ 7194929 w 12191695"/>
                <a:gd name="csY621" fmla="*/ 1216562 h 1357985"/>
                <a:gd name="csX622" fmla="*/ 7200923 w 12191695"/>
                <a:gd name="csY622" fmla="*/ 1210060 h 1357985"/>
                <a:gd name="csX623" fmla="*/ 7233333 w 12191695"/>
                <a:gd name="csY623" fmla="*/ 1198782 h 1357985"/>
                <a:gd name="csX624" fmla="*/ 7228185 w 12191695"/>
                <a:gd name="csY624" fmla="*/ 1194719 h 1357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</a:cxnLst>
              <a:rect l="l" t="t" r="r" b="b"/>
              <a:pathLst>
                <a:path w="12191695" h="1357985">
                  <a:moveTo>
                    <a:pt x="12148516" y="343772"/>
                  </a:moveTo>
                  <a:lnTo>
                    <a:pt x="12191695" y="329650"/>
                  </a:lnTo>
                  <a:lnTo>
                    <a:pt x="12191695" y="352814"/>
                  </a:lnTo>
                  <a:lnTo>
                    <a:pt x="12154545" y="354541"/>
                  </a:lnTo>
                  <a:lnTo>
                    <a:pt x="12148516" y="343772"/>
                  </a:lnTo>
                  <a:close/>
                  <a:moveTo>
                    <a:pt x="7758693" y="1180258"/>
                  </a:moveTo>
                  <a:lnTo>
                    <a:pt x="7743251" y="1200340"/>
                  </a:lnTo>
                  <a:lnTo>
                    <a:pt x="7710434" y="1205928"/>
                  </a:lnTo>
                  <a:lnTo>
                    <a:pt x="7676772" y="1240878"/>
                  </a:lnTo>
                  <a:lnTo>
                    <a:pt x="7707556" y="1273016"/>
                  </a:lnTo>
                  <a:lnTo>
                    <a:pt x="7704237" y="1295808"/>
                  </a:lnTo>
                  <a:lnTo>
                    <a:pt x="7741185" y="1335702"/>
                  </a:lnTo>
                  <a:lnTo>
                    <a:pt x="7741185" y="1335702"/>
                  </a:lnTo>
                  <a:lnTo>
                    <a:pt x="7720967" y="1349350"/>
                  </a:lnTo>
                  <a:lnTo>
                    <a:pt x="7715176" y="1357986"/>
                  </a:lnTo>
                  <a:lnTo>
                    <a:pt x="7700173" y="1355649"/>
                  </a:lnTo>
                  <a:lnTo>
                    <a:pt x="7676908" y="1335092"/>
                  </a:lnTo>
                  <a:lnTo>
                    <a:pt x="7667391" y="1333941"/>
                  </a:lnTo>
                  <a:lnTo>
                    <a:pt x="7646090" y="1326118"/>
                  </a:lnTo>
                  <a:lnTo>
                    <a:pt x="7635727" y="1312199"/>
                  </a:lnTo>
                  <a:lnTo>
                    <a:pt x="7604163" y="1305121"/>
                  </a:lnTo>
                  <a:lnTo>
                    <a:pt x="7583607" y="1310438"/>
                  </a:lnTo>
                  <a:lnTo>
                    <a:pt x="7577680" y="1304139"/>
                  </a:lnTo>
                  <a:lnTo>
                    <a:pt x="7531555" y="1287917"/>
                  </a:lnTo>
                  <a:lnTo>
                    <a:pt x="7481705" y="1282431"/>
                  </a:lnTo>
                  <a:lnTo>
                    <a:pt x="7453088" y="1276640"/>
                  </a:lnTo>
                  <a:lnTo>
                    <a:pt x="7448957" y="1280636"/>
                  </a:lnTo>
                  <a:lnTo>
                    <a:pt x="7405777" y="1252020"/>
                  </a:lnTo>
                  <a:lnTo>
                    <a:pt x="7367137" y="1239252"/>
                  </a:lnTo>
                  <a:lnTo>
                    <a:pt x="7337877" y="1219339"/>
                  </a:lnTo>
                  <a:lnTo>
                    <a:pt x="7362531" y="1213921"/>
                  </a:lnTo>
                  <a:lnTo>
                    <a:pt x="7390640" y="1185609"/>
                  </a:lnTo>
                  <a:lnTo>
                    <a:pt x="7371708" y="1172198"/>
                  </a:lnTo>
                  <a:lnTo>
                    <a:pt x="7421627" y="1158381"/>
                  </a:lnTo>
                  <a:lnTo>
                    <a:pt x="7420713" y="1150998"/>
                  </a:lnTo>
                  <a:lnTo>
                    <a:pt x="7390335" y="1156450"/>
                  </a:lnTo>
                  <a:lnTo>
                    <a:pt x="7391385" y="1141414"/>
                  </a:lnTo>
                  <a:lnTo>
                    <a:pt x="7408859" y="1131931"/>
                  </a:lnTo>
                  <a:lnTo>
                    <a:pt x="7441608" y="1129459"/>
                  </a:lnTo>
                  <a:lnTo>
                    <a:pt x="7446958" y="1118182"/>
                  </a:lnTo>
                  <a:lnTo>
                    <a:pt x="7439474" y="1099488"/>
                  </a:lnTo>
                  <a:lnTo>
                    <a:pt x="7453223" y="1081776"/>
                  </a:lnTo>
                  <a:lnTo>
                    <a:pt x="7452817" y="1071819"/>
                  </a:lnTo>
                  <a:lnTo>
                    <a:pt x="7402899" y="1060813"/>
                  </a:lnTo>
                  <a:lnTo>
                    <a:pt x="7383121" y="1061152"/>
                  </a:lnTo>
                  <a:lnTo>
                    <a:pt x="7362193" y="1045303"/>
                  </a:lnTo>
                  <a:lnTo>
                    <a:pt x="7336217" y="1050653"/>
                  </a:lnTo>
                  <a:lnTo>
                    <a:pt x="7293208" y="1038766"/>
                  </a:lnTo>
                  <a:lnTo>
                    <a:pt x="7293953" y="1032095"/>
                  </a:lnTo>
                  <a:lnTo>
                    <a:pt x="7281897" y="1017397"/>
                  </a:lnTo>
                  <a:lnTo>
                    <a:pt x="7254906" y="1015771"/>
                  </a:lnTo>
                  <a:lnTo>
                    <a:pt x="7252094" y="1005273"/>
                  </a:lnTo>
                  <a:lnTo>
                    <a:pt x="7260561" y="998398"/>
                  </a:lnTo>
                  <a:lnTo>
                    <a:pt x="7238921" y="979230"/>
                  </a:lnTo>
                  <a:lnTo>
                    <a:pt x="7203802" y="982515"/>
                  </a:lnTo>
                  <a:lnTo>
                    <a:pt x="7193507" y="980788"/>
                  </a:lnTo>
                  <a:lnTo>
                    <a:pt x="7184939" y="988509"/>
                  </a:lnTo>
                  <a:lnTo>
                    <a:pt x="7172307" y="987121"/>
                  </a:lnTo>
                  <a:lnTo>
                    <a:pt x="7172307" y="987121"/>
                  </a:lnTo>
                  <a:lnTo>
                    <a:pt x="7163975" y="965447"/>
                  </a:lnTo>
                  <a:lnTo>
                    <a:pt x="7156017" y="954203"/>
                  </a:lnTo>
                  <a:lnTo>
                    <a:pt x="7162553" y="951054"/>
                  </a:lnTo>
                  <a:lnTo>
                    <a:pt x="7189883" y="952205"/>
                  </a:lnTo>
                  <a:lnTo>
                    <a:pt x="7203057" y="944823"/>
                  </a:lnTo>
                  <a:lnTo>
                    <a:pt x="7193304" y="935780"/>
                  </a:lnTo>
                  <a:lnTo>
                    <a:pt x="7170444" y="929820"/>
                  </a:lnTo>
                  <a:lnTo>
                    <a:pt x="7172476" y="923690"/>
                  </a:lnTo>
                  <a:lnTo>
                    <a:pt x="7158693" y="917527"/>
                  </a:lnTo>
                  <a:lnTo>
                    <a:pt x="7137492" y="895345"/>
                  </a:lnTo>
                  <a:lnTo>
                    <a:pt x="7144740" y="886201"/>
                  </a:lnTo>
                  <a:lnTo>
                    <a:pt x="7141421" y="870318"/>
                  </a:lnTo>
                  <a:lnTo>
                    <a:pt x="7108300" y="862258"/>
                  </a:lnTo>
                  <a:lnTo>
                    <a:pt x="7090554" y="866288"/>
                  </a:lnTo>
                  <a:lnTo>
                    <a:pt x="7085746" y="857889"/>
                  </a:lnTo>
                  <a:lnTo>
                    <a:pt x="7050085" y="849389"/>
                  </a:lnTo>
                  <a:lnTo>
                    <a:pt x="7039180" y="829408"/>
                  </a:lnTo>
                  <a:lnTo>
                    <a:pt x="7036302" y="812983"/>
                  </a:lnTo>
                  <a:lnTo>
                    <a:pt x="7019978" y="805160"/>
                  </a:lnTo>
                  <a:lnTo>
                    <a:pt x="7034507" y="794424"/>
                  </a:lnTo>
                  <a:lnTo>
                    <a:pt x="7024448" y="762828"/>
                  </a:lnTo>
                  <a:lnTo>
                    <a:pt x="7048561" y="743321"/>
                  </a:lnTo>
                  <a:lnTo>
                    <a:pt x="7043447" y="737428"/>
                  </a:lnTo>
                  <a:lnTo>
                    <a:pt x="7043447" y="737428"/>
                  </a:lnTo>
                  <a:lnTo>
                    <a:pt x="7081953" y="718701"/>
                  </a:lnTo>
                  <a:lnTo>
                    <a:pt x="7046462" y="702580"/>
                  </a:lnTo>
                  <a:lnTo>
                    <a:pt x="7046462" y="702580"/>
                  </a:lnTo>
                  <a:lnTo>
                    <a:pt x="7118968" y="659368"/>
                  </a:lnTo>
                  <a:lnTo>
                    <a:pt x="7150429" y="639793"/>
                  </a:lnTo>
                  <a:lnTo>
                    <a:pt x="7163163" y="622522"/>
                  </a:lnTo>
                  <a:lnTo>
                    <a:pt x="7113041" y="599324"/>
                  </a:lnTo>
                  <a:lnTo>
                    <a:pt x="7126893" y="577277"/>
                  </a:lnTo>
                  <a:lnTo>
                    <a:pt x="7096380" y="552047"/>
                  </a:lnTo>
                  <a:lnTo>
                    <a:pt x="7119205" y="523024"/>
                  </a:lnTo>
                  <a:lnTo>
                    <a:pt x="7079819" y="484484"/>
                  </a:lnTo>
                  <a:lnTo>
                    <a:pt x="7111044" y="458950"/>
                  </a:lnTo>
                  <a:lnTo>
                    <a:pt x="7059195" y="436361"/>
                  </a:lnTo>
                  <a:lnTo>
                    <a:pt x="7064139" y="412655"/>
                  </a:lnTo>
                  <a:lnTo>
                    <a:pt x="7091503" y="409539"/>
                  </a:lnTo>
                  <a:lnTo>
                    <a:pt x="7149109" y="395959"/>
                  </a:lnTo>
                  <a:lnTo>
                    <a:pt x="7149109" y="395959"/>
                  </a:lnTo>
                  <a:lnTo>
                    <a:pt x="7184058" y="384174"/>
                  </a:lnTo>
                  <a:lnTo>
                    <a:pt x="7239666" y="404663"/>
                  </a:lnTo>
                  <a:lnTo>
                    <a:pt x="7332425" y="412723"/>
                  </a:lnTo>
                  <a:lnTo>
                    <a:pt x="7460370" y="451025"/>
                  </a:lnTo>
                  <a:lnTo>
                    <a:pt x="7486378" y="467111"/>
                  </a:lnTo>
                  <a:lnTo>
                    <a:pt x="7488614" y="489632"/>
                  </a:lnTo>
                  <a:lnTo>
                    <a:pt x="7451023" y="507445"/>
                  </a:lnTo>
                  <a:lnTo>
                    <a:pt x="7395719" y="516454"/>
                  </a:lnTo>
                  <a:lnTo>
                    <a:pt x="7244543" y="490716"/>
                  </a:lnTo>
                  <a:lnTo>
                    <a:pt x="7219651" y="495017"/>
                  </a:lnTo>
                  <a:lnTo>
                    <a:pt x="7274886" y="519840"/>
                  </a:lnTo>
                  <a:lnTo>
                    <a:pt x="7277054" y="535554"/>
                  </a:lnTo>
                  <a:lnTo>
                    <a:pt x="7279255" y="570165"/>
                  </a:lnTo>
                  <a:lnTo>
                    <a:pt x="7322840" y="580494"/>
                  </a:lnTo>
                  <a:lnTo>
                    <a:pt x="7349323" y="589265"/>
                  </a:lnTo>
                  <a:lnTo>
                    <a:pt x="7353692" y="572840"/>
                  </a:lnTo>
                  <a:lnTo>
                    <a:pt x="7333305" y="558312"/>
                  </a:lnTo>
                  <a:lnTo>
                    <a:pt x="7354843" y="545477"/>
                  </a:lnTo>
                  <a:lnTo>
                    <a:pt x="7436697" y="566541"/>
                  </a:lnTo>
                  <a:lnTo>
                    <a:pt x="7465246" y="558312"/>
                  </a:lnTo>
                  <a:lnTo>
                    <a:pt x="7442454" y="533488"/>
                  </a:lnTo>
                  <a:lnTo>
                    <a:pt x="7521362" y="500334"/>
                  </a:lnTo>
                  <a:lnTo>
                    <a:pt x="7552620" y="502264"/>
                  </a:lnTo>
                  <a:lnTo>
                    <a:pt x="7584250" y="514117"/>
                  </a:lnTo>
                  <a:lnTo>
                    <a:pt x="7603960" y="490851"/>
                  </a:lnTo>
                  <a:lnTo>
                    <a:pt x="7575716" y="470667"/>
                  </a:lnTo>
                  <a:lnTo>
                    <a:pt x="7592311" y="450382"/>
                  </a:lnTo>
                  <a:lnTo>
                    <a:pt x="7567419" y="429385"/>
                  </a:lnTo>
                  <a:lnTo>
                    <a:pt x="7662142" y="440256"/>
                  </a:lnTo>
                  <a:lnTo>
                    <a:pt x="7681479" y="459221"/>
                  </a:lnTo>
                  <a:lnTo>
                    <a:pt x="7638605" y="463386"/>
                  </a:lnTo>
                  <a:lnTo>
                    <a:pt x="7638842" y="482249"/>
                  </a:lnTo>
                  <a:lnTo>
                    <a:pt x="7665495" y="493831"/>
                  </a:lnTo>
                  <a:lnTo>
                    <a:pt x="7717817" y="486483"/>
                  </a:lnTo>
                  <a:lnTo>
                    <a:pt x="7726115" y="464910"/>
                  </a:lnTo>
                  <a:lnTo>
                    <a:pt x="7796860" y="448756"/>
                  </a:lnTo>
                  <a:lnTo>
                    <a:pt x="7915018" y="419699"/>
                  </a:lnTo>
                  <a:lnTo>
                    <a:pt x="7940587" y="421359"/>
                  </a:lnTo>
                  <a:lnTo>
                    <a:pt x="7907195" y="441915"/>
                  </a:lnTo>
                  <a:lnTo>
                    <a:pt x="7949189" y="445437"/>
                  </a:lnTo>
                  <a:lnTo>
                    <a:pt x="7973470" y="433855"/>
                  </a:lnTo>
                  <a:lnTo>
                    <a:pt x="8036935" y="432941"/>
                  </a:lnTo>
                  <a:lnTo>
                    <a:pt x="8087226" y="418886"/>
                  </a:lnTo>
                  <a:lnTo>
                    <a:pt x="8125799" y="439307"/>
                  </a:lnTo>
                  <a:lnTo>
                    <a:pt x="8164304" y="416854"/>
                  </a:lnTo>
                  <a:lnTo>
                    <a:pt x="8128813" y="397246"/>
                  </a:lnTo>
                  <a:lnTo>
                    <a:pt x="8146423" y="386070"/>
                  </a:lnTo>
                  <a:lnTo>
                    <a:pt x="8246463" y="396332"/>
                  </a:lnTo>
                  <a:lnTo>
                    <a:pt x="8293333" y="406898"/>
                  </a:lnTo>
                  <a:lnTo>
                    <a:pt x="8416062" y="445607"/>
                  </a:lnTo>
                  <a:lnTo>
                    <a:pt x="8438719" y="427861"/>
                  </a:lnTo>
                  <a:lnTo>
                    <a:pt x="8404277" y="409980"/>
                  </a:lnTo>
                  <a:lnTo>
                    <a:pt x="8403295" y="402800"/>
                  </a:lnTo>
                  <a:lnTo>
                    <a:pt x="8362487" y="399447"/>
                  </a:lnTo>
                  <a:lnTo>
                    <a:pt x="8373663" y="383395"/>
                  </a:lnTo>
                  <a:lnTo>
                    <a:pt x="8355545" y="356980"/>
                  </a:lnTo>
                  <a:lnTo>
                    <a:pt x="8354529" y="346143"/>
                  </a:lnTo>
                  <a:lnTo>
                    <a:pt x="8417011" y="315494"/>
                  </a:lnTo>
                  <a:lnTo>
                    <a:pt x="8439227" y="284710"/>
                  </a:lnTo>
                  <a:lnTo>
                    <a:pt x="8464423" y="278038"/>
                  </a:lnTo>
                  <a:lnTo>
                    <a:pt x="8554100" y="286979"/>
                  </a:lnTo>
                  <a:lnTo>
                    <a:pt x="8561144" y="305808"/>
                  </a:lnTo>
                  <a:lnTo>
                    <a:pt x="8529039" y="333274"/>
                  </a:lnTo>
                  <a:lnTo>
                    <a:pt x="8550103" y="344077"/>
                  </a:lnTo>
                  <a:lnTo>
                    <a:pt x="8561008" y="367749"/>
                  </a:lnTo>
                  <a:lnTo>
                    <a:pt x="8553321" y="414145"/>
                  </a:lnTo>
                  <a:lnTo>
                    <a:pt x="8590675" y="434905"/>
                  </a:lnTo>
                  <a:lnTo>
                    <a:pt x="8576146" y="457527"/>
                  </a:lnTo>
                  <a:lnTo>
                    <a:pt x="8509803" y="505617"/>
                  </a:lnTo>
                  <a:lnTo>
                    <a:pt x="8548512" y="510595"/>
                  </a:lnTo>
                  <a:lnTo>
                    <a:pt x="8561990" y="498403"/>
                  </a:lnTo>
                  <a:lnTo>
                    <a:pt x="8599243" y="489734"/>
                  </a:lnTo>
                  <a:lnTo>
                    <a:pt x="8608251" y="472970"/>
                  </a:lnTo>
                  <a:lnTo>
                    <a:pt x="8637545" y="456850"/>
                  </a:lnTo>
                  <a:lnTo>
                    <a:pt x="8617801" y="437580"/>
                  </a:lnTo>
                  <a:lnTo>
                    <a:pt x="8633617" y="415229"/>
                  </a:lnTo>
                  <a:lnTo>
                    <a:pt x="8596567" y="412452"/>
                  </a:lnTo>
                  <a:lnTo>
                    <a:pt x="8588440" y="393589"/>
                  </a:lnTo>
                  <a:lnTo>
                    <a:pt x="8615464" y="359587"/>
                  </a:lnTo>
                  <a:lnTo>
                    <a:pt x="8571473" y="331987"/>
                  </a:lnTo>
                  <a:lnTo>
                    <a:pt x="8632093" y="309161"/>
                  </a:lnTo>
                  <a:lnTo>
                    <a:pt x="8624236" y="285082"/>
                  </a:lnTo>
                  <a:lnTo>
                    <a:pt x="8641135" y="284304"/>
                  </a:lnTo>
                  <a:lnTo>
                    <a:pt x="8658948" y="303065"/>
                  </a:lnTo>
                  <a:lnTo>
                    <a:pt x="8645571" y="335746"/>
                  </a:lnTo>
                  <a:lnTo>
                    <a:pt x="8681808" y="341943"/>
                  </a:lnTo>
                  <a:lnTo>
                    <a:pt x="8666365" y="317526"/>
                  </a:lnTo>
                  <a:lnTo>
                    <a:pt x="8723056" y="304217"/>
                  </a:lnTo>
                  <a:lnTo>
                    <a:pt x="8793328" y="302422"/>
                  </a:lnTo>
                  <a:lnTo>
                    <a:pt x="8855912" y="321725"/>
                  </a:lnTo>
                  <a:lnTo>
                    <a:pt x="8825805" y="293515"/>
                  </a:lnTo>
                  <a:lnTo>
                    <a:pt x="8822418" y="257448"/>
                  </a:lnTo>
                  <a:lnTo>
                    <a:pt x="8881311" y="250607"/>
                  </a:lnTo>
                  <a:lnTo>
                    <a:pt x="8962758" y="252097"/>
                  </a:lnTo>
                  <a:lnTo>
                    <a:pt x="9036145" y="247661"/>
                  </a:lnTo>
                  <a:lnTo>
                    <a:pt x="9008647" y="229949"/>
                  </a:lnTo>
                  <a:lnTo>
                    <a:pt x="9047829" y="207733"/>
                  </a:lnTo>
                  <a:lnTo>
                    <a:pt x="9086742" y="206785"/>
                  </a:lnTo>
                  <a:lnTo>
                    <a:pt x="9152577" y="189987"/>
                  </a:lnTo>
                  <a:lnTo>
                    <a:pt x="9242016" y="185483"/>
                  </a:lnTo>
                  <a:lnTo>
                    <a:pt x="9253294" y="176204"/>
                  </a:lnTo>
                  <a:lnTo>
                    <a:pt x="9342224" y="173054"/>
                  </a:lnTo>
                  <a:lnTo>
                    <a:pt x="9369927" y="180674"/>
                  </a:lnTo>
                  <a:lnTo>
                    <a:pt x="9445956" y="162658"/>
                  </a:lnTo>
                  <a:lnTo>
                    <a:pt x="9508168" y="163233"/>
                  </a:lnTo>
                  <a:lnTo>
                    <a:pt x="9517481" y="148603"/>
                  </a:lnTo>
                  <a:lnTo>
                    <a:pt x="9549856" y="134176"/>
                  </a:lnTo>
                  <a:lnTo>
                    <a:pt x="9629813" y="120291"/>
                  </a:lnTo>
                  <a:lnTo>
                    <a:pt x="9687893" y="131264"/>
                  </a:lnTo>
                  <a:lnTo>
                    <a:pt x="9641768" y="139629"/>
                  </a:lnTo>
                  <a:lnTo>
                    <a:pt x="9718474" y="144810"/>
                  </a:lnTo>
                  <a:lnTo>
                    <a:pt x="9727618" y="161540"/>
                  </a:lnTo>
                  <a:lnTo>
                    <a:pt x="9758571" y="153311"/>
                  </a:lnTo>
                  <a:lnTo>
                    <a:pt x="9857561" y="153751"/>
                  </a:lnTo>
                  <a:lnTo>
                    <a:pt x="9933929" y="170277"/>
                  </a:lnTo>
                  <a:lnTo>
                    <a:pt x="9961089" y="182943"/>
                  </a:lnTo>
                  <a:lnTo>
                    <a:pt x="9952657" y="200553"/>
                  </a:lnTo>
                  <a:lnTo>
                    <a:pt x="9915200" y="210578"/>
                  </a:lnTo>
                  <a:lnTo>
                    <a:pt x="9826201" y="229373"/>
                  </a:lnTo>
                  <a:lnTo>
                    <a:pt x="9800768" y="239431"/>
                  </a:lnTo>
                  <a:lnTo>
                    <a:pt x="9842762" y="244173"/>
                  </a:lnTo>
                  <a:lnTo>
                    <a:pt x="9892849" y="252707"/>
                  </a:lnTo>
                  <a:lnTo>
                    <a:pt x="9923362" y="246306"/>
                  </a:lnTo>
                  <a:lnTo>
                    <a:pt x="9940634" y="268048"/>
                  </a:lnTo>
                  <a:lnTo>
                    <a:pt x="9955501" y="259243"/>
                  </a:lnTo>
                  <a:lnTo>
                    <a:pt x="10009652" y="253892"/>
                  </a:lnTo>
                  <a:lnTo>
                    <a:pt x="10118294" y="259480"/>
                  </a:lnTo>
                  <a:lnTo>
                    <a:pt x="10126557" y="275329"/>
                  </a:lnTo>
                  <a:lnTo>
                    <a:pt x="10268150" y="280375"/>
                  </a:lnTo>
                  <a:lnTo>
                    <a:pt x="10270081" y="254502"/>
                  </a:lnTo>
                  <a:lnTo>
                    <a:pt x="10341944" y="260428"/>
                  </a:lnTo>
                  <a:lnTo>
                    <a:pt x="10395994" y="260259"/>
                  </a:lnTo>
                  <a:lnTo>
                    <a:pt x="10450687" y="278072"/>
                  </a:lnTo>
                  <a:lnTo>
                    <a:pt x="10466299" y="299746"/>
                  </a:lnTo>
                  <a:lnTo>
                    <a:pt x="10446250" y="313936"/>
                  </a:lnTo>
                  <a:lnTo>
                    <a:pt x="10488786" y="340589"/>
                  </a:lnTo>
                  <a:lnTo>
                    <a:pt x="10542057" y="354338"/>
                  </a:lnTo>
                  <a:lnTo>
                    <a:pt x="10574738" y="318813"/>
                  </a:lnTo>
                  <a:lnTo>
                    <a:pt x="10629058" y="334052"/>
                  </a:lnTo>
                  <a:lnTo>
                    <a:pt x="10686766" y="324943"/>
                  </a:lnTo>
                  <a:lnTo>
                    <a:pt x="10752329" y="335339"/>
                  </a:lnTo>
                  <a:lnTo>
                    <a:pt x="10777255" y="325857"/>
                  </a:lnTo>
                  <a:lnTo>
                    <a:pt x="10832660" y="330598"/>
                  </a:lnTo>
                  <a:lnTo>
                    <a:pt x="10808209" y="299171"/>
                  </a:lnTo>
                  <a:lnTo>
                    <a:pt x="10852911" y="284507"/>
                  </a:lnTo>
                  <a:lnTo>
                    <a:pt x="11158788" y="306486"/>
                  </a:lnTo>
                  <a:lnTo>
                    <a:pt x="11187608" y="326602"/>
                  </a:lnTo>
                  <a:lnTo>
                    <a:pt x="11276268" y="352476"/>
                  </a:lnTo>
                  <a:lnTo>
                    <a:pt x="11413018" y="346075"/>
                  </a:lnTo>
                  <a:lnTo>
                    <a:pt x="11480445" y="351629"/>
                  </a:lnTo>
                  <a:lnTo>
                    <a:pt x="11508621" y="365649"/>
                  </a:lnTo>
                  <a:lnTo>
                    <a:pt x="11504524" y="390405"/>
                  </a:lnTo>
                  <a:lnTo>
                    <a:pt x="11546247" y="400057"/>
                  </a:lnTo>
                  <a:lnTo>
                    <a:pt x="11591559" y="393114"/>
                  </a:lnTo>
                  <a:lnTo>
                    <a:pt x="11651603" y="392234"/>
                  </a:lnTo>
                  <a:lnTo>
                    <a:pt x="11715542" y="398872"/>
                  </a:lnTo>
                  <a:lnTo>
                    <a:pt x="11779751" y="395113"/>
                  </a:lnTo>
                  <a:lnTo>
                    <a:pt x="11838746" y="425219"/>
                  </a:lnTo>
                  <a:lnTo>
                    <a:pt x="11880705" y="414382"/>
                  </a:lnTo>
                  <a:lnTo>
                    <a:pt x="11853308" y="392742"/>
                  </a:lnTo>
                  <a:lnTo>
                    <a:pt x="11868378" y="377706"/>
                  </a:lnTo>
                  <a:lnTo>
                    <a:pt x="11976444" y="387188"/>
                  </a:lnTo>
                  <a:lnTo>
                    <a:pt x="12046885" y="385156"/>
                  </a:lnTo>
                  <a:lnTo>
                    <a:pt x="12144283" y="401310"/>
                  </a:lnTo>
                  <a:lnTo>
                    <a:pt x="12191695" y="416075"/>
                  </a:lnTo>
                  <a:lnTo>
                    <a:pt x="12191695" y="550997"/>
                  </a:lnTo>
                  <a:lnTo>
                    <a:pt x="12191458" y="551200"/>
                  </a:lnTo>
                  <a:lnTo>
                    <a:pt x="12147907" y="566067"/>
                  </a:lnTo>
                  <a:lnTo>
                    <a:pt x="12104017" y="563595"/>
                  </a:lnTo>
                  <a:lnTo>
                    <a:pt x="12134563" y="581612"/>
                  </a:lnTo>
                  <a:lnTo>
                    <a:pt x="12154713" y="609517"/>
                  </a:lnTo>
                  <a:lnTo>
                    <a:pt x="12170359" y="618627"/>
                  </a:lnTo>
                  <a:lnTo>
                    <a:pt x="12174288" y="632647"/>
                  </a:lnTo>
                  <a:lnTo>
                    <a:pt x="12165550" y="641622"/>
                  </a:lnTo>
                  <a:lnTo>
                    <a:pt x="12102425" y="634239"/>
                  </a:lnTo>
                  <a:lnTo>
                    <a:pt x="12007770" y="659740"/>
                  </a:lnTo>
                  <a:lnTo>
                    <a:pt x="11977663" y="663669"/>
                  </a:lnTo>
                  <a:lnTo>
                    <a:pt x="11925848" y="687476"/>
                  </a:lnTo>
                  <a:lnTo>
                    <a:pt x="11876675" y="708270"/>
                  </a:lnTo>
                  <a:lnTo>
                    <a:pt x="11864246" y="723645"/>
                  </a:lnTo>
                  <a:lnTo>
                    <a:pt x="11815784" y="700210"/>
                  </a:lnTo>
                  <a:lnTo>
                    <a:pt x="11727564" y="726794"/>
                  </a:lnTo>
                  <a:lnTo>
                    <a:pt x="11712155" y="714230"/>
                  </a:lnTo>
                  <a:lnTo>
                    <a:pt x="11679543" y="728725"/>
                  </a:lnTo>
                  <a:lnTo>
                    <a:pt x="11634230" y="724085"/>
                  </a:lnTo>
                  <a:lnTo>
                    <a:pt x="11623325" y="746369"/>
                  </a:lnTo>
                  <a:lnTo>
                    <a:pt x="11582686" y="779151"/>
                  </a:lnTo>
                  <a:lnTo>
                    <a:pt x="11583905" y="792833"/>
                  </a:lnTo>
                  <a:lnTo>
                    <a:pt x="11622478" y="800419"/>
                  </a:lnTo>
                  <a:lnTo>
                    <a:pt x="11617941" y="849727"/>
                  </a:lnTo>
                  <a:lnTo>
                    <a:pt x="11586513" y="850980"/>
                  </a:lnTo>
                  <a:lnTo>
                    <a:pt x="11571984" y="879292"/>
                  </a:lnTo>
                  <a:lnTo>
                    <a:pt x="11586073" y="893888"/>
                  </a:lnTo>
                  <a:lnTo>
                    <a:pt x="11526875" y="911194"/>
                  </a:lnTo>
                  <a:lnTo>
                    <a:pt x="11515124" y="949835"/>
                  </a:lnTo>
                  <a:lnTo>
                    <a:pt x="11464630" y="958098"/>
                  </a:lnTo>
                  <a:lnTo>
                    <a:pt x="11454470" y="992506"/>
                  </a:lnTo>
                  <a:lnTo>
                    <a:pt x="11405670" y="1024069"/>
                  </a:lnTo>
                  <a:lnTo>
                    <a:pt x="11393139" y="1000735"/>
                  </a:lnTo>
                  <a:lnTo>
                    <a:pt x="11378645" y="951325"/>
                  </a:lnTo>
                  <a:lnTo>
                    <a:pt x="11359747" y="876075"/>
                  </a:lnTo>
                  <a:lnTo>
                    <a:pt x="11376003" y="829103"/>
                  </a:lnTo>
                  <a:lnTo>
                    <a:pt x="11404585" y="808885"/>
                  </a:lnTo>
                  <a:lnTo>
                    <a:pt x="11406347" y="793070"/>
                  </a:lnTo>
                  <a:lnTo>
                    <a:pt x="11458975" y="785484"/>
                  </a:lnTo>
                  <a:lnTo>
                    <a:pt x="11519492" y="742847"/>
                  </a:lnTo>
                  <a:lnTo>
                    <a:pt x="11577776" y="708033"/>
                  </a:lnTo>
                  <a:lnTo>
                    <a:pt x="11638667" y="681008"/>
                  </a:lnTo>
                  <a:lnTo>
                    <a:pt x="11665894" y="633257"/>
                  </a:lnTo>
                  <a:lnTo>
                    <a:pt x="11624713" y="636136"/>
                  </a:lnTo>
                  <a:lnTo>
                    <a:pt x="11604394" y="664041"/>
                  </a:lnTo>
                  <a:lnTo>
                    <a:pt x="11518476" y="701226"/>
                  </a:lnTo>
                  <a:lnTo>
                    <a:pt x="11490740" y="659571"/>
                  </a:lnTo>
                  <a:lnTo>
                    <a:pt x="11403333" y="671085"/>
                  </a:lnTo>
                  <a:lnTo>
                    <a:pt x="11318566" y="727844"/>
                  </a:lnTo>
                  <a:lnTo>
                    <a:pt x="11346540" y="748604"/>
                  </a:lnTo>
                  <a:lnTo>
                    <a:pt x="11270951" y="757443"/>
                  </a:lnTo>
                  <a:lnTo>
                    <a:pt x="11218594" y="760931"/>
                  </a:lnTo>
                  <a:lnTo>
                    <a:pt x="11221033" y="736446"/>
                  </a:lnTo>
                  <a:lnTo>
                    <a:pt x="11168405" y="731299"/>
                  </a:lnTo>
                  <a:lnTo>
                    <a:pt x="11126446" y="747961"/>
                  </a:lnTo>
                  <a:lnTo>
                    <a:pt x="11022884" y="742136"/>
                  </a:lnTo>
                  <a:lnTo>
                    <a:pt x="10911499" y="752160"/>
                  </a:lnTo>
                  <a:lnTo>
                    <a:pt x="10801774" y="818266"/>
                  </a:lnTo>
                  <a:lnTo>
                    <a:pt x="10672000" y="898122"/>
                  </a:lnTo>
                  <a:lnTo>
                    <a:pt x="10725373" y="902389"/>
                  </a:lnTo>
                  <a:lnTo>
                    <a:pt x="10742001" y="923623"/>
                  </a:lnTo>
                  <a:lnTo>
                    <a:pt x="10774919" y="931141"/>
                  </a:lnTo>
                  <a:lnTo>
                    <a:pt x="10796592" y="914208"/>
                  </a:lnTo>
                  <a:lnTo>
                    <a:pt x="10833744" y="916409"/>
                  </a:lnTo>
                  <a:lnTo>
                    <a:pt x="10882612" y="953662"/>
                  </a:lnTo>
                  <a:lnTo>
                    <a:pt x="10883763" y="982481"/>
                  </a:lnTo>
                  <a:lnTo>
                    <a:pt x="10857280" y="1016313"/>
                  </a:lnTo>
                  <a:lnTo>
                    <a:pt x="10854435" y="1056749"/>
                  </a:lnTo>
                  <a:lnTo>
                    <a:pt x="10839162" y="1110901"/>
                  </a:lnTo>
                  <a:lnTo>
                    <a:pt x="10788126" y="1159904"/>
                  </a:lnTo>
                  <a:lnTo>
                    <a:pt x="10776781" y="1183340"/>
                  </a:lnTo>
                  <a:lnTo>
                    <a:pt x="10730791" y="1222759"/>
                  </a:lnTo>
                  <a:lnTo>
                    <a:pt x="10685175" y="1261875"/>
                  </a:lnTo>
                  <a:lnTo>
                    <a:pt x="10663296" y="1281889"/>
                  </a:lnTo>
                  <a:lnTo>
                    <a:pt x="10618187" y="1301768"/>
                  </a:lnTo>
                  <a:lnTo>
                    <a:pt x="10596818" y="1302209"/>
                  </a:lnTo>
                  <a:lnTo>
                    <a:pt x="10575551" y="1285716"/>
                  </a:lnTo>
                  <a:lnTo>
                    <a:pt x="10530103" y="1310506"/>
                  </a:lnTo>
                  <a:lnTo>
                    <a:pt x="10524819" y="1321783"/>
                  </a:lnTo>
                  <a:lnTo>
                    <a:pt x="10524819" y="1321783"/>
                  </a:lnTo>
                  <a:lnTo>
                    <a:pt x="10524819" y="1321783"/>
                  </a:lnTo>
                  <a:lnTo>
                    <a:pt x="10524819" y="1321783"/>
                  </a:lnTo>
                  <a:lnTo>
                    <a:pt x="10520079" y="1315857"/>
                  </a:lnTo>
                  <a:lnTo>
                    <a:pt x="10520079" y="1315857"/>
                  </a:lnTo>
                  <a:lnTo>
                    <a:pt x="10519875" y="1298653"/>
                  </a:lnTo>
                  <a:lnTo>
                    <a:pt x="10537180" y="1297738"/>
                  </a:lnTo>
                  <a:lnTo>
                    <a:pt x="10542057" y="1257709"/>
                  </a:lnTo>
                  <a:lnTo>
                    <a:pt x="10533116" y="1228720"/>
                  </a:lnTo>
                  <a:lnTo>
                    <a:pt x="10562173" y="1216765"/>
                  </a:lnTo>
                  <a:lnTo>
                    <a:pt x="10603286" y="1222759"/>
                  </a:lnTo>
                  <a:lnTo>
                    <a:pt x="10626078" y="1189808"/>
                  </a:lnTo>
                  <a:lnTo>
                    <a:pt x="10637660" y="1152725"/>
                  </a:lnTo>
                  <a:lnTo>
                    <a:pt x="10650834" y="1140330"/>
                  </a:lnTo>
                  <a:lnTo>
                    <a:pt x="10668614" y="1109851"/>
                  </a:lnTo>
                  <a:lnTo>
                    <a:pt x="10612667" y="1119841"/>
                  </a:lnTo>
                  <a:lnTo>
                    <a:pt x="10583305" y="1133184"/>
                  </a:lnTo>
                  <a:lnTo>
                    <a:pt x="10531830" y="1133150"/>
                  </a:lnTo>
                  <a:lnTo>
                    <a:pt x="10518114" y="1101317"/>
                  </a:lnTo>
                  <a:lnTo>
                    <a:pt x="10478017" y="1077238"/>
                  </a:lnTo>
                  <a:lnTo>
                    <a:pt x="10419057" y="1066435"/>
                  </a:lnTo>
                  <a:lnTo>
                    <a:pt x="10406526" y="1033246"/>
                  </a:lnTo>
                  <a:lnTo>
                    <a:pt x="10394741" y="1012453"/>
                  </a:lnTo>
                  <a:lnTo>
                    <a:pt x="10382041" y="997890"/>
                  </a:lnTo>
                  <a:lnTo>
                    <a:pt x="10361112" y="963720"/>
                  </a:lnTo>
                  <a:lnTo>
                    <a:pt x="10331378" y="951257"/>
                  </a:lnTo>
                  <a:lnTo>
                    <a:pt x="10280681" y="941165"/>
                  </a:lnTo>
                  <a:lnTo>
                    <a:pt x="10235809" y="942080"/>
                  </a:lnTo>
                  <a:lnTo>
                    <a:pt x="10193713" y="948209"/>
                  </a:lnTo>
                  <a:lnTo>
                    <a:pt x="10165740" y="965040"/>
                  </a:lnTo>
                  <a:lnTo>
                    <a:pt x="10184333" y="973101"/>
                  </a:lnTo>
                  <a:lnTo>
                    <a:pt x="10184739" y="991794"/>
                  </a:lnTo>
                  <a:lnTo>
                    <a:pt x="10165910" y="1002632"/>
                  </a:lnTo>
                  <a:lnTo>
                    <a:pt x="10135328" y="1038563"/>
                  </a:lnTo>
                  <a:lnTo>
                    <a:pt x="10135633" y="1053464"/>
                  </a:lnTo>
                  <a:lnTo>
                    <a:pt x="10087916" y="1074867"/>
                  </a:lnTo>
                  <a:lnTo>
                    <a:pt x="10047277" y="1062066"/>
                  </a:lnTo>
                  <a:lnTo>
                    <a:pt x="10006875" y="1064911"/>
                  </a:lnTo>
                  <a:lnTo>
                    <a:pt x="9989130" y="1053566"/>
                  </a:lnTo>
                  <a:lnTo>
                    <a:pt x="9968810" y="1049908"/>
                  </a:lnTo>
                  <a:lnTo>
                    <a:pt x="9919231" y="1073750"/>
                  </a:lnTo>
                  <a:lnTo>
                    <a:pt x="9874629" y="1079372"/>
                  </a:lnTo>
                  <a:lnTo>
                    <a:pt x="9843506" y="1087770"/>
                  </a:lnTo>
                  <a:lnTo>
                    <a:pt x="9800836" y="1082250"/>
                  </a:lnTo>
                  <a:lnTo>
                    <a:pt x="9769442" y="1082589"/>
                  </a:lnTo>
                  <a:lnTo>
                    <a:pt x="9748886" y="1065283"/>
                  </a:lnTo>
                  <a:lnTo>
                    <a:pt x="9715731" y="1049028"/>
                  </a:lnTo>
                  <a:lnTo>
                    <a:pt x="9681797" y="1044558"/>
                  </a:lnTo>
                  <a:lnTo>
                    <a:pt x="9638958" y="1048994"/>
                  </a:lnTo>
                  <a:lnTo>
                    <a:pt x="9606954" y="1055259"/>
                  </a:lnTo>
                  <a:lnTo>
                    <a:pt x="9558831" y="1041001"/>
                  </a:lnTo>
                  <a:lnTo>
                    <a:pt x="9552362" y="1015636"/>
                  </a:lnTo>
                  <a:lnTo>
                    <a:pt x="9512536" y="1006933"/>
                  </a:lnTo>
                  <a:lnTo>
                    <a:pt x="9481820" y="1002970"/>
                  </a:lnTo>
                  <a:lnTo>
                    <a:pt x="9443856" y="988984"/>
                  </a:lnTo>
                  <a:lnTo>
                    <a:pt x="9408805" y="1024069"/>
                  </a:lnTo>
                  <a:lnTo>
                    <a:pt x="9422554" y="1044016"/>
                  </a:lnTo>
                  <a:lnTo>
                    <a:pt x="9389637" y="1067586"/>
                  </a:lnTo>
                  <a:lnTo>
                    <a:pt x="9340667" y="1059086"/>
                  </a:lnTo>
                  <a:lnTo>
                    <a:pt x="9306869" y="1057867"/>
                  </a:lnTo>
                  <a:lnTo>
                    <a:pt x="9284247" y="1042018"/>
                  </a:lnTo>
                  <a:lnTo>
                    <a:pt x="9248891" y="1041543"/>
                  </a:lnTo>
                  <a:lnTo>
                    <a:pt x="9219461" y="1031147"/>
                  </a:lnTo>
                  <a:lnTo>
                    <a:pt x="9167951" y="1047063"/>
                  </a:lnTo>
                  <a:lnTo>
                    <a:pt x="9103335" y="1076222"/>
                  </a:lnTo>
                  <a:lnTo>
                    <a:pt x="9067607" y="1082115"/>
                  </a:lnTo>
                  <a:lnTo>
                    <a:pt x="9054365" y="1084892"/>
                  </a:lnTo>
                  <a:lnTo>
                    <a:pt x="9036383" y="1064166"/>
                  </a:lnTo>
                  <a:lnTo>
                    <a:pt x="8992763" y="1068704"/>
                  </a:lnTo>
                  <a:lnTo>
                    <a:pt x="8978370" y="1054345"/>
                  </a:lnTo>
                  <a:lnTo>
                    <a:pt x="8954664" y="1047775"/>
                  </a:lnTo>
                  <a:lnTo>
                    <a:pt x="8938375" y="1028200"/>
                  </a:lnTo>
                  <a:lnTo>
                    <a:pt x="8919681" y="1022104"/>
                  </a:lnTo>
                  <a:lnTo>
                    <a:pt x="8871016" y="1030808"/>
                  </a:lnTo>
                  <a:lnTo>
                    <a:pt x="8824349" y="1011301"/>
                  </a:lnTo>
                  <a:lnTo>
                    <a:pt x="8806333" y="1029013"/>
                  </a:lnTo>
                  <a:lnTo>
                    <a:pt x="8730642" y="943028"/>
                  </a:lnTo>
                  <a:lnTo>
                    <a:pt x="8687429" y="916849"/>
                  </a:lnTo>
                  <a:lnTo>
                    <a:pt x="8699824" y="906216"/>
                  </a:lnTo>
                  <a:lnTo>
                    <a:pt x="8614956" y="938185"/>
                  </a:lnTo>
                  <a:lnTo>
                    <a:pt x="8582479" y="940115"/>
                  </a:lnTo>
                  <a:lnTo>
                    <a:pt x="8585290" y="921625"/>
                  </a:lnTo>
                  <a:lnTo>
                    <a:pt x="8541772" y="910076"/>
                  </a:lnTo>
                  <a:lnTo>
                    <a:pt x="8506416" y="918340"/>
                  </a:lnTo>
                  <a:lnTo>
                    <a:pt x="8495749" y="883221"/>
                  </a:lnTo>
                  <a:lnTo>
                    <a:pt x="8434892" y="875940"/>
                  </a:lnTo>
                  <a:lnTo>
                    <a:pt x="8404447" y="889994"/>
                  </a:lnTo>
                  <a:lnTo>
                    <a:pt x="8319715" y="902490"/>
                  </a:lnTo>
                  <a:lnTo>
                    <a:pt x="8303188" y="910855"/>
                  </a:lnTo>
                  <a:lnTo>
                    <a:pt x="8176462" y="922640"/>
                  </a:lnTo>
                  <a:lnTo>
                    <a:pt x="8160918" y="934189"/>
                  </a:lnTo>
                  <a:lnTo>
                    <a:pt x="8185369" y="957387"/>
                  </a:lnTo>
                  <a:lnTo>
                    <a:pt x="8152858" y="966192"/>
                  </a:lnTo>
                  <a:lnTo>
                    <a:pt x="8159191" y="975403"/>
                  </a:lnTo>
                  <a:lnTo>
                    <a:pt x="8126713" y="991930"/>
                  </a:lnTo>
                  <a:lnTo>
                    <a:pt x="8181576" y="1015196"/>
                  </a:lnTo>
                  <a:lnTo>
                    <a:pt x="8173076" y="1031248"/>
                  </a:lnTo>
                  <a:lnTo>
                    <a:pt x="8125528" y="1029792"/>
                  </a:lnTo>
                  <a:lnTo>
                    <a:pt x="8115673" y="1039850"/>
                  </a:lnTo>
                  <a:lnTo>
                    <a:pt x="8072359" y="1022274"/>
                  </a:lnTo>
                  <a:lnTo>
                    <a:pt x="8018681" y="1022951"/>
                  </a:lnTo>
                  <a:lnTo>
                    <a:pt x="7982749" y="1037242"/>
                  </a:lnTo>
                  <a:lnTo>
                    <a:pt x="7942653" y="1023561"/>
                  </a:lnTo>
                  <a:lnTo>
                    <a:pt x="7868012" y="1000092"/>
                  </a:lnTo>
                  <a:lnTo>
                    <a:pt x="7815114" y="1000972"/>
                  </a:lnTo>
                  <a:lnTo>
                    <a:pt x="7745181" y="1037818"/>
                  </a:lnTo>
                  <a:lnTo>
                    <a:pt x="7740982" y="1062540"/>
                  </a:lnTo>
                  <a:lnTo>
                    <a:pt x="7706133" y="1042898"/>
                  </a:lnTo>
                  <a:lnTo>
                    <a:pt x="7679143" y="1080117"/>
                  </a:lnTo>
                  <a:lnTo>
                    <a:pt x="7689032" y="1087025"/>
                  </a:lnTo>
                  <a:lnTo>
                    <a:pt x="7669457" y="1112695"/>
                  </a:lnTo>
                  <a:lnTo>
                    <a:pt x="7698209" y="1135657"/>
                  </a:lnTo>
                  <a:lnTo>
                    <a:pt x="7723338" y="1134708"/>
                  </a:lnTo>
                  <a:lnTo>
                    <a:pt x="7744944" y="1157331"/>
                  </a:lnTo>
                  <a:lnTo>
                    <a:pt x="7741490" y="1174772"/>
                  </a:lnTo>
                  <a:lnTo>
                    <a:pt x="7758693" y="1180258"/>
                  </a:lnTo>
                  <a:close/>
                  <a:moveTo>
                    <a:pt x="9271717" y="7620"/>
                  </a:moveTo>
                  <a:lnTo>
                    <a:pt x="9344968" y="0"/>
                  </a:lnTo>
                  <a:lnTo>
                    <a:pt x="9410769" y="17035"/>
                  </a:lnTo>
                  <a:lnTo>
                    <a:pt x="9488763" y="49783"/>
                  </a:lnTo>
                  <a:lnTo>
                    <a:pt x="9480398" y="80228"/>
                  </a:lnTo>
                  <a:lnTo>
                    <a:pt x="9406502" y="84461"/>
                  </a:lnTo>
                  <a:lnTo>
                    <a:pt x="9312186" y="74674"/>
                  </a:lnTo>
                  <a:lnTo>
                    <a:pt x="9255968" y="61737"/>
                  </a:lnTo>
                  <a:lnTo>
                    <a:pt x="9229960" y="37456"/>
                  </a:lnTo>
                  <a:lnTo>
                    <a:pt x="9183767" y="30784"/>
                  </a:lnTo>
                  <a:lnTo>
                    <a:pt x="9271717" y="7620"/>
                  </a:lnTo>
                  <a:close/>
                  <a:moveTo>
                    <a:pt x="9578541" y="66682"/>
                  </a:moveTo>
                  <a:lnTo>
                    <a:pt x="9664357" y="85918"/>
                  </a:lnTo>
                  <a:lnTo>
                    <a:pt x="9654299" y="99667"/>
                  </a:lnTo>
                  <a:lnTo>
                    <a:pt x="9463396" y="112739"/>
                  </a:lnTo>
                  <a:lnTo>
                    <a:pt x="9525270" y="68273"/>
                  </a:lnTo>
                  <a:lnTo>
                    <a:pt x="9553073" y="64481"/>
                  </a:lnTo>
                  <a:lnTo>
                    <a:pt x="9578541" y="66682"/>
                  </a:lnTo>
                  <a:close/>
                  <a:moveTo>
                    <a:pt x="10797473" y="173156"/>
                  </a:moveTo>
                  <a:lnTo>
                    <a:pt x="10886912" y="174646"/>
                  </a:lnTo>
                  <a:lnTo>
                    <a:pt x="11009304" y="192595"/>
                  </a:lnTo>
                  <a:lnTo>
                    <a:pt x="10982685" y="217757"/>
                  </a:lnTo>
                  <a:lnTo>
                    <a:pt x="10857856" y="216809"/>
                  </a:lnTo>
                  <a:lnTo>
                    <a:pt x="10801672" y="224835"/>
                  </a:lnTo>
                  <a:lnTo>
                    <a:pt x="10734584" y="202789"/>
                  </a:lnTo>
                  <a:lnTo>
                    <a:pt x="10752804" y="179523"/>
                  </a:lnTo>
                  <a:lnTo>
                    <a:pt x="10797473" y="173156"/>
                  </a:lnTo>
                  <a:close/>
                  <a:moveTo>
                    <a:pt x="11115506" y="199944"/>
                  </a:moveTo>
                  <a:lnTo>
                    <a:pt x="11200510" y="208817"/>
                  </a:lnTo>
                  <a:lnTo>
                    <a:pt x="11161361" y="222194"/>
                  </a:lnTo>
                  <a:lnTo>
                    <a:pt x="11107210" y="219180"/>
                  </a:lnTo>
                  <a:lnTo>
                    <a:pt x="11044287" y="205803"/>
                  </a:lnTo>
                  <a:lnTo>
                    <a:pt x="11052381" y="194830"/>
                  </a:lnTo>
                  <a:lnTo>
                    <a:pt x="11115506" y="199944"/>
                  </a:lnTo>
                  <a:close/>
                  <a:moveTo>
                    <a:pt x="10832423" y="266863"/>
                  </a:moveTo>
                  <a:lnTo>
                    <a:pt x="10864562" y="253486"/>
                  </a:lnTo>
                  <a:lnTo>
                    <a:pt x="10906894" y="250336"/>
                  </a:lnTo>
                  <a:lnTo>
                    <a:pt x="10955017" y="263307"/>
                  </a:lnTo>
                  <a:lnTo>
                    <a:pt x="10959115" y="272213"/>
                  </a:lnTo>
                  <a:lnTo>
                    <a:pt x="10907774" y="272451"/>
                  </a:lnTo>
                  <a:lnTo>
                    <a:pt x="10838349" y="268658"/>
                  </a:lnTo>
                  <a:lnTo>
                    <a:pt x="10832423" y="266863"/>
                  </a:lnTo>
                  <a:close/>
                  <a:moveTo>
                    <a:pt x="7614628" y="22351"/>
                  </a:moveTo>
                  <a:lnTo>
                    <a:pt x="7680734" y="16188"/>
                  </a:lnTo>
                  <a:lnTo>
                    <a:pt x="7732176" y="15781"/>
                  </a:lnTo>
                  <a:lnTo>
                    <a:pt x="7739119" y="24891"/>
                  </a:lnTo>
                  <a:lnTo>
                    <a:pt x="7758558" y="16797"/>
                  </a:lnTo>
                  <a:lnTo>
                    <a:pt x="7790493" y="11210"/>
                  </a:lnTo>
                  <a:lnTo>
                    <a:pt x="7840716" y="18626"/>
                  </a:lnTo>
                  <a:lnTo>
                    <a:pt x="7827610" y="23808"/>
                  </a:lnTo>
                  <a:lnTo>
                    <a:pt x="7782163" y="28278"/>
                  </a:lnTo>
                  <a:lnTo>
                    <a:pt x="7751683" y="30818"/>
                  </a:lnTo>
                  <a:lnTo>
                    <a:pt x="7746976" y="36406"/>
                  </a:lnTo>
                  <a:lnTo>
                    <a:pt x="7707387" y="41994"/>
                  </a:lnTo>
                  <a:lnTo>
                    <a:pt x="7670710" y="33967"/>
                  </a:lnTo>
                  <a:lnTo>
                    <a:pt x="7689980" y="23401"/>
                  </a:lnTo>
                  <a:lnTo>
                    <a:pt x="7614628" y="22351"/>
                  </a:lnTo>
                  <a:close/>
                  <a:moveTo>
                    <a:pt x="6865652" y="911736"/>
                  </a:moveTo>
                  <a:lnTo>
                    <a:pt x="6803372" y="912244"/>
                  </a:lnTo>
                  <a:lnTo>
                    <a:pt x="6761683" y="908417"/>
                  </a:lnTo>
                  <a:lnTo>
                    <a:pt x="6769371" y="893516"/>
                  </a:lnTo>
                  <a:lnTo>
                    <a:pt x="6816106" y="882543"/>
                  </a:lnTo>
                  <a:lnTo>
                    <a:pt x="6851597" y="888470"/>
                  </a:lnTo>
                  <a:lnTo>
                    <a:pt x="6866566" y="893821"/>
                  </a:lnTo>
                  <a:lnTo>
                    <a:pt x="6862942" y="903100"/>
                  </a:lnTo>
                  <a:lnTo>
                    <a:pt x="6865652" y="911736"/>
                  </a:lnTo>
                  <a:close/>
                  <a:moveTo>
                    <a:pt x="7907940" y="253994"/>
                  </a:moveTo>
                  <a:lnTo>
                    <a:pt x="7989015" y="224293"/>
                  </a:lnTo>
                  <a:lnTo>
                    <a:pt x="7979871" y="208918"/>
                  </a:lnTo>
                  <a:lnTo>
                    <a:pt x="8055629" y="191037"/>
                  </a:lnTo>
                  <a:lnTo>
                    <a:pt x="8167420" y="169261"/>
                  </a:lnTo>
                  <a:lnTo>
                    <a:pt x="8280125" y="162928"/>
                  </a:lnTo>
                  <a:lnTo>
                    <a:pt x="8338137" y="150364"/>
                  </a:lnTo>
                  <a:lnTo>
                    <a:pt x="8404040" y="145962"/>
                  </a:lnTo>
                  <a:lnTo>
                    <a:pt x="8427577" y="159339"/>
                  </a:lnTo>
                  <a:lnTo>
                    <a:pt x="8404853" y="169871"/>
                  </a:lnTo>
                  <a:lnTo>
                    <a:pt x="8284832" y="186668"/>
                  </a:lnTo>
                  <a:lnTo>
                    <a:pt x="8181440" y="202822"/>
                  </a:lnTo>
                  <a:lnTo>
                    <a:pt x="8076219" y="235063"/>
                  </a:lnTo>
                  <a:lnTo>
                    <a:pt x="8025759" y="268116"/>
                  </a:lnTo>
                  <a:lnTo>
                    <a:pt x="7972658" y="300695"/>
                  </a:lnTo>
                  <a:lnTo>
                    <a:pt x="7979566" y="328803"/>
                  </a:lnTo>
                  <a:lnTo>
                    <a:pt x="8044351" y="356607"/>
                  </a:lnTo>
                  <a:lnTo>
                    <a:pt x="8024337" y="359553"/>
                  </a:lnTo>
                  <a:lnTo>
                    <a:pt x="7913663" y="355151"/>
                  </a:lnTo>
                  <a:lnTo>
                    <a:pt x="7904689" y="340114"/>
                  </a:lnTo>
                  <a:lnTo>
                    <a:pt x="7843392" y="331038"/>
                  </a:lnTo>
                  <a:lnTo>
                    <a:pt x="7838447" y="312751"/>
                  </a:lnTo>
                  <a:lnTo>
                    <a:pt x="7873058" y="305504"/>
                  </a:lnTo>
                  <a:lnTo>
                    <a:pt x="7871907" y="287013"/>
                  </a:lnTo>
                  <a:lnTo>
                    <a:pt x="7939096" y="258125"/>
                  </a:lnTo>
                  <a:lnTo>
                    <a:pt x="7907940" y="253994"/>
                  </a:lnTo>
                  <a:close/>
                  <a:moveTo>
                    <a:pt x="10935781" y="932834"/>
                  </a:moveTo>
                  <a:lnTo>
                    <a:pt x="10947498" y="965481"/>
                  </a:lnTo>
                  <a:lnTo>
                    <a:pt x="10946618" y="998805"/>
                  </a:lnTo>
                  <a:lnTo>
                    <a:pt x="10960605" y="1032975"/>
                  </a:lnTo>
                  <a:lnTo>
                    <a:pt x="10994673" y="1092986"/>
                  </a:lnTo>
                  <a:lnTo>
                    <a:pt x="10944553" y="1081776"/>
                  </a:lnTo>
                  <a:lnTo>
                    <a:pt x="10923725" y="1130712"/>
                  </a:lnTo>
                  <a:lnTo>
                    <a:pt x="10956710" y="1165425"/>
                  </a:lnTo>
                  <a:lnTo>
                    <a:pt x="10955762" y="1189097"/>
                  </a:lnTo>
                  <a:lnTo>
                    <a:pt x="10930125" y="1168676"/>
                  </a:lnTo>
                  <a:lnTo>
                    <a:pt x="10907910" y="1194888"/>
                  </a:lnTo>
                  <a:lnTo>
                    <a:pt x="10901645" y="1166474"/>
                  </a:lnTo>
                  <a:lnTo>
                    <a:pt x="10905404" y="1133489"/>
                  </a:lnTo>
                  <a:lnTo>
                    <a:pt x="10901542" y="1096948"/>
                  </a:lnTo>
                  <a:lnTo>
                    <a:pt x="10909399" y="1071345"/>
                  </a:lnTo>
                  <a:lnTo>
                    <a:pt x="10910889" y="1026067"/>
                  </a:lnTo>
                  <a:lnTo>
                    <a:pt x="10891044" y="992777"/>
                  </a:lnTo>
                  <a:lnTo>
                    <a:pt x="10894059" y="946482"/>
                  </a:lnTo>
                  <a:lnTo>
                    <a:pt x="10925350" y="930904"/>
                  </a:lnTo>
                  <a:lnTo>
                    <a:pt x="10911905" y="915224"/>
                  </a:lnTo>
                  <a:lnTo>
                    <a:pt x="10926976" y="910449"/>
                  </a:lnTo>
                  <a:lnTo>
                    <a:pt x="10935781" y="932834"/>
                  </a:lnTo>
                  <a:close/>
                  <a:moveTo>
                    <a:pt x="171767" y="475612"/>
                  </a:moveTo>
                  <a:lnTo>
                    <a:pt x="168855" y="496676"/>
                  </a:lnTo>
                  <a:lnTo>
                    <a:pt x="191681" y="505075"/>
                  </a:lnTo>
                  <a:lnTo>
                    <a:pt x="183824" y="480488"/>
                  </a:lnTo>
                  <a:lnTo>
                    <a:pt x="275769" y="485534"/>
                  </a:lnTo>
                  <a:lnTo>
                    <a:pt x="342045" y="517233"/>
                  </a:lnTo>
                  <a:lnTo>
                    <a:pt x="308484" y="531998"/>
                  </a:lnTo>
                  <a:lnTo>
                    <a:pt x="252978" y="535486"/>
                  </a:lnTo>
                  <a:lnTo>
                    <a:pt x="252131" y="568573"/>
                  </a:lnTo>
                  <a:lnTo>
                    <a:pt x="238585" y="575617"/>
                  </a:lnTo>
                  <a:lnTo>
                    <a:pt x="206852" y="574601"/>
                  </a:lnTo>
                  <a:lnTo>
                    <a:pt x="181047" y="562816"/>
                  </a:lnTo>
                  <a:lnTo>
                    <a:pt x="136005" y="552927"/>
                  </a:lnTo>
                  <a:lnTo>
                    <a:pt x="128453" y="538230"/>
                  </a:lnTo>
                  <a:lnTo>
                    <a:pt x="94045" y="532709"/>
                  </a:lnTo>
                  <a:lnTo>
                    <a:pt x="55540" y="537078"/>
                  </a:lnTo>
                  <a:lnTo>
                    <a:pt x="37151" y="525259"/>
                  </a:lnTo>
                  <a:lnTo>
                    <a:pt x="44500" y="512661"/>
                  </a:lnTo>
                  <a:lnTo>
                    <a:pt x="3928" y="520687"/>
                  </a:lnTo>
                  <a:lnTo>
                    <a:pt x="19202" y="536638"/>
                  </a:lnTo>
                  <a:lnTo>
                    <a:pt x="0" y="550997"/>
                  </a:lnTo>
                  <a:lnTo>
                    <a:pt x="0" y="416075"/>
                  </a:lnTo>
                  <a:lnTo>
                    <a:pt x="82971" y="441949"/>
                  </a:lnTo>
                  <a:lnTo>
                    <a:pt x="171767" y="475612"/>
                  </a:lnTo>
                  <a:close/>
                  <a:moveTo>
                    <a:pt x="44229" y="350748"/>
                  </a:moveTo>
                  <a:lnTo>
                    <a:pt x="0" y="352814"/>
                  </a:lnTo>
                  <a:lnTo>
                    <a:pt x="0" y="329650"/>
                  </a:lnTo>
                  <a:lnTo>
                    <a:pt x="4335" y="328228"/>
                  </a:lnTo>
                  <a:lnTo>
                    <a:pt x="33053" y="328295"/>
                  </a:lnTo>
                  <a:lnTo>
                    <a:pt x="82023" y="338015"/>
                  </a:lnTo>
                  <a:lnTo>
                    <a:pt x="79111" y="342621"/>
                  </a:lnTo>
                  <a:lnTo>
                    <a:pt x="44229" y="350748"/>
                  </a:lnTo>
                  <a:close/>
                  <a:moveTo>
                    <a:pt x="7228185" y="1194719"/>
                  </a:moveTo>
                  <a:lnTo>
                    <a:pt x="7237092" y="1186320"/>
                  </a:lnTo>
                  <a:lnTo>
                    <a:pt x="7261171" y="1193601"/>
                  </a:lnTo>
                  <a:lnTo>
                    <a:pt x="7272075" y="1194922"/>
                  </a:lnTo>
                  <a:lnTo>
                    <a:pt x="7276478" y="1201627"/>
                  </a:lnTo>
                  <a:lnTo>
                    <a:pt x="7281592" y="1202643"/>
                  </a:lnTo>
                  <a:lnTo>
                    <a:pt x="7281862" y="1205589"/>
                  </a:lnTo>
                  <a:lnTo>
                    <a:pt x="7298423" y="1213751"/>
                  </a:lnTo>
                  <a:lnTo>
                    <a:pt x="7332966" y="1211719"/>
                  </a:lnTo>
                  <a:lnTo>
                    <a:pt x="7326363" y="1223809"/>
                  </a:lnTo>
                  <a:lnTo>
                    <a:pt x="7289279" y="1229668"/>
                  </a:lnTo>
                  <a:lnTo>
                    <a:pt x="7243323" y="1249276"/>
                  </a:lnTo>
                  <a:lnTo>
                    <a:pt x="7224460" y="1242368"/>
                  </a:lnTo>
                  <a:lnTo>
                    <a:pt x="7231944" y="1226451"/>
                  </a:lnTo>
                  <a:lnTo>
                    <a:pt x="7194929" y="1216562"/>
                  </a:lnTo>
                  <a:lnTo>
                    <a:pt x="7200923" y="1210060"/>
                  </a:lnTo>
                  <a:lnTo>
                    <a:pt x="7233333" y="1198782"/>
                  </a:lnTo>
                  <a:lnTo>
                    <a:pt x="7228185" y="119471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FAA4D684-4D92-2FB2-1077-25A42A66DECC}"/>
                </a:ext>
              </a:extLst>
            </p:cNvPr>
            <p:cNvSpPr/>
            <p:nvPr/>
          </p:nvSpPr>
          <p:spPr>
            <a:xfrm>
              <a:off x="3421124" y="2513268"/>
              <a:ext cx="67054" cy="112773"/>
            </a:xfrm>
            <a:custGeom>
              <a:avLst/>
              <a:gdLst>
                <a:gd name="csX0" fmla="*/ 0 w 67054"/>
                <a:gd name="csY0" fmla="*/ 8466 h 112773"/>
                <a:gd name="csX1" fmla="*/ 15917 w 67054"/>
                <a:gd name="csY1" fmla="*/ 5757 h 112773"/>
                <a:gd name="csX2" fmla="*/ 38269 w 67054"/>
                <a:gd name="csY2" fmla="*/ 6773 h 112773"/>
                <a:gd name="csX3" fmla="*/ 39284 w 67054"/>
                <a:gd name="csY3" fmla="*/ 15578 h 112773"/>
                <a:gd name="csX4" fmla="*/ 2371 w 67054"/>
                <a:gd name="csY4" fmla="*/ 20997 h 112773"/>
                <a:gd name="csX5" fmla="*/ 0 w 67054"/>
                <a:gd name="csY5" fmla="*/ 8466 h 112773"/>
                <a:gd name="csX6" fmla="*/ 40300 w 67054"/>
                <a:gd name="csY6" fmla="*/ 0 h 112773"/>
                <a:gd name="csX7" fmla="*/ 67054 w 67054"/>
                <a:gd name="csY7" fmla="*/ 15240 h 112773"/>
                <a:gd name="csX8" fmla="*/ 61196 w 67054"/>
                <a:gd name="csY8" fmla="*/ 39318 h 112773"/>
                <a:gd name="csX9" fmla="*/ 54998 w 67054"/>
                <a:gd name="csY9" fmla="*/ 34983 h 112773"/>
                <a:gd name="csX10" fmla="*/ 55540 w 67054"/>
                <a:gd name="csY10" fmla="*/ 17272 h 112773"/>
                <a:gd name="csX11" fmla="*/ 40368 w 67054"/>
                <a:gd name="csY11" fmla="*/ 3895 h 112773"/>
                <a:gd name="csX12" fmla="*/ 40300 w 67054"/>
                <a:gd name="csY12" fmla="*/ 0 h 112773"/>
                <a:gd name="csX13" fmla="*/ 26720 w 67054"/>
                <a:gd name="csY13" fmla="*/ 61975 h 112773"/>
                <a:gd name="csX14" fmla="*/ 36914 w 67054"/>
                <a:gd name="csY14" fmla="*/ 63329 h 112773"/>
                <a:gd name="csX15" fmla="*/ 48767 w 67054"/>
                <a:gd name="csY15" fmla="*/ 91438 h 112773"/>
                <a:gd name="csX16" fmla="*/ 48936 w 67054"/>
                <a:gd name="csY16" fmla="*/ 111080 h 112773"/>
                <a:gd name="csX17" fmla="*/ 40639 w 67054"/>
                <a:gd name="csY17" fmla="*/ 112773 h 112773"/>
                <a:gd name="csX18" fmla="*/ 32037 w 67054"/>
                <a:gd name="csY18" fmla="*/ 93266 h 112773"/>
                <a:gd name="csX19" fmla="*/ 19371 w 67054"/>
                <a:gd name="csY19" fmla="*/ 83446 h 112773"/>
                <a:gd name="csX20" fmla="*/ 26720 w 67054"/>
                <a:gd name="csY20" fmla="*/ 61975 h 1127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67054" h="112773">
                  <a:moveTo>
                    <a:pt x="0" y="8466"/>
                  </a:moveTo>
                  <a:lnTo>
                    <a:pt x="15917" y="5757"/>
                  </a:lnTo>
                  <a:lnTo>
                    <a:pt x="38269" y="6773"/>
                  </a:lnTo>
                  <a:lnTo>
                    <a:pt x="39284" y="15578"/>
                  </a:lnTo>
                  <a:lnTo>
                    <a:pt x="2371" y="20997"/>
                  </a:lnTo>
                  <a:lnTo>
                    <a:pt x="0" y="8466"/>
                  </a:lnTo>
                  <a:close/>
                  <a:moveTo>
                    <a:pt x="40300" y="0"/>
                  </a:moveTo>
                  <a:lnTo>
                    <a:pt x="67054" y="15240"/>
                  </a:lnTo>
                  <a:lnTo>
                    <a:pt x="61196" y="39318"/>
                  </a:lnTo>
                  <a:lnTo>
                    <a:pt x="54998" y="34983"/>
                  </a:lnTo>
                  <a:lnTo>
                    <a:pt x="55540" y="17272"/>
                  </a:lnTo>
                  <a:lnTo>
                    <a:pt x="40368" y="3895"/>
                  </a:lnTo>
                  <a:lnTo>
                    <a:pt x="40300" y="0"/>
                  </a:lnTo>
                  <a:close/>
                  <a:moveTo>
                    <a:pt x="26720" y="61975"/>
                  </a:moveTo>
                  <a:lnTo>
                    <a:pt x="36914" y="63329"/>
                  </a:lnTo>
                  <a:lnTo>
                    <a:pt x="48767" y="91438"/>
                  </a:lnTo>
                  <a:lnTo>
                    <a:pt x="48936" y="111080"/>
                  </a:lnTo>
                  <a:lnTo>
                    <a:pt x="40639" y="112773"/>
                  </a:lnTo>
                  <a:lnTo>
                    <a:pt x="32037" y="93266"/>
                  </a:lnTo>
                  <a:lnTo>
                    <a:pt x="19371" y="83446"/>
                  </a:lnTo>
                  <a:lnTo>
                    <a:pt x="26720" y="6197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7280099-31B1-A2B4-B7CE-8EDDF87E6F30}"/>
                </a:ext>
              </a:extLst>
            </p:cNvPr>
            <p:cNvSpPr/>
            <p:nvPr/>
          </p:nvSpPr>
          <p:spPr>
            <a:xfrm>
              <a:off x="4023259" y="5159543"/>
              <a:ext cx="116836" cy="40638"/>
            </a:xfrm>
            <a:custGeom>
              <a:avLst/>
              <a:gdLst>
                <a:gd name="csX0" fmla="*/ 0 w 116836"/>
                <a:gd name="csY0" fmla="*/ 25399 h 40638"/>
                <a:gd name="csX1" fmla="*/ 40639 w 116836"/>
                <a:gd name="csY1" fmla="*/ 5080 h 40638"/>
                <a:gd name="csX2" fmla="*/ 69425 w 116836"/>
                <a:gd name="csY2" fmla="*/ 13546 h 40638"/>
                <a:gd name="csX3" fmla="*/ 89744 w 116836"/>
                <a:gd name="csY3" fmla="*/ 0 h 40638"/>
                <a:gd name="csX4" fmla="*/ 116837 w 116836"/>
                <a:gd name="csY4" fmla="*/ 15240 h 40638"/>
                <a:gd name="csX5" fmla="*/ 106677 w 116836"/>
                <a:gd name="csY5" fmla="*/ 27092 h 40638"/>
                <a:gd name="csX6" fmla="*/ 60958 w 116836"/>
                <a:gd name="csY6" fmla="*/ 37252 h 40638"/>
                <a:gd name="csX7" fmla="*/ 45719 w 116836"/>
                <a:gd name="csY7" fmla="*/ 25399 h 40638"/>
                <a:gd name="csX8" fmla="*/ 16933 w 116836"/>
                <a:gd name="csY8" fmla="*/ 40639 h 40638"/>
                <a:gd name="csX9" fmla="*/ 0 w 116836"/>
                <a:gd name="csY9" fmla="*/ 25399 h 40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6836" h="40638">
                  <a:moveTo>
                    <a:pt x="0" y="25399"/>
                  </a:moveTo>
                  <a:lnTo>
                    <a:pt x="40639" y="5080"/>
                  </a:lnTo>
                  <a:lnTo>
                    <a:pt x="69425" y="13546"/>
                  </a:lnTo>
                  <a:lnTo>
                    <a:pt x="89744" y="0"/>
                  </a:lnTo>
                  <a:lnTo>
                    <a:pt x="116837" y="15240"/>
                  </a:lnTo>
                  <a:lnTo>
                    <a:pt x="106677" y="27092"/>
                  </a:lnTo>
                  <a:lnTo>
                    <a:pt x="60958" y="37252"/>
                  </a:lnTo>
                  <a:lnTo>
                    <a:pt x="45719" y="25399"/>
                  </a:lnTo>
                  <a:lnTo>
                    <a:pt x="16933" y="40639"/>
                  </a:lnTo>
                  <a:lnTo>
                    <a:pt x="0" y="2539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3402AE08-B680-5155-6654-C23B7ADD002F}"/>
                </a:ext>
              </a:extLst>
            </p:cNvPr>
            <p:cNvSpPr/>
            <p:nvPr/>
          </p:nvSpPr>
          <p:spPr>
            <a:xfrm>
              <a:off x="6264905" y="697484"/>
              <a:ext cx="890704" cy="764622"/>
            </a:xfrm>
            <a:custGeom>
              <a:avLst/>
              <a:gdLst>
                <a:gd name="csX0" fmla="*/ 343772 w 890704"/>
                <a:gd name="csY0" fmla="*/ 33290 h 764622"/>
                <a:gd name="csX1" fmla="*/ 356641 w 890704"/>
                <a:gd name="csY1" fmla="*/ 21708 h 764622"/>
                <a:gd name="csX2" fmla="*/ 406356 w 890704"/>
                <a:gd name="csY2" fmla="*/ 20523 h 764622"/>
                <a:gd name="csX3" fmla="*/ 449061 w 890704"/>
                <a:gd name="csY3" fmla="*/ 32342 h 764622"/>
                <a:gd name="csX4" fmla="*/ 560547 w 890704"/>
                <a:gd name="csY4" fmla="*/ 57606 h 764622"/>
                <a:gd name="csX5" fmla="*/ 475306 w 890704"/>
                <a:gd name="csY5" fmla="*/ 70915 h 764622"/>
                <a:gd name="csX6" fmla="*/ 456511 w 890704"/>
                <a:gd name="csY6" fmla="*/ 95840 h 764622"/>
                <a:gd name="csX7" fmla="*/ 426777 w 890704"/>
                <a:gd name="csY7" fmla="*/ 102241 h 764622"/>
                <a:gd name="csX8" fmla="*/ 410657 w 890704"/>
                <a:gd name="csY8" fmla="*/ 130316 h 764622"/>
                <a:gd name="csX9" fmla="*/ 369848 w 890704"/>
                <a:gd name="csY9" fmla="*/ 131636 h 764622"/>
                <a:gd name="csX10" fmla="*/ 297037 w 890704"/>
                <a:gd name="csY10" fmla="*/ 110978 h 764622"/>
                <a:gd name="csX11" fmla="*/ 327753 w 890704"/>
                <a:gd name="csY11" fmla="*/ 98922 h 764622"/>
                <a:gd name="csX12" fmla="*/ 276989 w 890704"/>
                <a:gd name="csY12" fmla="*/ 89135 h 764622"/>
                <a:gd name="csX13" fmla="*/ 210984 w 890704"/>
                <a:gd name="csY13" fmla="*/ 60552 h 764622"/>
                <a:gd name="csX14" fmla="*/ 184670 w 890704"/>
                <a:gd name="csY14" fmla="*/ 34035 h 764622"/>
                <a:gd name="csX15" fmla="*/ 276989 w 890704"/>
                <a:gd name="csY15" fmla="*/ 21911 h 764622"/>
                <a:gd name="csX16" fmla="*/ 295547 w 890704"/>
                <a:gd name="csY16" fmla="*/ 33764 h 764622"/>
                <a:gd name="csX17" fmla="*/ 343772 w 890704"/>
                <a:gd name="csY17" fmla="*/ 33290 h 764622"/>
                <a:gd name="csX18" fmla="*/ 884202 w 890704"/>
                <a:gd name="csY18" fmla="*/ 375877 h 764622"/>
                <a:gd name="csX19" fmla="*/ 826597 w 890704"/>
                <a:gd name="csY19" fmla="*/ 389457 h 764622"/>
                <a:gd name="csX20" fmla="*/ 799233 w 890704"/>
                <a:gd name="csY20" fmla="*/ 392573 h 764622"/>
                <a:gd name="csX21" fmla="*/ 813593 w 890704"/>
                <a:gd name="csY21" fmla="*/ 368833 h 764622"/>
                <a:gd name="csX22" fmla="*/ 770108 w 890704"/>
                <a:gd name="csY22" fmla="*/ 355354 h 764622"/>
                <a:gd name="csX23" fmla="*/ 717549 w 890704"/>
                <a:gd name="csY23" fmla="*/ 366835 h 764622"/>
                <a:gd name="csX24" fmla="*/ 700921 w 890704"/>
                <a:gd name="csY24" fmla="*/ 391658 h 764622"/>
                <a:gd name="csX25" fmla="*/ 668646 w 890704"/>
                <a:gd name="csY25" fmla="*/ 406627 h 764622"/>
                <a:gd name="csX26" fmla="*/ 632275 w 890704"/>
                <a:gd name="csY26" fmla="*/ 398465 h 764622"/>
                <a:gd name="csX27" fmla="*/ 588046 w 890704"/>
                <a:gd name="csY27" fmla="*/ 400125 h 764622"/>
                <a:gd name="csX28" fmla="*/ 550421 w 890704"/>
                <a:gd name="csY28" fmla="*/ 382244 h 764622"/>
                <a:gd name="csX29" fmla="*/ 530135 w 890704"/>
                <a:gd name="csY29" fmla="*/ 391184 h 764622"/>
                <a:gd name="csX30" fmla="*/ 509105 w 890704"/>
                <a:gd name="csY30" fmla="*/ 392573 h 764622"/>
                <a:gd name="csX31" fmla="*/ 504160 w 890704"/>
                <a:gd name="csY31" fmla="*/ 414856 h 764622"/>
                <a:gd name="csX32" fmla="*/ 440323 w 890704"/>
                <a:gd name="csY32" fmla="*/ 409438 h 764622"/>
                <a:gd name="csX33" fmla="*/ 431349 w 890704"/>
                <a:gd name="csY33" fmla="*/ 428267 h 764622"/>
                <a:gd name="csX34" fmla="*/ 398838 w 890704"/>
                <a:gd name="csY34" fmla="*/ 428166 h 764622"/>
                <a:gd name="csX35" fmla="*/ 376486 w 890704"/>
                <a:gd name="csY35" fmla="*/ 452278 h 764622"/>
                <a:gd name="csX36" fmla="*/ 342587 w 890704"/>
                <a:gd name="csY36" fmla="*/ 489801 h 764622"/>
                <a:gd name="csX37" fmla="*/ 290027 w 890704"/>
                <a:gd name="csY37" fmla="*/ 537451 h 764622"/>
                <a:gd name="csX38" fmla="*/ 302354 w 890704"/>
                <a:gd name="csY38" fmla="*/ 549033 h 764622"/>
                <a:gd name="csX39" fmla="*/ 290569 w 890704"/>
                <a:gd name="csY39" fmla="*/ 562444 h 764622"/>
                <a:gd name="csX40" fmla="*/ 256974 w 890704"/>
                <a:gd name="csY40" fmla="*/ 561868 h 764622"/>
                <a:gd name="csX41" fmla="*/ 234995 w 890704"/>
                <a:gd name="csY41" fmla="*/ 593634 h 764622"/>
                <a:gd name="csX42" fmla="*/ 237061 w 890704"/>
                <a:gd name="csY42" fmla="*/ 638608 h 764622"/>
                <a:gd name="csX43" fmla="*/ 258701 w 890704"/>
                <a:gd name="csY43" fmla="*/ 655744 h 764622"/>
                <a:gd name="csX44" fmla="*/ 247491 w 890704"/>
                <a:gd name="csY44" fmla="*/ 695570 h 764622"/>
                <a:gd name="csX45" fmla="*/ 219315 w 890704"/>
                <a:gd name="csY45" fmla="*/ 718802 h 764622"/>
                <a:gd name="csX46" fmla="*/ 204380 w 890704"/>
                <a:gd name="csY46" fmla="*/ 738309 h 764622"/>
                <a:gd name="csX47" fmla="*/ 181690 w 890704"/>
                <a:gd name="csY47" fmla="*/ 717515 h 764622"/>
                <a:gd name="csX48" fmla="*/ 114805 w 890704"/>
                <a:gd name="csY48" fmla="*/ 756698 h 764622"/>
                <a:gd name="csX49" fmla="*/ 69662 w 890704"/>
                <a:gd name="csY49" fmla="*/ 764623 h 764622"/>
                <a:gd name="csX50" fmla="*/ 22825 w 890704"/>
                <a:gd name="csY50" fmla="*/ 747385 h 764622"/>
                <a:gd name="csX51" fmla="*/ 10701 w 890704"/>
                <a:gd name="csY51" fmla="*/ 710979 h 764622"/>
                <a:gd name="csX52" fmla="*/ 0 w 890704"/>
                <a:gd name="csY52" fmla="*/ 632817 h 764622"/>
                <a:gd name="csX53" fmla="*/ 31190 w 890704"/>
                <a:gd name="csY53" fmla="*/ 611041 h 764622"/>
                <a:gd name="csX54" fmla="*/ 120596 w 890704"/>
                <a:gd name="csY54" fmla="*/ 582594 h 764622"/>
                <a:gd name="csX55" fmla="*/ 187481 w 890704"/>
                <a:gd name="csY55" fmla="*/ 547644 h 764622"/>
                <a:gd name="csX56" fmla="*/ 249456 w 890704"/>
                <a:gd name="csY56" fmla="*/ 500435 h 764622"/>
                <a:gd name="csX57" fmla="*/ 330835 w 890704"/>
                <a:gd name="csY57" fmla="*/ 435040 h 764622"/>
                <a:gd name="csX58" fmla="*/ 387560 w 890704"/>
                <a:gd name="csY58" fmla="*/ 409573 h 764622"/>
                <a:gd name="csX59" fmla="*/ 480624 w 890704"/>
                <a:gd name="csY59" fmla="*/ 367106 h 764622"/>
                <a:gd name="csX60" fmla="*/ 554925 w 890704"/>
                <a:gd name="csY60" fmla="*/ 352272 h 764622"/>
                <a:gd name="csX61" fmla="*/ 610668 w 890704"/>
                <a:gd name="csY61" fmla="*/ 354067 h 764622"/>
                <a:gd name="csX62" fmla="*/ 662246 w 890704"/>
                <a:gd name="csY62" fmla="*/ 326026 h 764622"/>
                <a:gd name="csX63" fmla="*/ 723983 w 890704"/>
                <a:gd name="csY63" fmla="*/ 327516 h 764622"/>
                <a:gd name="csX64" fmla="*/ 784806 w 890704"/>
                <a:gd name="csY64" fmla="*/ 320777 h 764622"/>
                <a:gd name="csX65" fmla="*/ 890705 w 890704"/>
                <a:gd name="csY65" fmla="*/ 345533 h 764622"/>
                <a:gd name="csX66" fmla="*/ 847086 w 890704"/>
                <a:gd name="csY66" fmla="*/ 354609 h 764622"/>
                <a:gd name="csX67" fmla="*/ 884202 w 890704"/>
                <a:gd name="csY67" fmla="*/ 375877 h 764622"/>
                <a:gd name="csX68" fmla="*/ 759136 w 890704"/>
                <a:gd name="csY68" fmla="*/ 20353 h 764622"/>
                <a:gd name="csX69" fmla="*/ 708913 w 890704"/>
                <a:gd name="csY69" fmla="*/ 38573 h 764622"/>
                <a:gd name="csX70" fmla="*/ 610668 w 890704"/>
                <a:gd name="csY70" fmla="*/ 42569 h 764622"/>
                <a:gd name="csX71" fmla="*/ 510798 w 890704"/>
                <a:gd name="csY71" fmla="*/ 36914 h 764622"/>
                <a:gd name="csX72" fmla="*/ 504770 w 890704"/>
                <a:gd name="csY72" fmla="*/ 27601 h 764622"/>
                <a:gd name="csX73" fmla="*/ 456173 w 890704"/>
                <a:gd name="csY73" fmla="*/ 26991 h 764622"/>
                <a:gd name="csX74" fmla="*/ 419123 w 890704"/>
                <a:gd name="csY74" fmla="*/ 11447 h 764622"/>
                <a:gd name="csX75" fmla="*/ 523701 w 890704"/>
                <a:gd name="csY75" fmla="*/ 1998 h 764622"/>
                <a:gd name="csX76" fmla="*/ 572874 w 890704"/>
                <a:gd name="csY76" fmla="*/ 10126 h 764622"/>
                <a:gd name="csX77" fmla="*/ 607113 w 890704"/>
                <a:gd name="csY77" fmla="*/ 0 h 764622"/>
                <a:gd name="csX78" fmla="*/ 692759 w 890704"/>
                <a:gd name="csY78" fmla="*/ 8466 h 764622"/>
                <a:gd name="csX79" fmla="*/ 759136 w 890704"/>
                <a:gd name="csY79" fmla="*/ 20353 h 764622"/>
                <a:gd name="csX80" fmla="*/ 668240 w 890704"/>
                <a:gd name="csY80" fmla="*/ 94926 h 764622"/>
                <a:gd name="csX81" fmla="*/ 592584 w 890704"/>
                <a:gd name="csY81" fmla="*/ 108777 h 764622"/>
                <a:gd name="csX82" fmla="*/ 532845 w 890704"/>
                <a:gd name="csY82" fmla="*/ 100920 h 764622"/>
                <a:gd name="csX83" fmla="*/ 556212 w 890704"/>
                <a:gd name="csY83" fmla="*/ 92183 h 764622"/>
                <a:gd name="csX84" fmla="*/ 535757 w 890704"/>
                <a:gd name="csY84" fmla="*/ 81346 h 764622"/>
                <a:gd name="csX85" fmla="*/ 605927 w 890704"/>
                <a:gd name="csY85" fmla="*/ 74573 h 764622"/>
                <a:gd name="csX86" fmla="*/ 619372 w 890704"/>
                <a:gd name="csY86" fmla="*/ 87272 h 764622"/>
                <a:gd name="csX87" fmla="*/ 668240 w 890704"/>
                <a:gd name="csY87" fmla="*/ 94926 h 764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890704" h="764622">
                  <a:moveTo>
                    <a:pt x="343772" y="33290"/>
                  </a:moveTo>
                  <a:lnTo>
                    <a:pt x="356641" y="21708"/>
                  </a:lnTo>
                  <a:lnTo>
                    <a:pt x="406356" y="20523"/>
                  </a:lnTo>
                  <a:lnTo>
                    <a:pt x="449061" y="32342"/>
                  </a:lnTo>
                  <a:lnTo>
                    <a:pt x="560547" y="57606"/>
                  </a:lnTo>
                  <a:lnTo>
                    <a:pt x="475306" y="70915"/>
                  </a:lnTo>
                  <a:lnTo>
                    <a:pt x="456511" y="95840"/>
                  </a:lnTo>
                  <a:lnTo>
                    <a:pt x="426777" y="102241"/>
                  </a:lnTo>
                  <a:lnTo>
                    <a:pt x="410657" y="130316"/>
                  </a:lnTo>
                  <a:lnTo>
                    <a:pt x="369848" y="131636"/>
                  </a:lnTo>
                  <a:lnTo>
                    <a:pt x="297037" y="110978"/>
                  </a:lnTo>
                  <a:lnTo>
                    <a:pt x="327753" y="98922"/>
                  </a:lnTo>
                  <a:lnTo>
                    <a:pt x="276989" y="89135"/>
                  </a:lnTo>
                  <a:lnTo>
                    <a:pt x="210984" y="60552"/>
                  </a:lnTo>
                  <a:lnTo>
                    <a:pt x="184670" y="34035"/>
                  </a:lnTo>
                  <a:lnTo>
                    <a:pt x="276989" y="21911"/>
                  </a:lnTo>
                  <a:lnTo>
                    <a:pt x="295547" y="33764"/>
                  </a:lnTo>
                  <a:lnTo>
                    <a:pt x="343772" y="33290"/>
                  </a:lnTo>
                  <a:close/>
                  <a:moveTo>
                    <a:pt x="884202" y="375877"/>
                  </a:moveTo>
                  <a:lnTo>
                    <a:pt x="826597" y="389457"/>
                  </a:lnTo>
                  <a:lnTo>
                    <a:pt x="799233" y="392573"/>
                  </a:lnTo>
                  <a:lnTo>
                    <a:pt x="813593" y="368833"/>
                  </a:lnTo>
                  <a:lnTo>
                    <a:pt x="770108" y="355354"/>
                  </a:lnTo>
                  <a:lnTo>
                    <a:pt x="717549" y="366835"/>
                  </a:lnTo>
                  <a:lnTo>
                    <a:pt x="700921" y="391658"/>
                  </a:lnTo>
                  <a:lnTo>
                    <a:pt x="668646" y="406627"/>
                  </a:lnTo>
                  <a:lnTo>
                    <a:pt x="632275" y="398465"/>
                  </a:lnTo>
                  <a:lnTo>
                    <a:pt x="588046" y="400125"/>
                  </a:lnTo>
                  <a:lnTo>
                    <a:pt x="550421" y="382244"/>
                  </a:lnTo>
                  <a:lnTo>
                    <a:pt x="530135" y="391184"/>
                  </a:lnTo>
                  <a:lnTo>
                    <a:pt x="509105" y="392573"/>
                  </a:lnTo>
                  <a:lnTo>
                    <a:pt x="504160" y="414856"/>
                  </a:lnTo>
                  <a:lnTo>
                    <a:pt x="440323" y="409438"/>
                  </a:lnTo>
                  <a:lnTo>
                    <a:pt x="431349" y="428267"/>
                  </a:lnTo>
                  <a:lnTo>
                    <a:pt x="398838" y="428166"/>
                  </a:lnTo>
                  <a:lnTo>
                    <a:pt x="376486" y="452278"/>
                  </a:lnTo>
                  <a:lnTo>
                    <a:pt x="342587" y="489801"/>
                  </a:lnTo>
                  <a:lnTo>
                    <a:pt x="290027" y="537451"/>
                  </a:lnTo>
                  <a:lnTo>
                    <a:pt x="302354" y="549033"/>
                  </a:lnTo>
                  <a:lnTo>
                    <a:pt x="290569" y="562444"/>
                  </a:lnTo>
                  <a:lnTo>
                    <a:pt x="256974" y="561868"/>
                  </a:lnTo>
                  <a:lnTo>
                    <a:pt x="234995" y="593634"/>
                  </a:lnTo>
                  <a:lnTo>
                    <a:pt x="237061" y="638608"/>
                  </a:lnTo>
                  <a:lnTo>
                    <a:pt x="258701" y="655744"/>
                  </a:lnTo>
                  <a:lnTo>
                    <a:pt x="247491" y="695570"/>
                  </a:lnTo>
                  <a:lnTo>
                    <a:pt x="219315" y="718802"/>
                  </a:lnTo>
                  <a:lnTo>
                    <a:pt x="204380" y="738309"/>
                  </a:lnTo>
                  <a:lnTo>
                    <a:pt x="181690" y="717515"/>
                  </a:lnTo>
                  <a:lnTo>
                    <a:pt x="114805" y="756698"/>
                  </a:lnTo>
                  <a:lnTo>
                    <a:pt x="69662" y="764623"/>
                  </a:lnTo>
                  <a:lnTo>
                    <a:pt x="22825" y="747385"/>
                  </a:lnTo>
                  <a:lnTo>
                    <a:pt x="10701" y="710979"/>
                  </a:lnTo>
                  <a:lnTo>
                    <a:pt x="0" y="632817"/>
                  </a:lnTo>
                  <a:lnTo>
                    <a:pt x="31190" y="611041"/>
                  </a:lnTo>
                  <a:lnTo>
                    <a:pt x="120596" y="582594"/>
                  </a:lnTo>
                  <a:lnTo>
                    <a:pt x="187481" y="547644"/>
                  </a:lnTo>
                  <a:lnTo>
                    <a:pt x="249456" y="500435"/>
                  </a:lnTo>
                  <a:lnTo>
                    <a:pt x="330835" y="435040"/>
                  </a:lnTo>
                  <a:lnTo>
                    <a:pt x="387560" y="409573"/>
                  </a:lnTo>
                  <a:lnTo>
                    <a:pt x="480624" y="367106"/>
                  </a:lnTo>
                  <a:lnTo>
                    <a:pt x="554925" y="352272"/>
                  </a:lnTo>
                  <a:lnTo>
                    <a:pt x="610668" y="354067"/>
                  </a:lnTo>
                  <a:lnTo>
                    <a:pt x="662246" y="326026"/>
                  </a:lnTo>
                  <a:lnTo>
                    <a:pt x="723983" y="327516"/>
                  </a:lnTo>
                  <a:lnTo>
                    <a:pt x="784806" y="320777"/>
                  </a:lnTo>
                  <a:lnTo>
                    <a:pt x="890705" y="345533"/>
                  </a:lnTo>
                  <a:lnTo>
                    <a:pt x="847086" y="354609"/>
                  </a:lnTo>
                  <a:lnTo>
                    <a:pt x="884202" y="375877"/>
                  </a:lnTo>
                  <a:close/>
                  <a:moveTo>
                    <a:pt x="759136" y="20353"/>
                  </a:moveTo>
                  <a:lnTo>
                    <a:pt x="708913" y="38573"/>
                  </a:lnTo>
                  <a:lnTo>
                    <a:pt x="610668" y="42569"/>
                  </a:lnTo>
                  <a:lnTo>
                    <a:pt x="510798" y="36914"/>
                  </a:lnTo>
                  <a:lnTo>
                    <a:pt x="504770" y="27601"/>
                  </a:lnTo>
                  <a:lnTo>
                    <a:pt x="456173" y="26991"/>
                  </a:lnTo>
                  <a:lnTo>
                    <a:pt x="419123" y="11447"/>
                  </a:lnTo>
                  <a:lnTo>
                    <a:pt x="523701" y="1998"/>
                  </a:lnTo>
                  <a:lnTo>
                    <a:pt x="572874" y="10126"/>
                  </a:lnTo>
                  <a:lnTo>
                    <a:pt x="607113" y="0"/>
                  </a:lnTo>
                  <a:lnTo>
                    <a:pt x="692759" y="8466"/>
                  </a:lnTo>
                  <a:lnTo>
                    <a:pt x="759136" y="20353"/>
                  </a:lnTo>
                  <a:close/>
                  <a:moveTo>
                    <a:pt x="668240" y="94926"/>
                  </a:moveTo>
                  <a:lnTo>
                    <a:pt x="592584" y="108777"/>
                  </a:lnTo>
                  <a:lnTo>
                    <a:pt x="532845" y="100920"/>
                  </a:lnTo>
                  <a:lnTo>
                    <a:pt x="556212" y="92183"/>
                  </a:lnTo>
                  <a:lnTo>
                    <a:pt x="535757" y="81346"/>
                  </a:lnTo>
                  <a:lnTo>
                    <a:pt x="605927" y="74573"/>
                  </a:lnTo>
                  <a:lnTo>
                    <a:pt x="619372" y="87272"/>
                  </a:lnTo>
                  <a:lnTo>
                    <a:pt x="668240" y="9492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415C17BF-DA10-0415-C32C-831B1056787A}"/>
                </a:ext>
              </a:extLst>
            </p:cNvPr>
            <p:cNvSpPr/>
            <p:nvPr/>
          </p:nvSpPr>
          <p:spPr>
            <a:xfrm>
              <a:off x="3613584" y="596293"/>
              <a:ext cx="2068795" cy="799504"/>
            </a:xfrm>
            <a:custGeom>
              <a:avLst/>
              <a:gdLst>
                <a:gd name="csX0" fmla="*/ 898561 w 2068795"/>
                <a:gd name="csY0" fmla="*/ 34442 h 799504"/>
                <a:gd name="csX1" fmla="*/ 1012283 w 2068795"/>
                <a:gd name="csY1" fmla="*/ 14224 h 799504"/>
                <a:gd name="csX2" fmla="*/ 1131085 w 2068795"/>
                <a:gd name="csY2" fmla="*/ 15748 h 799504"/>
                <a:gd name="csX3" fmla="*/ 1174297 w 2068795"/>
                <a:gd name="csY3" fmla="*/ 3251 h 799504"/>
                <a:gd name="csX4" fmla="*/ 1293979 w 2068795"/>
                <a:gd name="csY4" fmla="*/ 0 h 799504"/>
                <a:gd name="csX5" fmla="*/ 1564499 w 2068795"/>
                <a:gd name="csY5" fmla="*/ 4233 h 799504"/>
                <a:gd name="csX6" fmla="*/ 1776330 w 2068795"/>
                <a:gd name="csY6" fmla="*/ 31089 h 799504"/>
                <a:gd name="csX7" fmla="*/ 1713780 w 2068795"/>
                <a:gd name="csY7" fmla="*/ 44127 h 799504"/>
                <a:gd name="csX8" fmla="*/ 1584209 w 2068795"/>
                <a:gd name="csY8" fmla="*/ 45617 h 799504"/>
                <a:gd name="csX9" fmla="*/ 1401943 w 2068795"/>
                <a:gd name="csY9" fmla="*/ 48936 h 799504"/>
                <a:gd name="csX10" fmla="*/ 1419012 w 2068795"/>
                <a:gd name="csY10" fmla="*/ 54964 h 799504"/>
                <a:gd name="csX11" fmla="*/ 1538863 w 2068795"/>
                <a:gd name="csY11" fmla="*/ 51239 h 799504"/>
                <a:gd name="csX12" fmla="*/ 1640901 w 2068795"/>
                <a:gd name="csY12" fmla="*/ 62923 h 799504"/>
                <a:gd name="csX13" fmla="*/ 1706634 w 2068795"/>
                <a:gd name="csY13" fmla="*/ 52560 h 799504"/>
                <a:gd name="csX14" fmla="*/ 1734776 w 2068795"/>
                <a:gd name="csY14" fmla="*/ 64718 h 799504"/>
                <a:gd name="csX15" fmla="*/ 1697592 w 2068795"/>
                <a:gd name="csY15" fmla="*/ 84394 h 799504"/>
                <a:gd name="csX16" fmla="*/ 1783815 w 2068795"/>
                <a:gd name="csY16" fmla="*/ 71796 h 799504"/>
                <a:gd name="csX17" fmla="*/ 1948267 w 2068795"/>
                <a:gd name="csY17" fmla="*/ 58689 h 799504"/>
                <a:gd name="csX18" fmla="*/ 2049796 w 2068795"/>
                <a:gd name="csY18" fmla="*/ 65226 h 799504"/>
                <a:gd name="csX19" fmla="*/ 2068795 w 2068795"/>
                <a:gd name="csY19" fmla="*/ 79686 h 799504"/>
                <a:gd name="csX20" fmla="*/ 1930758 w 2068795"/>
                <a:gd name="csY20" fmla="*/ 103799 h 799504"/>
                <a:gd name="csX21" fmla="*/ 1911624 w 2068795"/>
                <a:gd name="csY21" fmla="*/ 111588 h 799504"/>
                <a:gd name="csX22" fmla="*/ 1803389 w 2068795"/>
                <a:gd name="csY22" fmla="*/ 117447 h 799504"/>
                <a:gd name="csX23" fmla="*/ 1881822 w 2068795"/>
                <a:gd name="csY23" fmla="*/ 119072 h 799504"/>
                <a:gd name="csX24" fmla="*/ 1842199 w 2068795"/>
                <a:gd name="csY24" fmla="*/ 143760 h 799504"/>
                <a:gd name="csX25" fmla="*/ 1814937 w 2068795"/>
                <a:gd name="csY25" fmla="*/ 165739 h 799504"/>
                <a:gd name="csX26" fmla="*/ 1815987 w 2068795"/>
                <a:gd name="csY26" fmla="*/ 203398 h 799504"/>
                <a:gd name="csX27" fmla="*/ 1856659 w 2068795"/>
                <a:gd name="csY27" fmla="*/ 225513 h 799504"/>
                <a:gd name="csX28" fmla="*/ 1803761 w 2068795"/>
                <a:gd name="csY28" fmla="*/ 226935 h 799504"/>
                <a:gd name="csX29" fmla="*/ 1748086 w 2068795"/>
                <a:gd name="csY29" fmla="*/ 237636 h 799504"/>
                <a:gd name="csX30" fmla="*/ 1810568 w 2068795"/>
                <a:gd name="csY30" fmla="*/ 255585 h 799504"/>
                <a:gd name="csX31" fmla="*/ 1818527 w 2068795"/>
                <a:gd name="csY31" fmla="*/ 284371 h 799504"/>
                <a:gd name="csX32" fmla="*/ 1782324 w 2068795"/>
                <a:gd name="csY32" fmla="*/ 287487 h 799504"/>
                <a:gd name="csX33" fmla="*/ 1826180 w 2068795"/>
                <a:gd name="csY33" fmla="*/ 316612 h 799504"/>
                <a:gd name="csX34" fmla="*/ 1750965 w 2068795"/>
                <a:gd name="csY34" fmla="*/ 319050 h 799504"/>
                <a:gd name="csX35" fmla="*/ 1790215 w 2068795"/>
                <a:gd name="csY35" fmla="*/ 332833 h 799504"/>
                <a:gd name="csX36" fmla="*/ 1779141 w 2068795"/>
                <a:gd name="csY36" fmla="*/ 344788 h 799504"/>
                <a:gd name="csX37" fmla="*/ 1731390 w 2068795"/>
                <a:gd name="csY37" fmla="*/ 350003 h 799504"/>
                <a:gd name="csX38" fmla="*/ 1684181 w 2068795"/>
                <a:gd name="csY38" fmla="*/ 350105 h 799504"/>
                <a:gd name="csX39" fmla="*/ 1726615 w 2068795"/>
                <a:gd name="csY39" fmla="*/ 373066 h 799504"/>
                <a:gd name="csX40" fmla="*/ 1727055 w 2068795"/>
                <a:gd name="csY40" fmla="*/ 388136 h 799504"/>
                <a:gd name="csX41" fmla="*/ 1660069 w 2068795"/>
                <a:gd name="csY41" fmla="*/ 374116 h 799504"/>
                <a:gd name="csX42" fmla="*/ 1642628 w 2068795"/>
                <a:gd name="csY42" fmla="*/ 383192 h 799504"/>
                <a:gd name="csX43" fmla="*/ 1688347 w 2068795"/>
                <a:gd name="csY43" fmla="*/ 391658 h 799504"/>
                <a:gd name="csX44" fmla="*/ 1732711 w 2068795"/>
                <a:gd name="csY44" fmla="*/ 412350 h 799504"/>
                <a:gd name="csX45" fmla="*/ 1745546 w 2068795"/>
                <a:gd name="csY45" fmla="*/ 439612 h 799504"/>
                <a:gd name="csX46" fmla="*/ 1685197 w 2068795"/>
                <a:gd name="csY46" fmla="*/ 446148 h 799504"/>
                <a:gd name="csX47" fmla="*/ 1659086 w 2068795"/>
                <a:gd name="csY47" fmla="*/ 433110 h 799504"/>
                <a:gd name="csX48" fmla="*/ 1617228 w 2068795"/>
                <a:gd name="csY48" fmla="*/ 413637 h 799504"/>
                <a:gd name="csX49" fmla="*/ 1628810 w 2068795"/>
                <a:gd name="csY49" fmla="*/ 436632 h 799504"/>
                <a:gd name="csX50" fmla="*/ 1589458 w 2068795"/>
                <a:gd name="csY50" fmla="*/ 454445 h 799504"/>
                <a:gd name="csX51" fmla="*/ 1678728 w 2068795"/>
                <a:gd name="csY51" fmla="*/ 455868 h 799504"/>
                <a:gd name="csX52" fmla="*/ 1725396 w 2068795"/>
                <a:gd name="csY52" fmla="*/ 457730 h 799504"/>
                <a:gd name="csX53" fmla="*/ 1634635 w 2068795"/>
                <a:gd name="csY53" fmla="*/ 487194 h 799504"/>
                <a:gd name="csX54" fmla="*/ 1542588 w 2068795"/>
                <a:gd name="csY54" fmla="*/ 513914 h 799504"/>
                <a:gd name="csX55" fmla="*/ 1443463 w 2068795"/>
                <a:gd name="csY55" fmla="*/ 525598 h 799504"/>
                <a:gd name="csX56" fmla="*/ 1406109 w 2068795"/>
                <a:gd name="csY56" fmla="*/ 525733 h 799504"/>
                <a:gd name="csX57" fmla="*/ 1371091 w 2068795"/>
                <a:gd name="csY57" fmla="*/ 538805 h 799504"/>
                <a:gd name="csX58" fmla="*/ 1323984 w 2068795"/>
                <a:gd name="csY58" fmla="*/ 574534 h 799504"/>
                <a:gd name="csX59" fmla="*/ 1251139 w 2068795"/>
                <a:gd name="csY59" fmla="*/ 598274 h 799504"/>
                <a:gd name="csX60" fmla="*/ 1227737 w 2068795"/>
                <a:gd name="csY60" fmla="*/ 599662 h 799504"/>
                <a:gd name="csX61" fmla="*/ 1182662 w 2068795"/>
                <a:gd name="csY61" fmla="*/ 607993 h 799504"/>
                <a:gd name="csX62" fmla="*/ 1133997 w 2068795"/>
                <a:gd name="csY62" fmla="*/ 615918 h 799504"/>
                <a:gd name="csX63" fmla="*/ 1104974 w 2068795"/>
                <a:gd name="csY63" fmla="*/ 636847 h 799504"/>
                <a:gd name="csX64" fmla="*/ 1104500 w 2068795"/>
                <a:gd name="csY64" fmla="*/ 660587 h 799504"/>
                <a:gd name="csX65" fmla="*/ 1087364 w 2068795"/>
                <a:gd name="csY65" fmla="*/ 682837 h 799504"/>
                <a:gd name="csX66" fmla="*/ 1032162 w 2068795"/>
                <a:gd name="csY66" fmla="*/ 709929 h 799504"/>
                <a:gd name="csX67" fmla="*/ 1045776 w 2068795"/>
                <a:gd name="csY67" fmla="*/ 736379 h 799504"/>
                <a:gd name="csX68" fmla="*/ 1030571 w 2068795"/>
                <a:gd name="csY68" fmla="*/ 764386 h 799504"/>
                <a:gd name="csX69" fmla="*/ 1013231 w 2068795"/>
                <a:gd name="csY69" fmla="*/ 797439 h 799504"/>
                <a:gd name="csX70" fmla="*/ 965514 w 2068795"/>
                <a:gd name="csY70" fmla="*/ 799504 h 799504"/>
                <a:gd name="csX71" fmla="*/ 915494 w 2068795"/>
                <a:gd name="csY71" fmla="*/ 771870 h 799504"/>
                <a:gd name="csX72" fmla="*/ 847797 w 2068795"/>
                <a:gd name="csY72" fmla="*/ 771701 h 799504"/>
                <a:gd name="csX73" fmla="*/ 814947 w 2068795"/>
                <a:gd name="csY73" fmla="*/ 753108 h 799504"/>
                <a:gd name="csX74" fmla="*/ 792359 w 2068795"/>
                <a:gd name="csY74" fmla="*/ 720055 h 799504"/>
                <a:gd name="csX75" fmla="*/ 733669 w 2068795"/>
                <a:gd name="csY75" fmla="*/ 677926 h 799504"/>
                <a:gd name="csX76" fmla="*/ 716499 w 2068795"/>
                <a:gd name="csY76" fmla="*/ 655879 h 799504"/>
                <a:gd name="csX77" fmla="*/ 711859 w 2068795"/>
                <a:gd name="csY77" fmla="*/ 625434 h 799504"/>
                <a:gd name="csX78" fmla="*/ 664955 w 2068795"/>
                <a:gd name="csY78" fmla="*/ 594176 h 799504"/>
                <a:gd name="csX79" fmla="*/ 677147 w 2068795"/>
                <a:gd name="csY79" fmla="*/ 569217 h 799504"/>
                <a:gd name="csX80" fmla="*/ 654558 w 2068795"/>
                <a:gd name="csY80" fmla="*/ 557296 h 799504"/>
                <a:gd name="csX81" fmla="*/ 688052 w 2068795"/>
                <a:gd name="csY81" fmla="*/ 517707 h 799504"/>
                <a:gd name="csX82" fmla="*/ 739020 w 2068795"/>
                <a:gd name="csY82" fmla="*/ 505109 h 799504"/>
                <a:gd name="csX83" fmla="*/ 752397 w 2068795"/>
                <a:gd name="csY83" fmla="*/ 490953 h 799504"/>
                <a:gd name="csX84" fmla="*/ 759475 w 2068795"/>
                <a:gd name="csY84" fmla="*/ 464504 h 799504"/>
                <a:gd name="csX85" fmla="*/ 720766 w 2068795"/>
                <a:gd name="csY85" fmla="*/ 476492 h 799504"/>
                <a:gd name="csX86" fmla="*/ 702343 w 2068795"/>
                <a:gd name="csY86" fmla="*/ 481538 h 799504"/>
                <a:gd name="csX87" fmla="*/ 671932 w 2068795"/>
                <a:gd name="csY87" fmla="*/ 486347 h 799504"/>
                <a:gd name="csX88" fmla="*/ 630378 w 2068795"/>
                <a:gd name="csY88" fmla="*/ 475307 h 799504"/>
                <a:gd name="csX89" fmla="*/ 628109 w 2068795"/>
                <a:gd name="csY89" fmla="*/ 452312 h 799504"/>
                <a:gd name="csX90" fmla="*/ 641351 w 2068795"/>
                <a:gd name="csY90" fmla="*/ 434295 h 799504"/>
                <a:gd name="csX91" fmla="*/ 672778 w 2068795"/>
                <a:gd name="csY91" fmla="*/ 433787 h 799504"/>
                <a:gd name="csX92" fmla="*/ 741898 w 2068795"/>
                <a:gd name="csY92" fmla="*/ 442796 h 799504"/>
                <a:gd name="csX93" fmla="*/ 683683 w 2068795"/>
                <a:gd name="csY93" fmla="*/ 421291 h 799504"/>
                <a:gd name="csX94" fmla="*/ 653373 w 2068795"/>
                <a:gd name="csY94" fmla="*/ 409709 h 799504"/>
                <a:gd name="csX95" fmla="*/ 619643 w 2068795"/>
                <a:gd name="csY95" fmla="*/ 414450 h 799504"/>
                <a:gd name="csX96" fmla="*/ 591365 w 2068795"/>
                <a:gd name="csY96" fmla="*/ 406085 h 799504"/>
                <a:gd name="csX97" fmla="*/ 629193 w 2068795"/>
                <a:gd name="csY97" fmla="*/ 374522 h 799504"/>
                <a:gd name="csX98" fmla="*/ 608603 w 2068795"/>
                <a:gd name="csY98" fmla="*/ 361890 h 799504"/>
                <a:gd name="csX99" fmla="*/ 581713 w 2068795"/>
                <a:gd name="csY99" fmla="*/ 338489 h 799504"/>
                <a:gd name="csX100" fmla="*/ 540939 w 2068795"/>
                <a:gd name="csY100" fmla="*/ 302591 h 799504"/>
                <a:gd name="csX101" fmla="*/ 497827 w 2068795"/>
                <a:gd name="csY101" fmla="*/ 289417 h 799504"/>
                <a:gd name="csX102" fmla="*/ 498234 w 2068795"/>
                <a:gd name="csY102" fmla="*/ 275261 h 799504"/>
                <a:gd name="csX103" fmla="*/ 407338 w 2068795"/>
                <a:gd name="csY103" fmla="*/ 255450 h 799504"/>
                <a:gd name="csX104" fmla="*/ 335441 w 2068795"/>
                <a:gd name="csY104" fmla="*/ 252978 h 799504"/>
                <a:gd name="csX105" fmla="*/ 244951 w 2068795"/>
                <a:gd name="csY105" fmla="*/ 254332 h 799504"/>
                <a:gd name="csX106" fmla="*/ 162319 w 2068795"/>
                <a:gd name="csY106" fmla="*/ 256838 h 799504"/>
                <a:gd name="csX107" fmla="*/ 123001 w 2068795"/>
                <a:gd name="csY107" fmla="*/ 246035 h 799504"/>
                <a:gd name="csX108" fmla="*/ 64142 w 2068795"/>
                <a:gd name="csY108" fmla="*/ 224734 h 799504"/>
                <a:gd name="csX109" fmla="*/ 153073 w 2068795"/>
                <a:gd name="csY109" fmla="*/ 214100 h 799504"/>
                <a:gd name="csX110" fmla="*/ 221245 w 2068795"/>
                <a:gd name="csY110" fmla="*/ 212305 h 799504"/>
                <a:gd name="csX111" fmla="*/ 76333 w 2068795"/>
                <a:gd name="csY111" fmla="*/ 203500 h 799504"/>
                <a:gd name="csX112" fmla="*/ 0 w 2068795"/>
                <a:gd name="csY112" fmla="*/ 189682 h 799504"/>
                <a:gd name="csX113" fmla="*/ 4673 w 2068795"/>
                <a:gd name="csY113" fmla="*/ 176509 h 799504"/>
                <a:gd name="csX114" fmla="*/ 132889 w 2068795"/>
                <a:gd name="csY114" fmla="*/ 160219 h 799504"/>
                <a:gd name="csX115" fmla="*/ 256906 w 2068795"/>
                <a:gd name="csY115" fmla="*/ 143964 h 799504"/>
                <a:gd name="csX116" fmla="*/ 270012 w 2068795"/>
                <a:gd name="csY116" fmla="*/ 131636 h 799504"/>
                <a:gd name="csX117" fmla="*/ 178608 w 2068795"/>
                <a:gd name="csY117" fmla="*/ 119479 h 799504"/>
                <a:gd name="csX118" fmla="*/ 208139 w 2068795"/>
                <a:gd name="csY118" fmla="*/ 105966 h 799504"/>
                <a:gd name="csX119" fmla="*/ 325383 w 2068795"/>
                <a:gd name="csY119" fmla="*/ 82328 h 799504"/>
                <a:gd name="csX120" fmla="*/ 374657 w 2068795"/>
                <a:gd name="csY120" fmla="*/ 78704 h 799504"/>
                <a:gd name="csX121" fmla="*/ 360535 w 2068795"/>
                <a:gd name="csY121" fmla="*/ 63498 h 799504"/>
                <a:gd name="csX122" fmla="*/ 440764 w 2068795"/>
                <a:gd name="csY122" fmla="*/ 54558 h 799504"/>
                <a:gd name="csX123" fmla="*/ 544901 w 2068795"/>
                <a:gd name="csY123" fmla="*/ 49241 h 799504"/>
                <a:gd name="csX124" fmla="*/ 648971 w 2068795"/>
                <a:gd name="csY124" fmla="*/ 48936 h 799504"/>
                <a:gd name="csX125" fmla="*/ 685918 w 2068795"/>
                <a:gd name="csY125" fmla="*/ 59502 h 799504"/>
                <a:gd name="csX126" fmla="*/ 775730 w 2068795"/>
                <a:gd name="csY126" fmla="*/ 40842 h 799504"/>
                <a:gd name="csX127" fmla="*/ 856568 w 2068795"/>
                <a:gd name="csY127" fmla="*/ 53508 h 799504"/>
                <a:gd name="csX128" fmla="*/ 904116 w 2068795"/>
                <a:gd name="csY128" fmla="*/ 56183 h 799504"/>
                <a:gd name="csX129" fmla="*/ 974455 w 2068795"/>
                <a:gd name="csY129" fmla="*/ 67190 h 799504"/>
                <a:gd name="csX130" fmla="*/ 893922 w 2068795"/>
                <a:gd name="csY130" fmla="*/ 48936 h 799504"/>
                <a:gd name="csX131" fmla="*/ 898561 w 2068795"/>
                <a:gd name="csY131" fmla="*/ 34442 h 799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</a:cxnLst>
              <a:rect l="l" t="t" r="r" b="b"/>
              <a:pathLst>
                <a:path w="2068795" h="799504">
                  <a:moveTo>
                    <a:pt x="898561" y="34442"/>
                  </a:moveTo>
                  <a:lnTo>
                    <a:pt x="1012283" y="14224"/>
                  </a:lnTo>
                  <a:lnTo>
                    <a:pt x="1131085" y="15748"/>
                  </a:lnTo>
                  <a:lnTo>
                    <a:pt x="1174297" y="3251"/>
                  </a:lnTo>
                  <a:lnTo>
                    <a:pt x="1293979" y="0"/>
                  </a:lnTo>
                  <a:lnTo>
                    <a:pt x="1564499" y="4233"/>
                  </a:lnTo>
                  <a:lnTo>
                    <a:pt x="1776330" y="31089"/>
                  </a:lnTo>
                  <a:lnTo>
                    <a:pt x="1713780" y="44127"/>
                  </a:lnTo>
                  <a:lnTo>
                    <a:pt x="1584209" y="45617"/>
                  </a:lnTo>
                  <a:lnTo>
                    <a:pt x="1401943" y="48936"/>
                  </a:lnTo>
                  <a:lnTo>
                    <a:pt x="1419012" y="54964"/>
                  </a:lnTo>
                  <a:lnTo>
                    <a:pt x="1538863" y="51239"/>
                  </a:lnTo>
                  <a:lnTo>
                    <a:pt x="1640901" y="62923"/>
                  </a:lnTo>
                  <a:lnTo>
                    <a:pt x="1706634" y="52560"/>
                  </a:lnTo>
                  <a:lnTo>
                    <a:pt x="1734776" y="64718"/>
                  </a:lnTo>
                  <a:lnTo>
                    <a:pt x="1697592" y="84394"/>
                  </a:lnTo>
                  <a:lnTo>
                    <a:pt x="1783815" y="71796"/>
                  </a:lnTo>
                  <a:lnTo>
                    <a:pt x="1948267" y="58689"/>
                  </a:lnTo>
                  <a:lnTo>
                    <a:pt x="2049796" y="65226"/>
                  </a:lnTo>
                  <a:lnTo>
                    <a:pt x="2068795" y="79686"/>
                  </a:lnTo>
                  <a:lnTo>
                    <a:pt x="1930758" y="103799"/>
                  </a:lnTo>
                  <a:lnTo>
                    <a:pt x="1911624" y="111588"/>
                  </a:lnTo>
                  <a:lnTo>
                    <a:pt x="1803389" y="117447"/>
                  </a:lnTo>
                  <a:lnTo>
                    <a:pt x="1881822" y="119072"/>
                  </a:lnTo>
                  <a:lnTo>
                    <a:pt x="1842199" y="143760"/>
                  </a:lnTo>
                  <a:lnTo>
                    <a:pt x="1814937" y="165739"/>
                  </a:lnTo>
                  <a:lnTo>
                    <a:pt x="1815987" y="203398"/>
                  </a:lnTo>
                  <a:lnTo>
                    <a:pt x="1856659" y="225513"/>
                  </a:lnTo>
                  <a:lnTo>
                    <a:pt x="1803761" y="226935"/>
                  </a:lnTo>
                  <a:lnTo>
                    <a:pt x="1748086" y="237636"/>
                  </a:lnTo>
                  <a:lnTo>
                    <a:pt x="1810568" y="255585"/>
                  </a:lnTo>
                  <a:lnTo>
                    <a:pt x="1818527" y="284371"/>
                  </a:lnTo>
                  <a:lnTo>
                    <a:pt x="1782324" y="287487"/>
                  </a:lnTo>
                  <a:lnTo>
                    <a:pt x="1826180" y="316612"/>
                  </a:lnTo>
                  <a:lnTo>
                    <a:pt x="1750965" y="319050"/>
                  </a:lnTo>
                  <a:lnTo>
                    <a:pt x="1790215" y="332833"/>
                  </a:lnTo>
                  <a:lnTo>
                    <a:pt x="1779141" y="344788"/>
                  </a:lnTo>
                  <a:lnTo>
                    <a:pt x="1731390" y="350003"/>
                  </a:lnTo>
                  <a:lnTo>
                    <a:pt x="1684181" y="350105"/>
                  </a:lnTo>
                  <a:lnTo>
                    <a:pt x="1726615" y="373066"/>
                  </a:lnTo>
                  <a:lnTo>
                    <a:pt x="1727055" y="388136"/>
                  </a:lnTo>
                  <a:lnTo>
                    <a:pt x="1660069" y="374116"/>
                  </a:lnTo>
                  <a:lnTo>
                    <a:pt x="1642628" y="383192"/>
                  </a:lnTo>
                  <a:lnTo>
                    <a:pt x="1688347" y="391658"/>
                  </a:lnTo>
                  <a:lnTo>
                    <a:pt x="1732711" y="412350"/>
                  </a:lnTo>
                  <a:lnTo>
                    <a:pt x="1745546" y="439612"/>
                  </a:lnTo>
                  <a:lnTo>
                    <a:pt x="1685197" y="446148"/>
                  </a:lnTo>
                  <a:lnTo>
                    <a:pt x="1659086" y="433110"/>
                  </a:lnTo>
                  <a:lnTo>
                    <a:pt x="1617228" y="413637"/>
                  </a:lnTo>
                  <a:lnTo>
                    <a:pt x="1628810" y="436632"/>
                  </a:lnTo>
                  <a:lnTo>
                    <a:pt x="1589458" y="454445"/>
                  </a:lnTo>
                  <a:lnTo>
                    <a:pt x="1678728" y="455868"/>
                  </a:lnTo>
                  <a:lnTo>
                    <a:pt x="1725396" y="457730"/>
                  </a:lnTo>
                  <a:lnTo>
                    <a:pt x="1634635" y="487194"/>
                  </a:lnTo>
                  <a:lnTo>
                    <a:pt x="1542588" y="513914"/>
                  </a:lnTo>
                  <a:lnTo>
                    <a:pt x="1443463" y="525598"/>
                  </a:lnTo>
                  <a:lnTo>
                    <a:pt x="1406109" y="525733"/>
                  </a:lnTo>
                  <a:lnTo>
                    <a:pt x="1371091" y="538805"/>
                  </a:lnTo>
                  <a:lnTo>
                    <a:pt x="1323984" y="574534"/>
                  </a:lnTo>
                  <a:lnTo>
                    <a:pt x="1251139" y="598274"/>
                  </a:lnTo>
                  <a:lnTo>
                    <a:pt x="1227737" y="599662"/>
                  </a:lnTo>
                  <a:lnTo>
                    <a:pt x="1182662" y="607993"/>
                  </a:lnTo>
                  <a:lnTo>
                    <a:pt x="1133997" y="615918"/>
                  </a:lnTo>
                  <a:lnTo>
                    <a:pt x="1104974" y="636847"/>
                  </a:lnTo>
                  <a:lnTo>
                    <a:pt x="1104500" y="660587"/>
                  </a:lnTo>
                  <a:lnTo>
                    <a:pt x="1087364" y="682837"/>
                  </a:lnTo>
                  <a:lnTo>
                    <a:pt x="1032162" y="709929"/>
                  </a:lnTo>
                  <a:lnTo>
                    <a:pt x="1045776" y="736379"/>
                  </a:lnTo>
                  <a:lnTo>
                    <a:pt x="1030571" y="764386"/>
                  </a:lnTo>
                  <a:lnTo>
                    <a:pt x="1013231" y="797439"/>
                  </a:lnTo>
                  <a:lnTo>
                    <a:pt x="965514" y="799504"/>
                  </a:lnTo>
                  <a:lnTo>
                    <a:pt x="915494" y="771870"/>
                  </a:lnTo>
                  <a:lnTo>
                    <a:pt x="847797" y="771701"/>
                  </a:lnTo>
                  <a:lnTo>
                    <a:pt x="814947" y="753108"/>
                  </a:lnTo>
                  <a:lnTo>
                    <a:pt x="792359" y="720055"/>
                  </a:lnTo>
                  <a:lnTo>
                    <a:pt x="733669" y="677926"/>
                  </a:lnTo>
                  <a:lnTo>
                    <a:pt x="716499" y="655879"/>
                  </a:lnTo>
                  <a:lnTo>
                    <a:pt x="711859" y="625434"/>
                  </a:lnTo>
                  <a:lnTo>
                    <a:pt x="664955" y="594176"/>
                  </a:lnTo>
                  <a:lnTo>
                    <a:pt x="677147" y="569217"/>
                  </a:lnTo>
                  <a:lnTo>
                    <a:pt x="654558" y="557296"/>
                  </a:lnTo>
                  <a:lnTo>
                    <a:pt x="688052" y="517707"/>
                  </a:lnTo>
                  <a:lnTo>
                    <a:pt x="739020" y="505109"/>
                  </a:lnTo>
                  <a:lnTo>
                    <a:pt x="752397" y="490953"/>
                  </a:lnTo>
                  <a:lnTo>
                    <a:pt x="759475" y="464504"/>
                  </a:lnTo>
                  <a:lnTo>
                    <a:pt x="720766" y="476492"/>
                  </a:lnTo>
                  <a:lnTo>
                    <a:pt x="702343" y="481538"/>
                  </a:lnTo>
                  <a:lnTo>
                    <a:pt x="671932" y="486347"/>
                  </a:lnTo>
                  <a:lnTo>
                    <a:pt x="630378" y="475307"/>
                  </a:lnTo>
                  <a:lnTo>
                    <a:pt x="628109" y="452312"/>
                  </a:lnTo>
                  <a:lnTo>
                    <a:pt x="641351" y="434295"/>
                  </a:lnTo>
                  <a:lnTo>
                    <a:pt x="672778" y="433787"/>
                  </a:lnTo>
                  <a:lnTo>
                    <a:pt x="741898" y="442796"/>
                  </a:lnTo>
                  <a:lnTo>
                    <a:pt x="683683" y="421291"/>
                  </a:lnTo>
                  <a:lnTo>
                    <a:pt x="653373" y="409709"/>
                  </a:lnTo>
                  <a:lnTo>
                    <a:pt x="619643" y="414450"/>
                  </a:lnTo>
                  <a:lnTo>
                    <a:pt x="591365" y="406085"/>
                  </a:lnTo>
                  <a:lnTo>
                    <a:pt x="629193" y="374522"/>
                  </a:lnTo>
                  <a:lnTo>
                    <a:pt x="608603" y="361890"/>
                  </a:lnTo>
                  <a:lnTo>
                    <a:pt x="581713" y="338489"/>
                  </a:lnTo>
                  <a:lnTo>
                    <a:pt x="540939" y="302591"/>
                  </a:lnTo>
                  <a:lnTo>
                    <a:pt x="497827" y="289417"/>
                  </a:lnTo>
                  <a:lnTo>
                    <a:pt x="498234" y="275261"/>
                  </a:lnTo>
                  <a:lnTo>
                    <a:pt x="407338" y="255450"/>
                  </a:lnTo>
                  <a:lnTo>
                    <a:pt x="335441" y="252978"/>
                  </a:lnTo>
                  <a:lnTo>
                    <a:pt x="244951" y="254332"/>
                  </a:lnTo>
                  <a:lnTo>
                    <a:pt x="162319" y="256838"/>
                  </a:lnTo>
                  <a:lnTo>
                    <a:pt x="123001" y="246035"/>
                  </a:lnTo>
                  <a:lnTo>
                    <a:pt x="64142" y="224734"/>
                  </a:lnTo>
                  <a:lnTo>
                    <a:pt x="153073" y="214100"/>
                  </a:lnTo>
                  <a:lnTo>
                    <a:pt x="221245" y="212305"/>
                  </a:lnTo>
                  <a:lnTo>
                    <a:pt x="76333" y="203500"/>
                  </a:lnTo>
                  <a:lnTo>
                    <a:pt x="0" y="189682"/>
                  </a:lnTo>
                  <a:lnTo>
                    <a:pt x="4673" y="176509"/>
                  </a:lnTo>
                  <a:lnTo>
                    <a:pt x="132889" y="160219"/>
                  </a:lnTo>
                  <a:lnTo>
                    <a:pt x="256906" y="143964"/>
                  </a:lnTo>
                  <a:lnTo>
                    <a:pt x="270012" y="131636"/>
                  </a:lnTo>
                  <a:lnTo>
                    <a:pt x="178608" y="119479"/>
                  </a:lnTo>
                  <a:lnTo>
                    <a:pt x="208139" y="105966"/>
                  </a:lnTo>
                  <a:lnTo>
                    <a:pt x="325383" y="82328"/>
                  </a:lnTo>
                  <a:lnTo>
                    <a:pt x="374657" y="78704"/>
                  </a:lnTo>
                  <a:lnTo>
                    <a:pt x="360535" y="63498"/>
                  </a:lnTo>
                  <a:lnTo>
                    <a:pt x="440764" y="54558"/>
                  </a:lnTo>
                  <a:lnTo>
                    <a:pt x="544901" y="49241"/>
                  </a:lnTo>
                  <a:lnTo>
                    <a:pt x="648971" y="48936"/>
                  </a:lnTo>
                  <a:lnTo>
                    <a:pt x="685918" y="59502"/>
                  </a:lnTo>
                  <a:lnTo>
                    <a:pt x="775730" y="40842"/>
                  </a:lnTo>
                  <a:lnTo>
                    <a:pt x="856568" y="53508"/>
                  </a:lnTo>
                  <a:lnTo>
                    <a:pt x="904116" y="56183"/>
                  </a:lnTo>
                  <a:lnTo>
                    <a:pt x="974455" y="67190"/>
                  </a:lnTo>
                  <a:lnTo>
                    <a:pt x="893922" y="48936"/>
                  </a:lnTo>
                  <a:lnTo>
                    <a:pt x="898561" y="3444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991A5472-410E-2279-2479-96D1E65A0C15}"/>
                </a:ext>
              </a:extLst>
            </p:cNvPr>
            <p:cNvSpPr/>
            <p:nvPr/>
          </p:nvSpPr>
          <p:spPr>
            <a:xfrm>
              <a:off x="8423106" y="5075725"/>
              <a:ext cx="62312" cy="38945"/>
            </a:xfrm>
            <a:custGeom>
              <a:avLst/>
              <a:gdLst>
                <a:gd name="csX0" fmla="*/ 7281 w 62312"/>
                <a:gd name="csY0" fmla="*/ 0 h 38945"/>
                <a:gd name="csX1" fmla="*/ 29125 w 62312"/>
                <a:gd name="csY1" fmla="*/ 10668 h 38945"/>
                <a:gd name="csX2" fmla="*/ 61128 w 62312"/>
                <a:gd name="csY2" fmla="*/ 14901 h 38945"/>
                <a:gd name="csX3" fmla="*/ 62313 w 62312"/>
                <a:gd name="csY3" fmla="*/ 21336 h 38945"/>
                <a:gd name="csX4" fmla="*/ 52831 w 62312"/>
                <a:gd name="csY4" fmla="*/ 36745 h 38945"/>
                <a:gd name="csX5" fmla="*/ 846 w 62312"/>
                <a:gd name="csY5" fmla="*/ 38945 h 38945"/>
                <a:gd name="csX6" fmla="*/ 0 w 62312"/>
                <a:gd name="csY6" fmla="*/ 20929 h 38945"/>
                <a:gd name="csX7" fmla="*/ 5012 w 62312"/>
                <a:gd name="csY7" fmla="*/ 6943 h 38945"/>
                <a:gd name="csX8" fmla="*/ 7281 w 62312"/>
                <a:gd name="csY8" fmla="*/ 0 h 38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2312" h="38945">
                  <a:moveTo>
                    <a:pt x="7281" y="0"/>
                  </a:moveTo>
                  <a:lnTo>
                    <a:pt x="29125" y="10668"/>
                  </a:lnTo>
                  <a:lnTo>
                    <a:pt x="61128" y="14901"/>
                  </a:lnTo>
                  <a:lnTo>
                    <a:pt x="62313" y="21336"/>
                  </a:lnTo>
                  <a:lnTo>
                    <a:pt x="52831" y="36745"/>
                  </a:lnTo>
                  <a:lnTo>
                    <a:pt x="846" y="38945"/>
                  </a:lnTo>
                  <a:lnTo>
                    <a:pt x="0" y="20929"/>
                  </a:lnTo>
                  <a:lnTo>
                    <a:pt x="5012" y="6943"/>
                  </a:lnTo>
                  <a:lnTo>
                    <a:pt x="7281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1269DF36-9CB1-A180-AA2E-F58B7E1D7FC8}"/>
                </a:ext>
              </a:extLst>
            </p:cNvPr>
            <p:cNvSpPr/>
            <p:nvPr/>
          </p:nvSpPr>
          <p:spPr>
            <a:xfrm>
              <a:off x="10328024" y="3709172"/>
              <a:ext cx="80160" cy="37929"/>
            </a:xfrm>
            <a:custGeom>
              <a:avLst/>
              <a:gdLst>
                <a:gd name="csX0" fmla="*/ 0 w 80160"/>
                <a:gd name="csY0" fmla="*/ 20997 h 37929"/>
                <a:gd name="csX1" fmla="*/ 3962 w 80160"/>
                <a:gd name="csY1" fmla="*/ 13004 h 37929"/>
                <a:gd name="csX2" fmla="*/ 33121 w 80160"/>
                <a:gd name="csY2" fmla="*/ 5385 h 37929"/>
                <a:gd name="csX3" fmla="*/ 56759 w 80160"/>
                <a:gd name="csY3" fmla="*/ 4233 h 37929"/>
                <a:gd name="csX4" fmla="*/ 67325 w 80160"/>
                <a:gd name="csY4" fmla="*/ 0 h 37929"/>
                <a:gd name="csX5" fmla="*/ 80161 w 80160"/>
                <a:gd name="csY5" fmla="*/ 4199 h 37929"/>
                <a:gd name="csX6" fmla="*/ 67698 w 80160"/>
                <a:gd name="csY6" fmla="*/ 13377 h 37929"/>
                <a:gd name="csX7" fmla="*/ 32410 w 80160"/>
                <a:gd name="csY7" fmla="*/ 28210 h 37929"/>
                <a:gd name="csX8" fmla="*/ 4064 w 80160"/>
                <a:gd name="csY8" fmla="*/ 37930 h 37929"/>
                <a:gd name="csX9" fmla="*/ 3421 w 80160"/>
                <a:gd name="csY9" fmla="*/ 27668 h 37929"/>
                <a:gd name="csX10" fmla="*/ 0 w 80160"/>
                <a:gd name="csY10" fmla="*/ 20997 h 37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160" h="37929">
                  <a:moveTo>
                    <a:pt x="0" y="20997"/>
                  </a:moveTo>
                  <a:lnTo>
                    <a:pt x="3962" y="13004"/>
                  </a:lnTo>
                  <a:lnTo>
                    <a:pt x="33121" y="5385"/>
                  </a:lnTo>
                  <a:lnTo>
                    <a:pt x="56759" y="4233"/>
                  </a:lnTo>
                  <a:lnTo>
                    <a:pt x="67325" y="0"/>
                  </a:lnTo>
                  <a:lnTo>
                    <a:pt x="80161" y="4199"/>
                  </a:lnTo>
                  <a:lnTo>
                    <a:pt x="67698" y="13377"/>
                  </a:lnTo>
                  <a:lnTo>
                    <a:pt x="32410" y="28210"/>
                  </a:lnTo>
                  <a:lnTo>
                    <a:pt x="4064" y="37930"/>
                  </a:lnTo>
                  <a:lnTo>
                    <a:pt x="3421" y="27668"/>
                  </a:lnTo>
                  <a:lnTo>
                    <a:pt x="0" y="2099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70704FC7-520A-A1EA-4864-69187EAA4368}"/>
                </a:ext>
              </a:extLst>
            </p:cNvPr>
            <p:cNvSpPr/>
            <p:nvPr/>
          </p:nvSpPr>
          <p:spPr>
            <a:xfrm>
              <a:off x="6649384" y="4177129"/>
              <a:ext cx="558278" cy="431044"/>
            </a:xfrm>
            <a:custGeom>
              <a:avLst/>
              <a:gdLst>
                <a:gd name="csX0" fmla="*/ 0 w 558278"/>
                <a:gd name="csY0" fmla="*/ 219654 h 431044"/>
                <a:gd name="csX1" fmla="*/ 16222 w 558278"/>
                <a:gd name="csY1" fmla="*/ 202890 h 431044"/>
                <a:gd name="csX2" fmla="*/ 29598 w 558278"/>
                <a:gd name="csY2" fmla="*/ 212169 h 431044"/>
                <a:gd name="csX3" fmla="*/ 35288 w 558278"/>
                <a:gd name="csY3" fmla="*/ 226664 h 431044"/>
                <a:gd name="csX4" fmla="*/ 50494 w 558278"/>
                <a:gd name="csY4" fmla="*/ 229102 h 431044"/>
                <a:gd name="csX5" fmla="*/ 71795 w 558278"/>
                <a:gd name="csY5" fmla="*/ 235503 h 431044"/>
                <a:gd name="csX6" fmla="*/ 89981 w 558278"/>
                <a:gd name="csY6" fmla="*/ 233031 h 431044"/>
                <a:gd name="csX7" fmla="*/ 120224 w 558278"/>
                <a:gd name="csY7" fmla="*/ 215725 h 431044"/>
                <a:gd name="csX8" fmla="*/ 120257 w 558278"/>
                <a:gd name="csY8" fmla="*/ 90659 h 431044"/>
                <a:gd name="csX9" fmla="*/ 129401 w 558278"/>
                <a:gd name="csY9" fmla="*/ 95739 h 431044"/>
                <a:gd name="csX10" fmla="*/ 149484 w 558278"/>
                <a:gd name="csY10" fmla="*/ 127911 h 431044"/>
                <a:gd name="csX11" fmla="*/ 146334 w 558278"/>
                <a:gd name="csY11" fmla="*/ 148535 h 431044"/>
                <a:gd name="csX12" fmla="*/ 153920 w 558278"/>
                <a:gd name="csY12" fmla="*/ 160456 h 431044"/>
                <a:gd name="csX13" fmla="*/ 178168 w 558278"/>
                <a:gd name="csY13" fmla="*/ 157002 h 431044"/>
                <a:gd name="csX14" fmla="*/ 195101 w 558278"/>
                <a:gd name="csY14" fmla="*/ 141864 h 431044"/>
                <a:gd name="csX15" fmla="*/ 211153 w 558278"/>
                <a:gd name="csY15" fmla="*/ 131670 h 431044"/>
                <a:gd name="csX16" fmla="*/ 219417 w 558278"/>
                <a:gd name="csY16" fmla="*/ 115448 h 431044"/>
                <a:gd name="csX17" fmla="*/ 235943 w 558278"/>
                <a:gd name="csY17" fmla="*/ 107625 h 431044"/>
                <a:gd name="csX18" fmla="*/ 250234 w 558278"/>
                <a:gd name="csY18" fmla="*/ 111723 h 431044"/>
                <a:gd name="csX19" fmla="*/ 266388 w 558278"/>
                <a:gd name="csY19" fmla="*/ 121206 h 431044"/>
                <a:gd name="csX20" fmla="*/ 293955 w 558278"/>
                <a:gd name="csY20" fmla="*/ 122899 h 431044"/>
                <a:gd name="csX21" fmla="*/ 315629 w 558278"/>
                <a:gd name="csY21" fmla="*/ 115008 h 431044"/>
                <a:gd name="csX22" fmla="*/ 319050 w 558278"/>
                <a:gd name="csY22" fmla="*/ 104442 h 431044"/>
                <a:gd name="csX23" fmla="*/ 325010 w 558278"/>
                <a:gd name="csY23" fmla="*/ 88220 h 431044"/>
                <a:gd name="csX24" fmla="*/ 343433 w 558278"/>
                <a:gd name="csY24" fmla="*/ 85511 h 431044"/>
                <a:gd name="csX25" fmla="*/ 353593 w 558278"/>
                <a:gd name="csY25" fmla="*/ 72811 h 431044"/>
                <a:gd name="csX26" fmla="*/ 364870 w 558278"/>
                <a:gd name="csY26" fmla="*/ 50223 h 431044"/>
                <a:gd name="csX27" fmla="*/ 395282 w 558278"/>
                <a:gd name="csY27" fmla="*/ 24959 h 431044"/>
                <a:gd name="csX28" fmla="*/ 443202 w 558278"/>
                <a:gd name="csY28" fmla="*/ 0 h 431044"/>
                <a:gd name="csX29" fmla="*/ 456985 w 558278"/>
                <a:gd name="csY29" fmla="*/ 372 h 431044"/>
                <a:gd name="csX30" fmla="*/ 473376 w 558278"/>
                <a:gd name="csY30" fmla="*/ 6130 h 431044"/>
                <a:gd name="csX31" fmla="*/ 484789 w 558278"/>
                <a:gd name="csY31" fmla="*/ 2066 h 431044"/>
                <a:gd name="csX32" fmla="*/ 502772 w 558278"/>
                <a:gd name="csY32" fmla="*/ 5452 h 431044"/>
                <a:gd name="csX33" fmla="*/ 518994 w 558278"/>
                <a:gd name="csY33" fmla="*/ 53101 h 431044"/>
                <a:gd name="csX34" fmla="*/ 527833 w 558278"/>
                <a:gd name="csY34" fmla="*/ 77146 h 431044"/>
                <a:gd name="csX35" fmla="*/ 521771 w 558278"/>
                <a:gd name="csY35" fmla="*/ 114907 h 431044"/>
                <a:gd name="csX36" fmla="*/ 524683 w 558278"/>
                <a:gd name="csY36" fmla="*/ 127065 h 431044"/>
                <a:gd name="csX37" fmla="*/ 507581 w 558278"/>
                <a:gd name="csY37" fmla="*/ 120867 h 431044"/>
                <a:gd name="csX38" fmla="*/ 497794 w 558278"/>
                <a:gd name="csY38" fmla="*/ 123272 h 431044"/>
                <a:gd name="csX39" fmla="*/ 494610 w 558278"/>
                <a:gd name="csY39" fmla="*/ 133160 h 431044"/>
                <a:gd name="csX40" fmla="*/ 485365 w 558278"/>
                <a:gd name="csY40" fmla="*/ 145860 h 431044"/>
                <a:gd name="csX41" fmla="*/ 485670 w 558278"/>
                <a:gd name="csY41" fmla="*/ 157578 h 431044"/>
                <a:gd name="csX42" fmla="*/ 505888 w 558278"/>
                <a:gd name="csY42" fmla="*/ 175933 h 431044"/>
                <a:gd name="csX43" fmla="*/ 525699 w 558278"/>
                <a:gd name="csY43" fmla="*/ 172275 h 431044"/>
                <a:gd name="csX44" fmla="*/ 532608 w 558278"/>
                <a:gd name="csY44" fmla="*/ 157239 h 431044"/>
                <a:gd name="csX45" fmla="*/ 558278 w 558278"/>
                <a:gd name="csY45" fmla="*/ 157510 h 431044"/>
                <a:gd name="csX46" fmla="*/ 549812 w 558278"/>
                <a:gd name="csY46" fmla="*/ 182164 h 431044"/>
                <a:gd name="csX47" fmla="*/ 545816 w 558278"/>
                <a:gd name="csY47" fmla="*/ 210307 h 431044"/>
                <a:gd name="csX48" fmla="*/ 537044 w 558278"/>
                <a:gd name="csY48" fmla="*/ 225580 h 431044"/>
                <a:gd name="csX49" fmla="*/ 513948 w 558278"/>
                <a:gd name="csY49" fmla="*/ 242683 h 431044"/>
                <a:gd name="csX50" fmla="*/ 507344 w 558278"/>
                <a:gd name="csY50" fmla="*/ 247593 h 431044"/>
                <a:gd name="csX51" fmla="*/ 492984 w 558278"/>
                <a:gd name="csY51" fmla="*/ 264797 h 431044"/>
                <a:gd name="csX52" fmla="*/ 483536 w 558278"/>
                <a:gd name="csY52" fmla="*/ 282204 h 431044"/>
                <a:gd name="csX53" fmla="*/ 464334 w 558278"/>
                <a:gd name="csY53" fmla="*/ 306452 h 431044"/>
                <a:gd name="csX54" fmla="*/ 426066 w 558278"/>
                <a:gd name="csY54" fmla="*/ 341401 h 431044"/>
                <a:gd name="csX55" fmla="*/ 402157 w 558278"/>
                <a:gd name="csY55" fmla="*/ 361721 h 431044"/>
                <a:gd name="csX56" fmla="*/ 376588 w 558278"/>
                <a:gd name="csY56" fmla="*/ 377130 h 431044"/>
                <a:gd name="csX57" fmla="*/ 341164 w 558278"/>
                <a:gd name="csY57" fmla="*/ 390270 h 431044"/>
                <a:gd name="csX58" fmla="*/ 323927 w 558278"/>
                <a:gd name="csY58" fmla="*/ 392031 h 431044"/>
                <a:gd name="csX59" fmla="*/ 319558 w 558278"/>
                <a:gd name="csY59" fmla="*/ 401445 h 431044"/>
                <a:gd name="csX60" fmla="*/ 298968 w 558278"/>
                <a:gd name="csY60" fmla="*/ 396433 h 431044"/>
                <a:gd name="csX61" fmla="*/ 282204 w 558278"/>
                <a:gd name="csY61" fmla="*/ 402868 h 431044"/>
                <a:gd name="csX62" fmla="*/ 245493 w 558278"/>
                <a:gd name="csY62" fmla="*/ 396332 h 431044"/>
                <a:gd name="csX63" fmla="*/ 224971 w 558278"/>
                <a:gd name="csY63" fmla="*/ 400463 h 431044"/>
                <a:gd name="csX64" fmla="*/ 210950 w 558278"/>
                <a:gd name="csY64" fmla="*/ 398702 h 431044"/>
                <a:gd name="csX65" fmla="*/ 176034 w 558278"/>
                <a:gd name="csY65" fmla="*/ 412079 h 431044"/>
                <a:gd name="csX66" fmla="*/ 147113 w 558278"/>
                <a:gd name="csY66" fmla="*/ 417430 h 431044"/>
                <a:gd name="csX67" fmla="*/ 126184 w 558278"/>
                <a:gd name="csY67" fmla="*/ 430231 h 431044"/>
                <a:gd name="csX68" fmla="*/ 110775 w 558278"/>
                <a:gd name="csY68" fmla="*/ 431044 h 431044"/>
                <a:gd name="csX69" fmla="*/ 96450 w 558278"/>
                <a:gd name="csY69" fmla="*/ 418988 h 431044"/>
                <a:gd name="csX70" fmla="*/ 85003 w 558278"/>
                <a:gd name="csY70" fmla="*/ 418344 h 431044"/>
                <a:gd name="csX71" fmla="*/ 70441 w 558278"/>
                <a:gd name="csY71" fmla="*/ 403240 h 431044"/>
                <a:gd name="csX72" fmla="*/ 68815 w 558278"/>
                <a:gd name="csY72" fmla="*/ 407948 h 431044"/>
                <a:gd name="csX73" fmla="*/ 64311 w 558278"/>
                <a:gd name="csY73" fmla="*/ 398838 h 431044"/>
                <a:gd name="csX74" fmla="*/ 64514 w 558278"/>
                <a:gd name="csY74" fmla="*/ 378958 h 431044"/>
                <a:gd name="csX75" fmla="*/ 53508 w 558278"/>
                <a:gd name="csY75" fmla="*/ 356268 h 431044"/>
                <a:gd name="csX76" fmla="*/ 64447 w 558278"/>
                <a:gd name="csY76" fmla="*/ 350105 h 431044"/>
                <a:gd name="csX77" fmla="*/ 63566 w 558278"/>
                <a:gd name="csY77" fmla="*/ 324130 h 431044"/>
                <a:gd name="csX78" fmla="*/ 41384 w 558278"/>
                <a:gd name="csY78" fmla="*/ 292431 h 431044"/>
                <a:gd name="csX79" fmla="*/ 24349 w 558278"/>
                <a:gd name="csY79" fmla="*/ 263747 h 431044"/>
                <a:gd name="csX80" fmla="*/ 24316 w 558278"/>
                <a:gd name="csY80" fmla="*/ 263645 h 431044"/>
                <a:gd name="csX81" fmla="*/ 0 w 558278"/>
                <a:gd name="csY81" fmla="*/ 219654 h 431044"/>
                <a:gd name="csX82" fmla="*/ 427827 w 558278"/>
                <a:gd name="csY82" fmla="*/ 232489 h 431044"/>
                <a:gd name="csX83" fmla="*/ 413062 w 558278"/>
                <a:gd name="csY83" fmla="*/ 222058 h 431044"/>
                <a:gd name="csX84" fmla="*/ 397212 w 558278"/>
                <a:gd name="csY84" fmla="*/ 228933 h 431044"/>
                <a:gd name="csX85" fmla="*/ 378891 w 558278"/>
                <a:gd name="csY85" fmla="*/ 242208 h 431044"/>
                <a:gd name="csX86" fmla="*/ 360806 w 558278"/>
                <a:gd name="csY86" fmla="*/ 263645 h 431044"/>
                <a:gd name="csX87" fmla="*/ 386206 w 558278"/>
                <a:gd name="csY87" fmla="*/ 289688 h 431044"/>
                <a:gd name="csX88" fmla="*/ 398330 w 558278"/>
                <a:gd name="csY88" fmla="*/ 286335 h 431044"/>
                <a:gd name="csX89" fmla="*/ 404561 w 558278"/>
                <a:gd name="csY89" fmla="*/ 275498 h 431044"/>
                <a:gd name="csX90" fmla="*/ 423425 w 558278"/>
                <a:gd name="csY90" fmla="*/ 270215 h 431044"/>
                <a:gd name="csX91" fmla="*/ 429182 w 558278"/>
                <a:gd name="csY91" fmla="*/ 259175 h 431044"/>
                <a:gd name="csX92" fmla="*/ 439578 w 558278"/>
                <a:gd name="csY92" fmla="*/ 242683 h 431044"/>
                <a:gd name="csX93" fmla="*/ 427827 w 558278"/>
                <a:gd name="csY93" fmla="*/ 232489 h 4310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</a:cxnLst>
              <a:rect l="l" t="t" r="r" b="b"/>
              <a:pathLst>
                <a:path w="558278" h="431044">
                  <a:moveTo>
                    <a:pt x="0" y="219654"/>
                  </a:moveTo>
                  <a:lnTo>
                    <a:pt x="16222" y="202890"/>
                  </a:lnTo>
                  <a:lnTo>
                    <a:pt x="29598" y="212169"/>
                  </a:lnTo>
                  <a:lnTo>
                    <a:pt x="35288" y="226664"/>
                  </a:lnTo>
                  <a:lnTo>
                    <a:pt x="50494" y="229102"/>
                  </a:lnTo>
                  <a:lnTo>
                    <a:pt x="71795" y="235503"/>
                  </a:lnTo>
                  <a:lnTo>
                    <a:pt x="89981" y="233031"/>
                  </a:lnTo>
                  <a:lnTo>
                    <a:pt x="120224" y="215725"/>
                  </a:lnTo>
                  <a:lnTo>
                    <a:pt x="120257" y="90659"/>
                  </a:lnTo>
                  <a:lnTo>
                    <a:pt x="129401" y="95739"/>
                  </a:lnTo>
                  <a:lnTo>
                    <a:pt x="149484" y="127911"/>
                  </a:lnTo>
                  <a:lnTo>
                    <a:pt x="146334" y="148535"/>
                  </a:lnTo>
                  <a:lnTo>
                    <a:pt x="153920" y="160456"/>
                  </a:lnTo>
                  <a:lnTo>
                    <a:pt x="178168" y="157002"/>
                  </a:lnTo>
                  <a:lnTo>
                    <a:pt x="195101" y="141864"/>
                  </a:lnTo>
                  <a:lnTo>
                    <a:pt x="211153" y="131670"/>
                  </a:lnTo>
                  <a:lnTo>
                    <a:pt x="219417" y="115448"/>
                  </a:lnTo>
                  <a:lnTo>
                    <a:pt x="235943" y="107625"/>
                  </a:lnTo>
                  <a:lnTo>
                    <a:pt x="250234" y="111723"/>
                  </a:lnTo>
                  <a:lnTo>
                    <a:pt x="266388" y="121206"/>
                  </a:lnTo>
                  <a:lnTo>
                    <a:pt x="293955" y="122899"/>
                  </a:lnTo>
                  <a:lnTo>
                    <a:pt x="315629" y="115008"/>
                  </a:lnTo>
                  <a:lnTo>
                    <a:pt x="319050" y="104442"/>
                  </a:lnTo>
                  <a:lnTo>
                    <a:pt x="325010" y="88220"/>
                  </a:lnTo>
                  <a:lnTo>
                    <a:pt x="343433" y="85511"/>
                  </a:lnTo>
                  <a:lnTo>
                    <a:pt x="353593" y="72811"/>
                  </a:lnTo>
                  <a:lnTo>
                    <a:pt x="364870" y="50223"/>
                  </a:lnTo>
                  <a:lnTo>
                    <a:pt x="395282" y="24959"/>
                  </a:lnTo>
                  <a:lnTo>
                    <a:pt x="443202" y="0"/>
                  </a:lnTo>
                  <a:lnTo>
                    <a:pt x="456985" y="372"/>
                  </a:lnTo>
                  <a:lnTo>
                    <a:pt x="473376" y="6130"/>
                  </a:lnTo>
                  <a:lnTo>
                    <a:pt x="484789" y="2066"/>
                  </a:lnTo>
                  <a:lnTo>
                    <a:pt x="502772" y="5452"/>
                  </a:lnTo>
                  <a:lnTo>
                    <a:pt x="518994" y="53101"/>
                  </a:lnTo>
                  <a:lnTo>
                    <a:pt x="527833" y="77146"/>
                  </a:lnTo>
                  <a:lnTo>
                    <a:pt x="521771" y="114907"/>
                  </a:lnTo>
                  <a:lnTo>
                    <a:pt x="524683" y="127065"/>
                  </a:lnTo>
                  <a:lnTo>
                    <a:pt x="507581" y="120867"/>
                  </a:lnTo>
                  <a:lnTo>
                    <a:pt x="497794" y="123272"/>
                  </a:lnTo>
                  <a:lnTo>
                    <a:pt x="494610" y="133160"/>
                  </a:lnTo>
                  <a:lnTo>
                    <a:pt x="485365" y="145860"/>
                  </a:lnTo>
                  <a:lnTo>
                    <a:pt x="485670" y="157578"/>
                  </a:lnTo>
                  <a:lnTo>
                    <a:pt x="505888" y="175933"/>
                  </a:lnTo>
                  <a:lnTo>
                    <a:pt x="525699" y="172275"/>
                  </a:lnTo>
                  <a:lnTo>
                    <a:pt x="532608" y="157239"/>
                  </a:lnTo>
                  <a:lnTo>
                    <a:pt x="558278" y="157510"/>
                  </a:lnTo>
                  <a:lnTo>
                    <a:pt x="549812" y="182164"/>
                  </a:lnTo>
                  <a:lnTo>
                    <a:pt x="545816" y="210307"/>
                  </a:lnTo>
                  <a:lnTo>
                    <a:pt x="537044" y="225580"/>
                  </a:lnTo>
                  <a:lnTo>
                    <a:pt x="513948" y="242683"/>
                  </a:lnTo>
                  <a:lnTo>
                    <a:pt x="507344" y="247593"/>
                  </a:lnTo>
                  <a:lnTo>
                    <a:pt x="492984" y="264797"/>
                  </a:lnTo>
                  <a:lnTo>
                    <a:pt x="483536" y="282204"/>
                  </a:lnTo>
                  <a:lnTo>
                    <a:pt x="464334" y="306452"/>
                  </a:lnTo>
                  <a:lnTo>
                    <a:pt x="426066" y="341401"/>
                  </a:lnTo>
                  <a:lnTo>
                    <a:pt x="402157" y="361721"/>
                  </a:lnTo>
                  <a:lnTo>
                    <a:pt x="376588" y="377130"/>
                  </a:lnTo>
                  <a:lnTo>
                    <a:pt x="341164" y="390270"/>
                  </a:lnTo>
                  <a:lnTo>
                    <a:pt x="323927" y="392031"/>
                  </a:lnTo>
                  <a:lnTo>
                    <a:pt x="319558" y="401445"/>
                  </a:lnTo>
                  <a:lnTo>
                    <a:pt x="298968" y="396433"/>
                  </a:lnTo>
                  <a:lnTo>
                    <a:pt x="282204" y="402868"/>
                  </a:lnTo>
                  <a:lnTo>
                    <a:pt x="245493" y="396332"/>
                  </a:lnTo>
                  <a:lnTo>
                    <a:pt x="224971" y="400463"/>
                  </a:lnTo>
                  <a:lnTo>
                    <a:pt x="210950" y="398702"/>
                  </a:lnTo>
                  <a:lnTo>
                    <a:pt x="176034" y="412079"/>
                  </a:lnTo>
                  <a:lnTo>
                    <a:pt x="147113" y="417430"/>
                  </a:lnTo>
                  <a:lnTo>
                    <a:pt x="126184" y="430231"/>
                  </a:lnTo>
                  <a:lnTo>
                    <a:pt x="110775" y="431044"/>
                  </a:lnTo>
                  <a:lnTo>
                    <a:pt x="96450" y="418988"/>
                  </a:lnTo>
                  <a:lnTo>
                    <a:pt x="85003" y="418344"/>
                  </a:lnTo>
                  <a:lnTo>
                    <a:pt x="70441" y="403240"/>
                  </a:lnTo>
                  <a:lnTo>
                    <a:pt x="68815" y="407948"/>
                  </a:lnTo>
                  <a:lnTo>
                    <a:pt x="64311" y="398838"/>
                  </a:lnTo>
                  <a:lnTo>
                    <a:pt x="64514" y="378958"/>
                  </a:lnTo>
                  <a:lnTo>
                    <a:pt x="53508" y="356268"/>
                  </a:lnTo>
                  <a:lnTo>
                    <a:pt x="64447" y="350105"/>
                  </a:lnTo>
                  <a:lnTo>
                    <a:pt x="63566" y="324130"/>
                  </a:lnTo>
                  <a:lnTo>
                    <a:pt x="41384" y="292431"/>
                  </a:lnTo>
                  <a:lnTo>
                    <a:pt x="24349" y="263747"/>
                  </a:lnTo>
                  <a:lnTo>
                    <a:pt x="24316" y="263645"/>
                  </a:lnTo>
                  <a:lnTo>
                    <a:pt x="0" y="219654"/>
                  </a:lnTo>
                  <a:close/>
                  <a:moveTo>
                    <a:pt x="427827" y="232489"/>
                  </a:moveTo>
                  <a:lnTo>
                    <a:pt x="413062" y="222058"/>
                  </a:lnTo>
                  <a:lnTo>
                    <a:pt x="397212" y="228933"/>
                  </a:lnTo>
                  <a:lnTo>
                    <a:pt x="378891" y="242208"/>
                  </a:lnTo>
                  <a:lnTo>
                    <a:pt x="360806" y="263645"/>
                  </a:lnTo>
                  <a:lnTo>
                    <a:pt x="386206" y="289688"/>
                  </a:lnTo>
                  <a:lnTo>
                    <a:pt x="398330" y="286335"/>
                  </a:lnTo>
                  <a:lnTo>
                    <a:pt x="404561" y="275498"/>
                  </a:lnTo>
                  <a:lnTo>
                    <a:pt x="423425" y="270215"/>
                  </a:lnTo>
                  <a:lnTo>
                    <a:pt x="429182" y="259175"/>
                  </a:lnTo>
                  <a:lnTo>
                    <a:pt x="439578" y="242683"/>
                  </a:lnTo>
                  <a:lnTo>
                    <a:pt x="427827" y="23248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75C86C0B-AC4D-56CC-EBEA-BBC7E1EEE425}"/>
                </a:ext>
              </a:extLst>
            </p:cNvPr>
            <p:cNvSpPr/>
            <p:nvPr/>
          </p:nvSpPr>
          <p:spPr>
            <a:xfrm>
              <a:off x="7010190" y="4399188"/>
              <a:ext cx="78772" cy="67629"/>
            </a:xfrm>
            <a:custGeom>
              <a:avLst/>
              <a:gdLst>
                <a:gd name="csX0" fmla="*/ 67021 w 78772"/>
                <a:gd name="csY0" fmla="*/ 10431 h 67629"/>
                <a:gd name="csX1" fmla="*/ 78772 w 78772"/>
                <a:gd name="csY1" fmla="*/ 20624 h 67629"/>
                <a:gd name="csX2" fmla="*/ 68376 w 78772"/>
                <a:gd name="csY2" fmla="*/ 37117 h 67629"/>
                <a:gd name="csX3" fmla="*/ 62618 w 78772"/>
                <a:gd name="csY3" fmla="*/ 48157 h 67629"/>
                <a:gd name="csX4" fmla="*/ 43755 w 78772"/>
                <a:gd name="csY4" fmla="*/ 53440 h 67629"/>
                <a:gd name="csX5" fmla="*/ 37523 w 78772"/>
                <a:gd name="csY5" fmla="*/ 64277 h 67629"/>
                <a:gd name="csX6" fmla="*/ 25399 w 78772"/>
                <a:gd name="csY6" fmla="*/ 67630 h 67629"/>
                <a:gd name="csX7" fmla="*/ 0 w 78772"/>
                <a:gd name="csY7" fmla="*/ 41587 h 67629"/>
                <a:gd name="csX8" fmla="*/ 18085 w 78772"/>
                <a:gd name="csY8" fmla="*/ 20150 h 67629"/>
                <a:gd name="csX9" fmla="*/ 36406 w 78772"/>
                <a:gd name="csY9" fmla="*/ 6875 h 67629"/>
                <a:gd name="csX10" fmla="*/ 52255 w 78772"/>
                <a:gd name="csY10" fmla="*/ 0 h 67629"/>
                <a:gd name="csX11" fmla="*/ 67021 w 78772"/>
                <a:gd name="csY11" fmla="*/ 10431 h 67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8772" h="67629">
                  <a:moveTo>
                    <a:pt x="67021" y="10431"/>
                  </a:moveTo>
                  <a:lnTo>
                    <a:pt x="78772" y="20624"/>
                  </a:lnTo>
                  <a:lnTo>
                    <a:pt x="68376" y="37117"/>
                  </a:lnTo>
                  <a:lnTo>
                    <a:pt x="62618" y="48157"/>
                  </a:lnTo>
                  <a:lnTo>
                    <a:pt x="43755" y="53440"/>
                  </a:lnTo>
                  <a:lnTo>
                    <a:pt x="37523" y="64277"/>
                  </a:lnTo>
                  <a:lnTo>
                    <a:pt x="25399" y="67630"/>
                  </a:lnTo>
                  <a:lnTo>
                    <a:pt x="0" y="41587"/>
                  </a:lnTo>
                  <a:lnTo>
                    <a:pt x="18085" y="20150"/>
                  </a:lnTo>
                  <a:lnTo>
                    <a:pt x="36406" y="6875"/>
                  </a:lnTo>
                  <a:lnTo>
                    <a:pt x="52255" y="0"/>
                  </a:lnTo>
                  <a:lnTo>
                    <a:pt x="67021" y="1043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2C8C015B-D3F1-3079-C995-12669783A8C6}"/>
                </a:ext>
              </a:extLst>
            </p:cNvPr>
            <p:cNvSpPr/>
            <p:nvPr/>
          </p:nvSpPr>
          <p:spPr>
            <a:xfrm>
              <a:off x="2129211" y="2320876"/>
              <a:ext cx="1026676" cy="615748"/>
            </a:xfrm>
            <a:custGeom>
              <a:avLst/>
              <a:gdLst>
                <a:gd name="csX0" fmla="*/ 0 w 1026676"/>
                <a:gd name="csY0" fmla="*/ 6299 h 615748"/>
                <a:gd name="csX1" fmla="*/ 38505 w 1026676"/>
                <a:gd name="csY1" fmla="*/ 3691 h 615748"/>
                <a:gd name="csX2" fmla="*/ 81515 w 1026676"/>
                <a:gd name="csY2" fmla="*/ 0 h 615748"/>
                <a:gd name="csX3" fmla="*/ 78332 w 1026676"/>
                <a:gd name="csY3" fmla="*/ 6638 h 615748"/>
                <a:gd name="csX4" fmla="*/ 129469 w 1026676"/>
                <a:gd name="csY4" fmla="*/ 23096 h 615748"/>
                <a:gd name="csX5" fmla="*/ 206717 w 1026676"/>
                <a:gd name="csY5" fmla="*/ 46938 h 615748"/>
                <a:gd name="csX6" fmla="*/ 274076 w 1026676"/>
                <a:gd name="csY6" fmla="*/ 46701 h 615748"/>
                <a:gd name="csX7" fmla="*/ 300932 w 1026676"/>
                <a:gd name="csY7" fmla="*/ 46701 h 615748"/>
                <a:gd name="csX8" fmla="*/ 300999 w 1026676"/>
                <a:gd name="csY8" fmla="*/ 32714 h 615748"/>
                <a:gd name="csX9" fmla="*/ 359655 w 1026676"/>
                <a:gd name="csY9" fmla="*/ 32714 h 615748"/>
                <a:gd name="csX10" fmla="*/ 372016 w 1026676"/>
                <a:gd name="csY10" fmla="*/ 44737 h 615748"/>
                <a:gd name="csX11" fmla="*/ 389321 w 1026676"/>
                <a:gd name="csY11" fmla="*/ 55438 h 615748"/>
                <a:gd name="csX12" fmla="*/ 409471 w 1026676"/>
                <a:gd name="csY12" fmla="*/ 70339 h 615748"/>
                <a:gd name="csX13" fmla="*/ 420681 w 1026676"/>
                <a:gd name="csY13" fmla="*/ 88017 h 615748"/>
                <a:gd name="csX14" fmla="*/ 429114 w 1026676"/>
                <a:gd name="csY14" fmla="*/ 106644 h 615748"/>
                <a:gd name="csX15" fmla="*/ 446622 w 1026676"/>
                <a:gd name="csY15" fmla="*/ 116871 h 615748"/>
                <a:gd name="csX16" fmla="*/ 474731 w 1026676"/>
                <a:gd name="csY16" fmla="*/ 127031 h 615748"/>
                <a:gd name="csX17" fmla="*/ 496066 w 1026676"/>
                <a:gd name="csY17" fmla="*/ 100277 h 615748"/>
                <a:gd name="csX18" fmla="*/ 523769 w 1026676"/>
                <a:gd name="csY18" fmla="*/ 99633 h 615748"/>
                <a:gd name="csX19" fmla="*/ 547610 w 1026676"/>
                <a:gd name="csY19" fmla="*/ 113112 h 615748"/>
                <a:gd name="csX20" fmla="*/ 564611 w 1026676"/>
                <a:gd name="csY20" fmla="*/ 136310 h 615748"/>
                <a:gd name="csX21" fmla="*/ 576328 w 1026676"/>
                <a:gd name="csY21" fmla="*/ 156155 h 615748"/>
                <a:gd name="csX22" fmla="*/ 596309 w 1026676"/>
                <a:gd name="csY22" fmla="*/ 175459 h 615748"/>
                <a:gd name="csX23" fmla="*/ 603760 w 1026676"/>
                <a:gd name="csY23" fmla="*/ 199165 h 615748"/>
                <a:gd name="csX24" fmla="*/ 613242 w 1026676"/>
                <a:gd name="csY24" fmla="*/ 215082 h 615748"/>
                <a:gd name="csX25" fmla="*/ 639658 w 1026676"/>
                <a:gd name="csY25" fmla="*/ 225580 h 615748"/>
                <a:gd name="csX26" fmla="*/ 663702 w 1026676"/>
                <a:gd name="csY26" fmla="*/ 233031 h 615748"/>
                <a:gd name="csX27" fmla="*/ 676910 w 1026676"/>
                <a:gd name="csY27" fmla="*/ 232015 h 615748"/>
                <a:gd name="csX28" fmla="*/ 663770 w 1026676"/>
                <a:gd name="csY28" fmla="*/ 261749 h 615748"/>
                <a:gd name="csX29" fmla="*/ 657843 w 1026676"/>
                <a:gd name="csY29" fmla="*/ 286132 h 615748"/>
                <a:gd name="csX30" fmla="*/ 655371 w 1026676"/>
                <a:gd name="csY30" fmla="*/ 331479 h 615748"/>
                <a:gd name="csX31" fmla="*/ 652120 w 1026676"/>
                <a:gd name="csY31" fmla="*/ 348039 h 615748"/>
                <a:gd name="csX32" fmla="*/ 657979 w 1026676"/>
                <a:gd name="csY32" fmla="*/ 366496 h 615748"/>
                <a:gd name="csX33" fmla="*/ 668477 w 1026676"/>
                <a:gd name="csY33" fmla="*/ 383022 h 615748"/>
                <a:gd name="csX34" fmla="*/ 675250 w 1026676"/>
                <a:gd name="csY34" fmla="*/ 409302 h 615748"/>
                <a:gd name="csX35" fmla="*/ 697704 w 1026676"/>
                <a:gd name="csY35" fmla="*/ 434499 h 615748"/>
                <a:gd name="csX36" fmla="*/ 705628 w 1026676"/>
                <a:gd name="csY36" fmla="*/ 453836 h 615748"/>
                <a:gd name="csX37" fmla="*/ 718870 w 1026676"/>
                <a:gd name="csY37" fmla="*/ 470498 h 615748"/>
                <a:gd name="csX38" fmla="*/ 754835 w 1026676"/>
                <a:gd name="csY38" fmla="*/ 479472 h 615748"/>
                <a:gd name="csX39" fmla="*/ 768822 w 1026676"/>
                <a:gd name="csY39" fmla="*/ 493662 h 615748"/>
                <a:gd name="csX40" fmla="*/ 798522 w 1026676"/>
                <a:gd name="csY40" fmla="*/ 484180 h 615748"/>
                <a:gd name="csX41" fmla="*/ 824362 w 1026676"/>
                <a:gd name="csY41" fmla="*/ 480759 h 615748"/>
                <a:gd name="csX42" fmla="*/ 849727 w 1026676"/>
                <a:gd name="csY42" fmla="*/ 474663 h 615748"/>
                <a:gd name="csX43" fmla="*/ 871029 w 1026676"/>
                <a:gd name="csY43" fmla="*/ 468872 h 615748"/>
                <a:gd name="csX44" fmla="*/ 892567 w 1026676"/>
                <a:gd name="csY44" fmla="*/ 455055 h 615748"/>
                <a:gd name="csX45" fmla="*/ 900628 w 1026676"/>
                <a:gd name="csY45" fmla="*/ 435311 h 615748"/>
                <a:gd name="csX46" fmla="*/ 903439 w 1026676"/>
                <a:gd name="csY46" fmla="*/ 406830 h 615748"/>
                <a:gd name="csX47" fmla="*/ 909263 w 1026676"/>
                <a:gd name="csY47" fmla="*/ 396941 h 615748"/>
                <a:gd name="csX48" fmla="*/ 932224 w 1026676"/>
                <a:gd name="csY48" fmla="*/ 388068 h 615748"/>
                <a:gd name="csX49" fmla="*/ 968021 w 1026676"/>
                <a:gd name="csY49" fmla="*/ 380212 h 615748"/>
                <a:gd name="csX50" fmla="*/ 998026 w 1026676"/>
                <a:gd name="csY50" fmla="*/ 381397 h 615748"/>
                <a:gd name="csX51" fmla="*/ 1018548 w 1026676"/>
                <a:gd name="csY51" fmla="*/ 378518 h 615748"/>
                <a:gd name="csX52" fmla="*/ 1026676 w 1026676"/>
                <a:gd name="csY52" fmla="*/ 385698 h 615748"/>
                <a:gd name="csX53" fmla="*/ 1025525 w 1026676"/>
                <a:gd name="csY53" fmla="*/ 402021 h 615748"/>
                <a:gd name="csX54" fmla="*/ 1007339 w 1026676"/>
                <a:gd name="csY54" fmla="*/ 422171 h 615748"/>
                <a:gd name="csX55" fmla="*/ 999279 w 1026676"/>
                <a:gd name="csY55" fmla="*/ 442762 h 615748"/>
                <a:gd name="csX56" fmla="*/ 1005510 w 1026676"/>
                <a:gd name="csY56" fmla="*/ 448688 h 615748"/>
                <a:gd name="csX57" fmla="*/ 1000430 w 1026676"/>
                <a:gd name="csY57" fmla="*/ 463318 h 615748"/>
                <a:gd name="csX58" fmla="*/ 991964 w 1026676"/>
                <a:gd name="csY58" fmla="*/ 489734 h 615748"/>
                <a:gd name="csX59" fmla="*/ 983362 w 1026676"/>
                <a:gd name="csY59" fmla="*/ 481030 h 615748"/>
                <a:gd name="csX60" fmla="*/ 976284 w 1026676"/>
                <a:gd name="csY60" fmla="*/ 481606 h 615748"/>
                <a:gd name="csX61" fmla="*/ 969849 w 1026676"/>
                <a:gd name="csY61" fmla="*/ 482046 h 615748"/>
                <a:gd name="csX62" fmla="*/ 957725 w 1026676"/>
                <a:gd name="csY62" fmla="*/ 502501 h 615748"/>
                <a:gd name="csX63" fmla="*/ 951562 w 1026676"/>
                <a:gd name="csY63" fmla="*/ 498471 h 615748"/>
                <a:gd name="csX64" fmla="*/ 947464 w 1026676"/>
                <a:gd name="csY64" fmla="*/ 500063 h 615748"/>
                <a:gd name="csX65" fmla="*/ 947735 w 1026676"/>
                <a:gd name="csY65" fmla="*/ 505041 h 615748"/>
                <a:gd name="csX66" fmla="*/ 916409 w 1026676"/>
                <a:gd name="csY66" fmla="*/ 504669 h 615748"/>
                <a:gd name="csX67" fmla="*/ 884778 w 1026676"/>
                <a:gd name="csY67" fmla="*/ 504702 h 615748"/>
                <a:gd name="csX68" fmla="*/ 884778 w 1026676"/>
                <a:gd name="csY68" fmla="*/ 523769 h 615748"/>
                <a:gd name="csX69" fmla="*/ 869471 w 1026676"/>
                <a:gd name="csY69" fmla="*/ 523870 h 615748"/>
                <a:gd name="csX70" fmla="*/ 882069 w 1026676"/>
                <a:gd name="csY70" fmla="*/ 535182 h 615748"/>
                <a:gd name="csX71" fmla="*/ 894600 w 1026676"/>
                <a:gd name="csY71" fmla="*/ 543005 h 615748"/>
                <a:gd name="csX72" fmla="*/ 898359 w 1026676"/>
                <a:gd name="csY72" fmla="*/ 550320 h 615748"/>
                <a:gd name="csX73" fmla="*/ 903845 w 1026676"/>
                <a:gd name="csY73" fmla="*/ 552385 h 615748"/>
                <a:gd name="csX74" fmla="*/ 902998 w 1026676"/>
                <a:gd name="csY74" fmla="*/ 563900 h 615748"/>
                <a:gd name="csX75" fmla="*/ 859514 w 1026676"/>
                <a:gd name="csY75" fmla="*/ 564001 h 615748"/>
                <a:gd name="csX76" fmla="*/ 843225 w 1026676"/>
                <a:gd name="csY76" fmla="*/ 591636 h 615748"/>
                <a:gd name="csX77" fmla="*/ 848034 w 1026676"/>
                <a:gd name="csY77" fmla="*/ 597935 h 615748"/>
                <a:gd name="csX78" fmla="*/ 844105 w 1026676"/>
                <a:gd name="csY78" fmla="*/ 605893 h 615748"/>
                <a:gd name="csX79" fmla="*/ 843259 w 1026676"/>
                <a:gd name="csY79" fmla="*/ 615748 h 615748"/>
                <a:gd name="csX80" fmla="*/ 804957 w 1026676"/>
                <a:gd name="csY80" fmla="*/ 579309 h 615748"/>
                <a:gd name="csX81" fmla="*/ 787482 w 1026676"/>
                <a:gd name="csY81" fmla="*/ 568302 h 615748"/>
                <a:gd name="csX82" fmla="*/ 759813 w 1026676"/>
                <a:gd name="csY82" fmla="*/ 559464 h 615748"/>
                <a:gd name="csX83" fmla="*/ 740916 w 1026676"/>
                <a:gd name="csY83" fmla="*/ 561936 h 615748"/>
                <a:gd name="csX84" fmla="*/ 713722 w 1026676"/>
                <a:gd name="csY84" fmla="*/ 574669 h 615748"/>
                <a:gd name="csX85" fmla="*/ 696654 w 1026676"/>
                <a:gd name="csY85" fmla="*/ 577988 h 615748"/>
                <a:gd name="csX86" fmla="*/ 672711 w 1026676"/>
                <a:gd name="csY86" fmla="*/ 569081 h 615748"/>
                <a:gd name="csX87" fmla="*/ 647345 w 1026676"/>
                <a:gd name="csY87" fmla="*/ 562647 h 615748"/>
                <a:gd name="csX88" fmla="*/ 615681 w 1026676"/>
                <a:gd name="csY88" fmla="*/ 547102 h 615748"/>
                <a:gd name="csX89" fmla="*/ 590315 w 1026676"/>
                <a:gd name="csY89" fmla="*/ 542361 h 615748"/>
                <a:gd name="csX90" fmla="*/ 551979 w 1026676"/>
                <a:gd name="csY90" fmla="*/ 526614 h 615748"/>
                <a:gd name="csX91" fmla="*/ 523633 w 1026676"/>
                <a:gd name="csY91" fmla="*/ 510426 h 615748"/>
                <a:gd name="csX92" fmla="*/ 515065 w 1026676"/>
                <a:gd name="csY92" fmla="*/ 501384 h 615748"/>
                <a:gd name="csX93" fmla="*/ 496134 w 1026676"/>
                <a:gd name="csY93" fmla="*/ 499352 h 615748"/>
                <a:gd name="csX94" fmla="*/ 461489 w 1026676"/>
                <a:gd name="csY94" fmla="*/ 488650 h 615748"/>
                <a:gd name="csX95" fmla="*/ 447367 w 1026676"/>
                <a:gd name="csY95" fmla="*/ 473173 h 615748"/>
                <a:gd name="csX96" fmla="*/ 410996 w 1026676"/>
                <a:gd name="csY96" fmla="*/ 453971 h 615748"/>
                <a:gd name="csX97" fmla="*/ 394029 w 1026676"/>
                <a:gd name="csY97" fmla="*/ 432602 h 615748"/>
                <a:gd name="csX98" fmla="*/ 385969 w 1026676"/>
                <a:gd name="csY98" fmla="*/ 416109 h 615748"/>
                <a:gd name="csX99" fmla="*/ 397246 w 1026676"/>
                <a:gd name="csY99" fmla="*/ 412791 h 615748"/>
                <a:gd name="csX100" fmla="*/ 393758 w 1026676"/>
                <a:gd name="csY100" fmla="*/ 403139 h 615748"/>
                <a:gd name="csX101" fmla="*/ 401547 w 1026676"/>
                <a:gd name="csY101" fmla="*/ 394368 h 615748"/>
                <a:gd name="csX102" fmla="*/ 401716 w 1026676"/>
                <a:gd name="csY102" fmla="*/ 382650 h 615748"/>
                <a:gd name="csX103" fmla="*/ 390304 w 1026676"/>
                <a:gd name="csY103" fmla="*/ 367444 h 615748"/>
                <a:gd name="csX104" fmla="*/ 387256 w 1026676"/>
                <a:gd name="csY104" fmla="*/ 353966 h 615748"/>
                <a:gd name="csX105" fmla="*/ 375877 w 1026676"/>
                <a:gd name="csY105" fmla="*/ 336863 h 615748"/>
                <a:gd name="csX106" fmla="*/ 346041 w 1026676"/>
                <a:gd name="csY106" fmla="*/ 303201 h 615748"/>
                <a:gd name="csX107" fmla="*/ 312006 w 1026676"/>
                <a:gd name="csY107" fmla="*/ 276751 h 615748"/>
                <a:gd name="csX108" fmla="*/ 295513 w 1026676"/>
                <a:gd name="csY108" fmla="*/ 255653 h 615748"/>
                <a:gd name="csX109" fmla="*/ 266456 w 1026676"/>
                <a:gd name="csY109" fmla="*/ 241802 h 615748"/>
                <a:gd name="csX110" fmla="*/ 260225 w 1026676"/>
                <a:gd name="csY110" fmla="*/ 233539 h 615748"/>
                <a:gd name="csX111" fmla="*/ 265373 w 1026676"/>
                <a:gd name="csY111" fmla="*/ 212610 h 615748"/>
                <a:gd name="csX112" fmla="*/ 248135 w 1026676"/>
                <a:gd name="csY112" fmla="*/ 204719 h 615748"/>
                <a:gd name="csX113" fmla="*/ 228120 w 1026676"/>
                <a:gd name="csY113" fmla="*/ 188260 h 615748"/>
                <a:gd name="csX114" fmla="*/ 219688 w 1026676"/>
                <a:gd name="csY114" fmla="*/ 164622 h 615748"/>
                <a:gd name="csX115" fmla="*/ 201468 w 1026676"/>
                <a:gd name="csY115" fmla="*/ 161879 h 615748"/>
                <a:gd name="csX116" fmla="*/ 181792 w 1026676"/>
                <a:gd name="csY116" fmla="*/ 144031 h 615748"/>
                <a:gd name="csX117" fmla="*/ 165943 w 1026676"/>
                <a:gd name="csY117" fmla="*/ 127573 h 615748"/>
                <a:gd name="csX118" fmla="*/ 164452 w 1026676"/>
                <a:gd name="csY118" fmla="*/ 116973 h 615748"/>
                <a:gd name="csX119" fmla="*/ 146233 w 1026676"/>
                <a:gd name="csY119" fmla="*/ 91438 h 615748"/>
                <a:gd name="csX120" fmla="*/ 134244 w 1026676"/>
                <a:gd name="csY120" fmla="*/ 65497 h 615748"/>
                <a:gd name="csX121" fmla="*/ 134752 w 1026676"/>
                <a:gd name="csY121" fmla="*/ 52492 h 615748"/>
                <a:gd name="csX122" fmla="*/ 110267 w 1026676"/>
                <a:gd name="csY122" fmla="*/ 39047 h 615748"/>
                <a:gd name="csX123" fmla="*/ 98956 w 1026676"/>
                <a:gd name="csY123" fmla="*/ 40537 h 615748"/>
                <a:gd name="csX124" fmla="*/ 79652 w 1026676"/>
                <a:gd name="csY124" fmla="*/ 31190 h 615748"/>
                <a:gd name="csX125" fmla="*/ 74200 w 1026676"/>
                <a:gd name="csY125" fmla="*/ 44974 h 615748"/>
                <a:gd name="csX126" fmla="*/ 79822 w 1026676"/>
                <a:gd name="csY126" fmla="*/ 61196 h 615748"/>
                <a:gd name="csX127" fmla="*/ 83107 w 1026676"/>
                <a:gd name="csY127" fmla="*/ 86629 h 615748"/>
                <a:gd name="csX128" fmla="*/ 94723 w 1026676"/>
                <a:gd name="csY128" fmla="*/ 100615 h 615748"/>
                <a:gd name="csX129" fmla="*/ 119851 w 1026676"/>
                <a:gd name="csY129" fmla="*/ 123915 h 615748"/>
                <a:gd name="csX130" fmla="*/ 125439 w 1026676"/>
                <a:gd name="csY130" fmla="*/ 131907 h 615748"/>
                <a:gd name="csX131" fmla="*/ 130586 w 1026676"/>
                <a:gd name="csY131" fmla="*/ 134312 h 615748"/>
                <a:gd name="csX132" fmla="*/ 135057 w 1026676"/>
                <a:gd name="csY132" fmla="*/ 145962 h 615748"/>
                <a:gd name="csX133" fmla="*/ 141085 w 1026676"/>
                <a:gd name="csY133" fmla="*/ 145488 h 615748"/>
                <a:gd name="csX134" fmla="*/ 147858 w 1026676"/>
                <a:gd name="csY134" fmla="*/ 167331 h 615748"/>
                <a:gd name="csX135" fmla="*/ 158153 w 1026676"/>
                <a:gd name="csY135" fmla="*/ 175933 h 615748"/>
                <a:gd name="csX136" fmla="*/ 165367 w 1026676"/>
                <a:gd name="csY136" fmla="*/ 187921 h 615748"/>
                <a:gd name="csX137" fmla="*/ 186668 w 1026676"/>
                <a:gd name="csY137" fmla="*/ 205159 h 615748"/>
                <a:gd name="csX138" fmla="*/ 197878 w 1026676"/>
                <a:gd name="csY138" fmla="*/ 236654 h 615748"/>
                <a:gd name="csX139" fmla="*/ 207936 w 1026676"/>
                <a:gd name="csY139" fmla="*/ 251488 h 615748"/>
                <a:gd name="csX140" fmla="*/ 217351 w 1026676"/>
                <a:gd name="csY140" fmla="*/ 267371 h 615748"/>
                <a:gd name="csX141" fmla="*/ 219213 w 1026676"/>
                <a:gd name="csY141" fmla="*/ 285218 h 615748"/>
                <a:gd name="csX142" fmla="*/ 235537 w 1026676"/>
                <a:gd name="csY142" fmla="*/ 286336 h 615748"/>
                <a:gd name="csX143" fmla="*/ 249117 w 1026676"/>
                <a:gd name="csY143" fmla="*/ 301745 h 615748"/>
                <a:gd name="csX144" fmla="*/ 261410 w 1026676"/>
                <a:gd name="csY144" fmla="*/ 316849 h 615748"/>
                <a:gd name="csX145" fmla="*/ 260597 w 1026676"/>
                <a:gd name="csY145" fmla="*/ 322911 h 615748"/>
                <a:gd name="csX146" fmla="*/ 246340 w 1026676"/>
                <a:gd name="csY146" fmla="*/ 335373 h 615748"/>
                <a:gd name="csX147" fmla="*/ 240346 w 1026676"/>
                <a:gd name="csY147" fmla="*/ 335204 h 615748"/>
                <a:gd name="csX148" fmla="*/ 231405 w 1026676"/>
                <a:gd name="csY148" fmla="*/ 314614 h 615748"/>
                <a:gd name="csX149" fmla="*/ 209223 w 1026676"/>
                <a:gd name="csY149" fmla="*/ 295310 h 615748"/>
                <a:gd name="csX150" fmla="*/ 184806 w 1026676"/>
                <a:gd name="csY150" fmla="*/ 278953 h 615748"/>
                <a:gd name="csX151" fmla="*/ 167500 w 1026676"/>
                <a:gd name="csY151" fmla="*/ 270351 h 615748"/>
                <a:gd name="csX152" fmla="*/ 168618 w 1026676"/>
                <a:gd name="csY152" fmla="*/ 245561 h 615748"/>
                <a:gd name="csX153" fmla="*/ 163470 w 1026676"/>
                <a:gd name="csY153" fmla="*/ 227206 h 615748"/>
                <a:gd name="csX154" fmla="*/ 147350 w 1026676"/>
                <a:gd name="csY154" fmla="*/ 216707 h 615748"/>
                <a:gd name="csX155" fmla="*/ 124051 w 1026676"/>
                <a:gd name="csY155" fmla="*/ 201603 h 615748"/>
                <a:gd name="csX156" fmla="*/ 119580 w 1026676"/>
                <a:gd name="csY156" fmla="*/ 205972 h 615748"/>
                <a:gd name="csX157" fmla="*/ 111046 w 1026676"/>
                <a:gd name="csY157" fmla="*/ 197133 h 615748"/>
                <a:gd name="csX158" fmla="*/ 90151 w 1026676"/>
                <a:gd name="csY158" fmla="*/ 188938 h 615748"/>
                <a:gd name="csX159" fmla="*/ 70204 w 1026676"/>
                <a:gd name="csY159" fmla="*/ 169261 h 615748"/>
                <a:gd name="csX160" fmla="*/ 72676 w 1026676"/>
                <a:gd name="csY160" fmla="*/ 166721 h 615748"/>
                <a:gd name="csX161" fmla="*/ 86629 w 1026676"/>
                <a:gd name="csY161" fmla="*/ 168652 h 615748"/>
                <a:gd name="csX162" fmla="*/ 99193 w 1026676"/>
                <a:gd name="csY162" fmla="*/ 155986 h 615748"/>
                <a:gd name="csX163" fmla="*/ 100446 w 1026676"/>
                <a:gd name="csY163" fmla="*/ 140712 h 615748"/>
                <a:gd name="csX164" fmla="*/ 74369 w 1026676"/>
                <a:gd name="csY164" fmla="*/ 116566 h 615748"/>
                <a:gd name="csX165" fmla="*/ 54490 w 1026676"/>
                <a:gd name="csY165" fmla="*/ 107185 h 615748"/>
                <a:gd name="csX166" fmla="*/ 42027 w 1026676"/>
                <a:gd name="csY166" fmla="*/ 86019 h 615748"/>
                <a:gd name="csX167" fmla="*/ 29463 w 1026676"/>
                <a:gd name="csY167" fmla="*/ 63837 h 615748"/>
                <a:gd name="csX168" fmla="*/ 13749 w 1026676"/>
                <a:gd name="csY168" fmla="*/ 36744 h 615748"/>
                <a:gd name="csX169" fmla="*/ 0 w 1026676"/>
                <a:gd name="csY169" fmla="*/ 6299 h 6157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</a:cxnLst>
              <a:rect l="l" t="t" r="r" b="b"/>
              <a:pathLst>
                <a:path w="1026676" h="615748">
                  <a:moveTo>
                    <a:pt x="0" y="6299"/>
                  </a:moveTo>
                  <a:lnTo>
                    <a:pt x="38505" y="3691"/>
                  </a:lnTo>
                  <a:lnTo>
                    <a:pt x="81515" y="0"/>
                  </a:lnTo>
                  <a:lnTo>
                    <a:pt x="78332" y="6638"/>
                  </a:lnTo>
                  <a:lnTo>
                    <a:pt x="129469" y="23096"/>
                  </a:lnTo>
                  <a:lnTo>
                    <a:pt x="206717" y="46938"/>
                  </a:lnTo>
                  <a:lnTo>
                    <a:pt x="274076" y="46701"/>
                  </a:lnTo>
                  <a:lnTo>
                    <a:pt x="300932" y="46701"/>
                  </a:lnTo>
                  <a:lnTo>
                    <a:pt x="300999" y="32714"/>
                  </a:lnTo>
                  <a:lnTo>
                    <a:pt x="359655" y="32714"/>
                  </a:lnTo>
                  <a:lnTo>
                    <a:pt x="372016" y="44737"/>
                  </a:lnTo>
                  <a:lnTo>
                    <a:pt x="389321" y="55438"/>
                  </a:lnTo>
                  <a:lnTo>
                    <a:pt x="409471" y="70339"/>
                  </a:lnTo>
                  <a:lnTo>
                    <a:pt x="420681" y="88017"/>
                  </a:lnTo>
                  <a:lnTo>
                    <a:pt x="429114" y="106644"/>
                  </a:lnTo>
                  <a:lnTo>
                    <a:pt x="446622" y="116871"/>
                  </a:lnTo>
                  <a:lnTo>
                    <a:pt x="474731" y="127031"/>
                  </a:lnTo>
                  <a:lnTo>
                    <a:pt x="496066" y="100277"/>
                  </a:lnTo>
                  <a:lnTo>
                    <a:pt x="523769" y="99633"/>
                  </a:lnTo>
                  <a:lnTo>
                    <a:pt x="547610" y="113112"/>
                  </a:lnTo>
                  <a:lnTo>
                    <a:pt x="564611" y="136310"/>
                  </a:lnTo>
                  <a:lnTo>
                    <a:pt x="576328" y="156155"/>
                  </a:lnTo>
                  <a:lnTo>
                    <a:pt x="596309" y="175459"/>
                  </a:lnTo>
                  <a:lnTo>
                    <a:pt x="603760" y="199165"/>
                  </a:lnTo>
                  <a:lnTo>
                    <a:pt x="613242" y="215082"/>
                  </a:lnTo>
                  <a:lnTo>
                    <a:pt x="639658" y="225580"/>
                  </a:lnTo>
                  <a:lnTo>
                    <a:pt x="663702" y="233031"/>
                  </a:lnTo>
                  <a:lnTo>
                    <a:pt x="676910" y="232015"/>
                  </a:lnTo>
                  <a:lnTo>
                    <a:pt x="663770" y="261749"/>
                  </a:lnTo>
                  <a:lnTo>
                    <a:pt x="657843" y="286132"/>
                  </a:lnTo>
                  <a:lnTo>
                    <a:pt x="655371" y="331479"/>
                  </a:lnTo>
                  <a:lnTo>
                    <a:pt x="652120" y="348039"/>
                  </a:lnTo>
                  <a:lnTo>
                    <a:pt x="657979" y="366496"/>
                  </a:lnTo>
                  <a:lnTo>
                    <a:pt x="668477" y="383022"/>
                  </a:lnTo>
                  <a:lnTo>
                    <a:pt x="675250" y="409302"/>
                  </a:lnTo>
                  <a:lnTo>
                    <a:pt x="697704" y="434499"/>
                  </a:lnTo>
                  <a:lnTo>
                    <a:pt x="705628" y="453836"/>
                  </a:lnTo>
                  <a:lnTo>
                    <a:pt x="718870" y="470498"/>
                  </a:lnTo>
                  <a:lnTo>
                    <a:pt x="754835" y="479472"/>
                  </a:lnTo>
                  <a:lnTo>
                    <a:pt x="768822" y="493662"/>
                  </a:lnTo>
                  <a:lnTo>
                    <a:pt x="798522" y="484180"/>
                  </a:lnTo>
                  <a:lnTo>
                    <a:pt x="824362" y="480759"/>
                  </a:lnTo>
                  <a:lnTo>
                    <a:pt x="849727" y="474663"/>
                  </a:lnTo>
                  <a:lnTo>
                    <a:pt x="871029" y="468872"/>
                  </a:lnTo>
                  <a:lnTo>
                    <a:pt x="892567" y="455055"/>
                  </a:lnTo>
                  <a:lnTo>
                    <a:pt x="900628" y="435311"/>
                  </a:lnTo>
                  <a:lnTo>
                    <a:pt x="903439" y="406830"/>
                  </a:lnTo>
                  <a:lnTo>
                    <a:pt x="909263" y="396941"/>
                  </a:lnTo>
                  <a:lnTo>
                    <a:pt x="932224" y="388068"/>
                  </a:lnTo>
                  <a:lnTo>
                    <a:pt x="968021" y="380212"/>
                  </a:lnTo>
                  <a:lnTo>
                    <a:pt x="998026" y="381397"/>
                  </a:lnTo>
                  <a:lnTo>
                    <a:pt x="1018548" y="378518"/>
                  </a:lnTo>
                  <a:lnTo>
                    <a:pt x="1026676" y="385698"/>
                  </a:lnTo>
                  <a:lnTo>
                    <a:pt x="1025525" y="402021"/>
                  </a:lnTo>
                  <a:lnTo>
                    <a:pt x="1007339" y="422171"/>
                  </a:lnTo>
                  <a:lnTo>
                    <a:pt x="999279" y="442762"/>
                  </a:lnTo>
                  <a:lnTo>
                    <a:pt x="1005510" y="448688"/>
                  </a:lnTo>
                  <a:lnTo>
                    <a:pt x="1000430" y="463318"/>
                  </a:lnTo>
                  <a:lnTo>
                    <a:pt x="991964" y="489734"/>
                  </a:lnTo>
                  <a:lnTo>
                    <a:pt x="983362" y="481030"/>
                  </a:lnTo>
                  <a:lnTo>
                    <a:pt x="976284" y="481606"/>
                  </a:lnTo>
                  <a:lnTo>
                    <a:pt x="969849" y="482046"/>
                  </a:lnTo>
                  <a:lnTo>
                    <a:pt x="957725" y="502501"/>
                  </a:lnTo>
                  <a:lnTo>
                    <a:pt x="951562" y="498471"/>
                  </a:lnTo>
                  <a:lnTo>
                    <a:pt x="947464" y="500063"/>
                  </a:lnTo>
                  <a:lnTo>
                    <a:pt x="947735" y="505041"/>
                  </a:lnTo>
                  <a:lnTo>
                    <a:pt x="916409" y="504669"/>
                  </a:lnTo>
                  <a:lnTo>
                    <a:pt x="884778" y="504702"/>
                  </a:lnTo>
                  <a:lnTo>
                    <a:pt x="884778" y="523769"/>
                  </a:lnTo>
                  <a:lnTo>
                    <a:pt x="869471" y="523870"/>
                  </a:lnTo>
                  <a:lnTo>
                    <a:pt x="882069" y="535182"/>
                  </a:lnTo>
                  <a:lnTo>
                    <a:pt x="894600" y="543005"/>
                  </a:lnTo>
                  <a:lnTo>
                    <a:pt x="898359" y="550320"/>
                  </a:lnTo>
                  <a:lnTo>
                    <a:pt x="903845" y="552385"/>
                  </a:lnTo>
                  <a:lnTo>
                    <a:pt x="902998" y="563900"/>
                  </a:lnTo>
                  <a:lnTo>
                    <a:pt x="859514" y="564001"/>
                  </a:lnTo>
                  <a:lnTo>
                    <a:pt x="843225" y="591636"/>
                  </a:lnTo>
                  <a:lnTo>
                    <a:pt x="848034" y="597935"/>
                  </a:lnTo>
                  <a:lnTo>
                    <a:pt x="844105" y="605893"/>
                  </a:lnTo>
                  <a:lnTo>
                    <a:pt x="843259" y="615748"/>
                  </a:lnTo>
                  <a:lnTo>
                    <a:pt x="804957" y="579309"/>
                  </a:lnTo>
                  <a:lnTo>
                    <a:pt x="787482" y="568302"/>
                  </a:lnTo>
                  <a:lnTo>
                    <a:pt x="759813" y="559464"/>
                  </a:lnTo>
                  <a:lnTo>
                    <a:pt x="740916" y="561936"/>
                  </a:lnTo>
                  <a:lnTo>
                    <a:pt x="713722" y="574669"/>
                  </a:lnTo>
                  <a:lnTo>
                    <a:pt x="696654" y="577988"/>
                  </a:lnTo>
                  <a:lnTo>
                    <a:pt x="672711" y="569081"/>
                  </a:lnTo>
                  <a:lnTo>
                    <a:pt x="647345" y="562647"/>
                  </a:lnTo>
                  <a:lnTo>
                    <a:pt x="615681" y="547102"/>
                  </a:lnTo>
                  <a:lnTo>
                    <a:pt x="590315" y="542361"/>
                  </a:lnTo>
                  <a:lnTo>
                    <a:pt x="551979" y="526614"/>
                  </a:lnTo>
                  <a:lnTo>
                    <a:pt x="523633" y="510426"/>
                  </a:lnTo>
                  <a:lnTo>
                    <a:pt x="515065" y="501384"/>
                  </a:lnTo>
                  <a:lnTo>
                    <a:pt x="496134" y="499352"/>
                  </a:lnTo>
                  <a:lnTo>
                    <a:pt x="461489" y="488650"/>
                  </a:lnTo>
                  <a:lnTo>
                    <a:pt x="447367" y="473173"/>
                  </a:lnTo>
                  <a:lnTo>
                    <a:pt x="410996" y="453971"/>
                  </a:lnTo>
                  <a:lnTo>
                    <a:pt x="394029" y="432602"/>
                  </a:lnTo>
                  <a:lnTo>
                    <a:pt x="385969" y="416109"/>
                  </a:lnTo>
                  <a:lnTo>
                    <a:pt x="397246" y="412791"/>
                  </a:lnTo>
                  <a:lnTo>
                    <a:pt x="393758" y="403139"/>
                  </a:lnTo>
                  <a:lnTo>
                    <a:pt x="401547" y="394368"/>
                  </a:lnTo>
                  <a:lnTo>
                    <a:pt x="401716" y="382650"/>
                  </a:lnTo>
                  <a:lnTo>
                    <a:pt x="390304" y="367444"/>
                  </a:lnTo>
                  <a:lnTo>
                    <a:pt x="387256" y="353966"/>
                  </a:lnTo>
                  <a:lnTo>
                    <a:pt x="375877" y="336863"/>
                  </a:lnTo>
                  <a:lnTo>
                    <a:pt x="346041" y="303201"/>
                  </a:lnTo>
                  <a:lnTo>
                    <a:pt x="312006" y="276751"/>
                  </a:lnTo>
                  <a:lnTo>
                    <a:pt x="295513" y="255653"/>
                  </a:lnTo>
                  <a:lnTo>
                    <a:pt x="266456" y="241802"/>
                  </a:lnTo>
                  <a:lnTo>
                    <a:pt x="260225" y="233539"/>
                  </a:lnTo>
                  <a:lnTo>
                    <a:pt x="265373" y="212610"/>
                  </a:lnTo>
                  <a:lnTo>
                    <a:pt x="248135" y="204719"/>
                  </a:lnTo>
                  <a:lnTo>
                    <a:pt x="228120" y="188260"/>
                  </a:lnTo>
                  <a:lnTo>
                    <a:pt x="219688" y="164622"/>
                  </a:lnTo>
                  <a:lnTo>
                    <a:pt x="201468" y="161879"/>
                  </a:lnTo>
                  <a:lnTo>
                    <a:pt x="181792" y="144031"/>
                  </a:lnTo>
                  <a:lnTo>
                    <a:pt x="165943" y="127573"/>
                  </a:lnTo>
                  <a:lnTo>
                    <a:pt x="164452" y="116973"/>
                  </a:lnTo>
                  <a:lnTo>
                    <a:pt x="146233" y="91438"/>
                  </a:lnTo>
                  <a:lnTo>
                    <a:pt x="134244" y="65497"/>
                  </a:lnTo>
                  <a:lnTo>
                    <a:pt x="134752" y="52492"/>
                  </a:lnTo>
                  <a:lnTo>
                    <a:pt x="110267" y="39047"/>
                  </a:lnTo>
                  <a:lnTo>
                    <a:pt x="98956" y="40537"/>
                  </a:lnTo>
                  <a:lnTo>
                    <a:pt x="79652" y="31190"/>
                  </a:lnTo>
                  <a:lnTo>
                    <a:pt x="74200" y="44974"/>
                  </a:lnTo>
                  <a:lnTo>
                    <a:pt x="79822" y="61196"/>
                  </a:lnTo>
                  <a:lnTo>
                    <a:pt x="83107" y="86629"/>
                  </a:lnTo>
                  <a:lnTo>
                    <a:pt x="94723" y="100615"/>
                  </a:lnTo>
                  <a:lnTo>
                    <a:pt x="119851" y="123915"/>
                  </a:lnTo>
                  <a:lnTo>
                    <a:pt x="125439" y="131907"/>
                  </a:lnTo>
                  <a:lnTo>
                    <a:pt x="130586" y="134312"/>
                  </a:lnTo>
                  <a:lnTo>
                    <a:pt x="135057" y="145962"/>
                  </a:lnTo>
                  <a:lnTo>
                    <a:pt x="141085" y="145488"/>
                  </a:lnTo>
                  <a:lnTo>
                    <a:pt x="147858" y="167331"/>
                  </a:lnTo>
                  <a:lnTo>
                    <a:pt x="158153" y="175933"/>
                  </a:lnTo>
                  <a:lnTo>
                    <a:pt x="165367" y="187921"/>
                  </a:lnTo>
                  <a:lnTo>
                    <a:pt x="186668" y="205159"/>
                  </a:lnTo>
                  <a:lnTo>
                    <a:pt x="197878" y="236654"/>
                  </a:lnTo>
                  <a:lnTo>
                    <a:pt x="207936" y="251488"/>
                  </a:lnTo>
                  <a:lnTo>
                    <a:pt x="217351" y="267371"/>
                  </a:lnTo>
                  <a:lnTo>
                    <a:pt x="219213" y="285218"/>
                  </a:lnTo>
                  <a:lnTo>
                    <a:pt x="235537" y="286336"/>
                  </a:lnTo>
                  <a:lnTo>
                    <a:pt x="249117" y="301745"/>
                  </a:lnTo>
                  <a:lnTo>
                    <a:pt x="261410" y="316849"/>
                  </a:lnTo>
                  <a:lnTo>
                    <a:pt x="260597" y="322911"/>
                  </a:lnTo>
                  <a:lnTo>
                    <a:pt x="246340" y="335373"/>
                  </a:lnTo>
                  <a:lnTo>
                    <a:pt x="240346" y="335204"/>
                  </a:lnTo>
                  <a:lnTo>
                    <a:pt x="231405" y="314614"/>
                  </a:lnTo>
                  <a:lnTo>
                    <a:pt x="209223" y="295310"/>
                  </a:lnTo>
                  <a:lnTo>
                    <a:pt x="184806" y="278953"/>
                  </a:lnTo>
                  <a:lnTo>
                    <a:pt x="167500" y="270351"/>
                  </a:lnTo>
                  <a:lnTo>
                    <a:pt x="168618" y="245561"/>
                  </a:lnTo>
                  <a:lnTo>
                    <a:pt x="163470" y="227206"/>
                  </a:lnTo>
                  <a:lnTo>
                    <a:pt x="147350" y="216707"/>
                  </a:lnTo>
                  <a:lnTo>
                    <a:pt x="124051" y="201603"/>
                  </a:lnTo>
                  <a:lnTo>
                    <a:pt x="119580" y="205972"/>
                  </a:lnTo>
                  <a:lnTo>
                    <a:pt x="111046" y="197133"/>
                  </a:lnTo>
                  <a:lnTo>
                    <a:pt x="90151" y="188938"/>
                  </a:lnTo>
                  <a:lnTo>
                    <a:pt x="70204" y="169261"/>
                  </a:lnTo>
                  <a:lnTo>
                    <a:pt x="72676" y="166721"/>
                  </a:lnTo>
                  <a:lnTo>
                    <a:pt x="86629" y="168652"/>
                  </a:lnTo>
                  <a:lnTo>
                    <a:pt x="99193" y="155986"/>
                  </a:lnTo>
                  <a:lnTo>
                    <a:pt x="100446" y="140712"/>
                  </a:lnTo>
                  <a:lnTo>
                    <a:pt x="74369" y="116566"/>
                  </a:lnTo>
                  <a:lnTo>
                    <a:pt x="54490" y="107185"/>
                  </a:lnTo>
                  <a:lnTo>
                    <a:pt x="42027" y="86019"/>
                  </a:lnTo>
                  <a:lnTo>
                    <a:pt x="29463" y="63837"/>
                  </a:lnTo>
                  <a:lnTo>
                    <a:pt x="13749" y="36744"/>
                  </a:lnTo>
                  <a:lnTo>
                    <a:pt x="0" y="6299"/>
                  </a:lnTo>
                  <a:close/>
                </a:path>
              </a:pathLst>
            </a:custGeom>
            <a:solidFill>
              <a:srgbClr val="FF000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C8FE2B6C-1DC5-49B6-4482-7A9E7836F526}"/>
                </a:ext>
              </a:extLst>
            </p:cNvPr>
            <p:cNvSpPr/>
            <p:nvPr/>
          </p:nvSpPr>
          <p:spPr>
            <a:xfrm>
              <a:off x="4117169" y="4448699"/>
              <a:ext cx="176678" cy="164012"/>
            </a:xfrm>
            <a:custGeom>
              <a:avLst/>
              <a:gdLst>
                <a:gd name="csX0" fmla="*/ 27160 w 176678"/>
                <a:gd name="csY0" fmla="*/ 3590 h 164012"/>
                <a:gd name="csX1" fmla="*/ 49139 w 176678"/>
                <a:gd name="csY1" fmla="*/ 0 h 164012"/>
                <a:gd name="csX2" fmla="*/ 83107 w 176678"/>
                <a:gd name="csY2" fmla="*/ 26178 h 164012"/>
                <a:gd name="csX3" fmla="*/ 95671 w 176678"/>
                <a:gd name="csY3" fmla="*/ 25196 h 164012"/>
                <a:gd name="csX4" fmla="*/ 130553 w 176678"/>
                <a:gd name="csY4" fmla="*/ 46904 h 164012"/>
                <a:gd name="csX5" fmla="*/ 157104 w 176678"/>
                <a:gd name="csY5" fmla="*/ 65598 h 164012"/>
                <a:gd name="csX6" fmla="*/ 176678 w 176678"/>
                <a:gd name="csY6" fmla="*/ 88661 h 164012"/>
                <a:gd name="csX7" fmla="*/ 161743 w 176678"/>
                <a:gd name="csY7" fmla="*/ 104713 h 164012"/>
                <a:gd name="csX8" fmla="*/ 171124 w 176678"/>
                <a:gd name="csY8" fmla="*/ 123881 h 164012"/>
                <a:gd name="csX9" fmla="*/ 156494 w 176678"/>
                <a:gd name="csY9" fmla="*/ 145183 h 164012"/>
                <a:gd name="csX10" fmla="*/ 118226 w 176678"/>
                <a:gd name="csY10" fmla="*/ 164012 h 164012"/>
                <a:gd name="csX11" fmla="*/ 93233 w 176678"/>
                <a:gd name="csY11" fmla="*/ 157239 h 164012"/>
                <a:gd name="csX12" fmla="*/ 74911 w 176678"/>
                <a:gd name="csY12" fmla="*/ 160863 h 164012"/>
                <a:gd name="csX13" fmla="*/ 43585 w 176678"/>
                <a:gd name="csY13" fmla="*/ 146300 h 164012"/>
                <a:gd name="csX14" fmla="*/ 20624 w 176678"/>
                <a:gd name="csY14" fmla="*/ 147418 h 164012"/>
                <a:gd name="csX15" fmla="*/ 0 w 176678"/>
                <a:gd name="csY15" fmla="*/ 128656 h 164012"/>
                <a:gd name="csX16" fmla="*/ 2608 w 176678"/>
                <a:gd name="csY16" fmla="*/ 106779 h 164012"/>
                <a:gd name="csX17" fmla="*/ 9957 w 176678"/>
                <a:gd name="csY17" fmla="*/ 99261 h 164012"/>
                <a:gd name="csX18" fmla="*/ 9652 w 176678"/>
                <a:gd name="csY18" fmla="*/ 65530 h 164012"/>
                <a:gd name="csX19" fmla="*/ 18694 w 176678"/>
                <a:gd name="csY19" fmla="*/ 30716 h 164012"/>
                <a:gd name="csX20" fmla="*/ 27160 w 176678"/>
                <a:gd name="csY20" fmla="*/ 3590 h 164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76678" h="164012">
                  <a:moveTo>
                    <a:pt x="27160" y="3590"/>
                  </a:moveTo>
                  <a:lnTo>
                    <a:pt x="49139" y="0"/>
                  </a:lnTo>
                  <a:lnTo>
                    <a:pt x="83107" y="26178"/>
                  </a:lnTo>
                  <a:lnTo>
                    <a:pt x="95671" y="25196"/>
                  </a:lnTo>
                  <a:lnTo>
                    <a:pt x="130553" y="46904"/>
                  </a:lnTo>
                  <a:lnTo>
                    <a:pt x="157104" y="65598"/>
                  </a:lnTo>
                  <a:lnTo>
                    <a:pt x="176678" y="88661"/>
                  </a:lnTo>
                  <a:lnTo>
                    <a:pt x="161743" y="104713"/>
                  </a:lnTo>
                  <a:lnTo>
                    <a:pt x="171124" y="123881"/>
                  </a:lnTo>
                  <a:lnTo>
                    <a:pt x="156494" y="145183"/>
                  </a:lnTo>
                  <a:lnTo>
                    <a:pt x="118226" y="164012"/>
                  </a:lnTo>
                  <a:lnTo>
                    <a:pt x="93233" y="157239"/>
                  </a:lnTo>
                  <a:lnTo>
                    <a:pt x="74911" y="160863"/>
                  </a:lnTo>
                  <a:lnTo>
                    <a:pt x="43585" y="146300"/>
                  </a:lnTo>
                  <a:lnTo>
                    <a:pt x="20624" y="147418"/>
                  </a:lnTo>
                  <a:lnTo>
                    <a:pt x="0" y="128656"/>
                  </a:lnTo>
                  <a:lnTo>
                    <a:pt x="2608" y="106779"/>
                  </a:lnTo>
                  <a:lnTo>
                    <a:pt x="9957" y="99261"/>
                  </a:lnTo>
                  <a:lnTo>
                    <a:pt x="9652" y="65530"/>
                  </a:lnTo>
                  <a:lnTo>
                    <a:pt x="18694" y="30716"/>
                  </a:lnTo>
                  <a:lnTo>
                    <a:pt x="27160" y="3590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83F274B2-AED7-9DDC-40EE-5B217EF66EE8}"/>
                </a:ext>
              </a:extLst>
            </p:cNvPr>
            <p:cNvSpPr/>
            <p:nvPr/>
          </p:nvSpPr>
          <p:spPr>
            <a:xfrm>
              <a:off x="3590217" y="3251407"/>
              <a:ext cx="1329470" cy="1321173"/>
            </a:xfrm>
            <a:custGeom>
              <a:avLst/>
              <a:gdLst>
                <a:gd name="csX0" fmla="*/ 698076 w 1329470"/>
                <a:gd name="csY0" fmla="*/ 1321174 h 1321173"/>
                <a:gd name="csX1" fmla="*/ 688695 w 1329470"/>
                <a:gd name="csY1" fmla="*/ 1302006 h 1321173"/>
                <a:gd name="csX2" fmla="*/ 703630 w 1329470"/>
                <a:gd name="csY2" fmla="*/ 1285953 h 1321173"/>
                <a:gd name="csX3" fmla="*/ 684056 w 1329470"/>
                <a:gd name="csY3" fmla="*/ 1262890 h 1321173"/>
                <a:gd name="csX4" fmla="*/ 657505 w 1329470"/>
                <a:gd name="csY4" fmla="*/ 1244197 h 1321173"/>
                <a:gd name="csX5" fmla="*/ 622623 w 1329470"/>
                <a:gd name="csY5" fmla="*/ 1222488 h 1321173"/>
                <a:gd name="csX6" fmla="*/ 610059 w 1329470"/>
                <a:gd name="csY6" fmla="*/ 1223471 h 1321173"/>
                <a:gd name="csX7" fmla="*/ 576092 w 1329470"/>
                <a:gd name="csY7" fmla="*/ 1197292 h 1321173"/>
                <a:gd name="csX8" fmla="*/ 554113 w 1329470"/>
                <a:gd name="csY8" fmla="*/ 1200882 h 1321173"/>
                <a:gd name="csX9" fmla="*/ 599290 w 1329470"/>
                <a:gd name="csY9" fmla="*/ 1154723 h 1321173"/>
                <a:gd name="csX10" fmla="*/ 637524 w 1329470"/>
                <a:gd name="csY10" fmla="*/ 1121840 h 1321173"/>
                <a:gd name="csX11" fmla="*/ 660248 w 1329470"/>
                <a:gd name="csY11" fmla="*/ 1108056 h 1321173"/>
                <a:gd name="csX12" fmla="*/ 688763 w 1329470"/>
                <a:gd name="csY12" fmla="*/ 1089362 h 1321173"/>
                <a:gd name="csX13" fmla="*/ 689474 w 1329470"/>
                <a:gd name="csY13" fmla="*/ 1062337 h 1321173"/>
                <a:gd name="csX14" fmla="*/ 672474 w 1329470"/>
                <a:gd name="csY14" fmla="*/ 1042796 h 1321173"/>
                <a:gd name="csX15" fmla="*/ 655710 w 1329470"/>
                <a:gd name="csY15" fmla="*/ 1049265 h 1321173"/>
                <a:gd name="csX16" fmla="*/ 662348 w 1329470"/>
                <a:gd name="csY16" fmla="*/ 1029724 h 1321173"/>
                <a:gd name="csX17" fmla="*/ 666953 w 1329470"/>
                <a:gd name="csY17" fmla="*/ 1009710 h 1321173"/>
                <a:gd name="csX18" fmla="*/ 666953 w 1329470"/>
                <a:gd name="csY18" fmla="*/ 991084 h 1321173"/>
                <a:gd name="csX19" fmla="*/ 654762 w 1329470"/>
                <a:gd name="csY19" fmla="*/ 984954 h 1321173"/>
                <a:gd name="csX20" fmla="*/ 642062 w 1329470"/>
                <a:gd name="csY20" fmla="*/ 990406 h 1321173"/>
                <a:gd name="csX21" fmla="*/ 629430 w 1329470"/>
                <a:gd name="csY21" fmla="*/ 988916 h 1321173"/>
                <a:gd name="csX22" fmla="*/ 625468 w 1329470"/>
                <a:gd name="csY22" fmla="*/ 975878 h 1321173"/>
                <a:gd name="csX23" fmla="*/ 622318 w 1329470"/>
                <a:gd name="csY23" fmla="*/ 944857 h 1321173"/>
                <a:gd name="csX24" fmla="*/ 615986 w 1329470"/>
                <a:gd name="csY24" fmla="*/ 934731 h 1321173"/>
                <a:gd name="csX25" fmla="*/ 593126 w 1329470"/>
                <a:gd name="csY25" fmla="*/ 925553 h 1321173"/>
                <a:gd name="csX26" fmla="*/ 579275 w 1329470"/>
                <a:gd name="csY26" fmla="*/ 932191 h 1321173"/>
                <a:gd name="csX27" fmla="*/ 543547 w 1329470"/>
                <a:gd name="csY27" fmla="*/ 925688 h 1321173"/>
                <a:gd name="csX28" fmla="*/ 545781 w 1329470"/>
                <a:gd name="csY28" fmla="*/ 879733 h 1321173"/>
                <a:gd name="csX29" fmla="*/ 535791 w 1329470"/>
                <a:gd name="csY29" fmla="*/ 860903 h 1321173"/>
                <a:gd name="csX30" fmla="*/ 546357 w 1329470"/>
                <a:gd name="csY30" fmla="*/ 853893 h 1321173"/>
                <a:gd name="csX31" fmla="*/ 543106 w 1329470"/>
                <a:gd name="csY31" fmla="*/ 834590 h 1321173"/>
                <a:gd name="csX32" fmla="*/ 552385 w 1329470"/>
                <a:gd name="csY32" fmla="*/ 819756 h 1321173"/>
                <a:gd name="csX33" fmla="*/ 558413 w 1329470"/>
                <a:gd name="csY33" fmla="*/ 793070 h 1321173"/>
                <a:gd name="csX34" fmla="*/ 550387 w 1329470"/>
                <a:gd name="csY34" fmla="*/ 772005 h 1321173"/>
                <a:gd name="csX35" fmla="*/ 531897 w 1329470"/>
                <a:gd name="csY35" fmla="*/ 762523 h 1321173"/>
                <a:gd name="csX36" fmla="*/ 528273 w 1329470"/>
                <a:gd name="csY36" fmla="*/ 749146 h 1321173"/>
                <a:gd name="csX37" fmla="*/ 533251 w 1329470"/>
                <a:gd name="csY37" fmla="*/ 729606 h 1321173"/>
                <a:gd name="csX38" fmla="*/ 468331 w 1329470"/>
                <a:gd name="csY38" fmla="*/ 728183 h 1321173"/>
                <a:gd name="csX39" fmla="*/ 455292 w 1329470"/>
                <a:gd name="csY39" fmla="*/ 688763 h 1321173"/>
                <a:gd name="csX40" fmla="*/ 465181 w 1329470"/>
                <a:gd name="csY40" fmla="*/ 688188 h 1321173"/>
                <a:gd name="csX41" fmla="*/ 464741 w 1329470"/>
                <a:gd name="csY41" fmla="*/ 673591 h 1321173"/>
                <a:gd name="csX42" fmla="*/ 458137 w 1329470"/>
                <a:gd name="csY42" fmla="*/ 663702 h 1321173"/>
                <a:gd name="csX43" fmla="*/ 456647 w 1329470"/>
                <a:gd name="csY43" fmla="*/ 644128 h 1321173"/>
                <a:gd name="csX44" fmla="*/ 436971 w 1329470"/>
                <a:gd name="csY44" fmla="*/ 634070 h 1321173"/>
                <a:gd name="csX45" fmla="*/ 415669 w 1329470"/>
                <a:gd name="csY45" fmla="*/ 634409 h 1321173"/>
                <a:gd name="csX46" fmla="*/ 401649 w 1329470"/>
                <a:gd name="csY46" fmla="*/ 624587 h 1321173"/>
                <a:gd name="csX47" fmla="*/ 378755 w 1329470"/>
                <a:gd name="csY47" fmla="*/ 617882 h 1321173"/>
                <a:gd name="csX48" fmla="*/ 365446 w 1329470"/>
                <a:gd name="csY48" fmla="*/ 605216 h 1321173"/>
                <a:gd name="csX49" fmla="*/ 327516 w 1329470"/>
                <a:gd name="csY49" fmla="*/ 599628 h 1321173"/>
                <a:gd name="csX50" fmla="*/ 290738 w 1329470"/>
                <a:gd name="csY50" fmla="*/ 569285 h 1321173"/>
                <a:gd name="csX51" fmla="*/ 293447 w 1329470"/>
                <a:gd name="csY51" fmla="*/ 546595 h 1321173"/>
                <a:gd name="csX52" fmla="*/ 289282 w 1329470"/>
                <a:gd name="csY52" fmla="*/ 533556 h 1321173"/>
                <a:gd name="csX53" fmla="*/ 292906 w 1329470"/>
                <a:gd name="csY53" fmla="*/ 508191 h 1321173"/>
                <a:gd name="csX54" fmla="*/ 248575 w 1329470"/>
                <a:gd name="csY54" fmla="*/ 513914 h 1321173"/>
                <a:gd name="csX55" fmla="*/ 230728 w 1329470"/>
                <a:gd name="csY55" fmla="*/ 526648 h 1321173"/>
                <a:gd name="csX56" fmla="*/ 201129 w 1329470"/>
                <a:gd name="csY56" fmla="*/ 540363 h 1321173"/>
                <a:gd name="csX57" fmla="*/ 193577 w 1329470"/>
                <a:gd name="csY57" fmla="*/ 550625 h 1321173"/>
                <a:gd name="csX58" fmla="*/ 176136 w 1329470"/>
                <a:gd name="csY58" fmla="*/ 551336 h 1321173"/>
                <a:gd name="csX59" fmla="*/ 150940 w 1329470"/>
                <a:gd name="csY59" fmla="*/ 548491 h 1321173"/>
                <a:gd name="csX60" fmla="*/ 131840 w 1329470"/>
                <a:gd name="csY60" fmla="*/ 554316 h 1321173"/>
                <a:gd name="csX61" fmla="*/ 116431 w 1329470"/>
                <a:gd name="csY61" fmla="*/ 550421 h 1321173"/>
                <a:gd name="csX62" fmla="*/ 118700 w 1329470"/>
                <a:gd name="csY62" fmla="*/ 498979 h 1321173"/>
                <a:gd name="csX63" fmla="*/ 90930 w 1329470"/>
                <a:gd name="csY63" fmla="*/ 518926 h 1321173"/>
                <a:gd name="csX64" fmla="*/ 61026 w 1329470"/>
                <a:gd name="csY64" fmla="*/ 518080 h 1321173"/>
                <a:gd name="csX65" fmla="*/ 48225 w 1329470"/>
                <a:gd name="csY65" fmla="*/ 499995 h 1321173"/>
                <a:gd name="csX66" fmla="*/ 25738 w 1329470"/>
                <a:gd name="csY66" fmla="*/ 498031 h 1321173"/>
                <a:gd name="csX67" fmla="*/ 32918 w 1329470"/>
                <a:gd name="csY67" fmla="*/ 483502 h 1321173"/>
                <a:gd name="csX68" fmla="*/ 14088 w 1329470"/>
                <a:gd name="csY68" fmla="*/ 462878 h 1321173"/>
                <a:gd name="csX69" fmla="*/ 0 w 1329470"/>
                <a:gd name="csY69" fmla="*/ 432399 h 1321173"/>
                <a:gd name="csX70" fmla="*/ 8941 w 1329470"/>
                <a:gd name="csY70" fmla="*/ 426202 h 1321173"/>
                <a:gd name="csX71" fmla="*/ 8907 w 1329470"/>
                <a:gd name="csY71" fmla="*/ 411910 h 1321173"/>
                <a:gd name="csX72" fmla="*/ 29362 w 1329470"/>
                <a:gd name="csY72" fmla="*/ 402123 h 1321173"/>
                <a:gd name="csX73" fmla="*/ 25975 w 1329470"/>
                <a:gd name="csY73" fmla="*/ 383801 h 1321173"/>
                <a:gd name="csX74" fmla="*/ 34611 w 1329470"/>
                <a:gd name="csY74" fmla="*/ 372016 h 1321173"/>
                <a:gd name="csX75" fmla="*/ 37083 w 1329470"/>
                <a:gd name="csY75" fmla="*/ 356235 h 1321173"/>
                <a:gd name="csX76" fmla="*/ 75826 w 1329470"/>
                <a:gd name="csY76" fmla="*/ 333172 h 1321173"/>
                <a:gd name="csX77" fmla="*/ 103562 w 1329470"/>
                <a:gd name="csY77" fmla="*/ 326670 h 1321173"/>
                <a:gd name="csX78" fmla="*/ 108100 w 1329470"/>
                <a:gd name="csY78" fmla="*/ 321556 h 1321173"/>
                <a:gd name="csX79" fmla="*/ 138613 w 1329470"/>
                <a:gd name="csY79" fmla="*/ 323148 h 1321173"/>
                <a:gd name="csX80" fmla="*/ 153852 w 1329470"/>
                <a:gd name="csY80" fmla="*/ 230288 h 1321173"/>
                <a:gd name="csX81" fmla="*/ 154665 w 1329470"/>
                <a:gd name="csY81" fmla="*/ 215624 h 1321173"/>
                <a:gd name="csX82" fmla="*/ 149348 w 1329470"/>
                <a:gd name="csY82" fmla="*/ 196219 h 1321173"/>
                <a:gd name="csX83" fmla="*/ 134312 w 1329470"/>
                <a:gd name="csY83" fmla="*/ 183858 h 1321173"/>
                <a:gd name="csX84" fmla="*/ 134481 w 1329470"/>
                <a:gd name="csY84" fmla="*/ 159271 h 1321173"/>
                <a:gd name="csX85" fmla="*/ 153581 w 1329470"/>
                <a:gd name="csY85" fmla="*/ 153683 h 1321173"/>
                <a:gd name="csX86" fmla="*/ 160355 w 1329470"/>
                <a:gd name="csY86" fmla="*/ 157172 h 1321173"/>
                <a:gd name="csX87" fmla="*/ 161472 w 1329470"/>
                <a:gd name="csY87" fmla="*/ 144201 h 1321173"/>
                <a:gd name="csX88" fmla="*/ 141627 w 1329470"/>
                <a:gd name="csY88" fmla="*/ 140713 h 1321173"/>
                <a:gd name="csX89" fmla="*/ 141220 w 1329470"/>
                <a:gd name="csY89" fmla="*/ 119513 h 1321173"/>
                <a:gd name="csX90" fmla="*/ 207191 w 1329470"/>
                <a:gd name="csY90" fmla="*/ 120291 h 1321173"/>
                <a:gd name="csX91" fmla="*/ 218401 w 1329470"/>
                <a:gd name="csY91" fmla="*/ 108608 h 1321173"/>
                <a:gd name="csX92" fmla="*/ 227815 w 1329470"/>
                <a:gd name="csY92" fmla="*/ 119343 h 1321173"/>
                <a:gd name="csX93" fmla="*/ 234419 w 1329470"/>
                <a:gd name="csY93" fmla="*/ 139324 h 1321173"/>
                <a:gd name="csX94" fmla="*/ 240820 w 1329470"/>
                <a:gd name="csY94" fmla="*/ 135159 h 1321173"/>
                <a:gd name="csX95" fmla="*/ 259446 w 1329470"/>
                <a:gd name="csY95" fmla="*/ 153074 h 1321173"/>
                <a:gd name="csX96" fmla="*/ 285794 w 1329470"/>
                <a:gd name="csY96" fmla="*/ 150872 h 1321173"/>
                <a:gd name="csX97" fmla="*/ 292330 w 1329470"/>
                <a:gd name="csY97" fmla="*/ 140509 h 1321173"/>
                <a:gd name="csX98" fmla="*/ 317526 w 1329470"/>
                <a:gd name="csY98" fmla="*/ 132585 h 1321173"/>
                <a:gd name="csX99" fmla="*/ 331479 w 1329470"/>
                <a:gd name="csY99" fmla="*/ 127031 h 1321173"/>
                <a:gd name="csX100" fmla="*/ 335407 w 1329470"/>
                <a:gd name="csY100" fmla="*/ 112706 h 1321173"/>
                <a:gd name="csX101" fmla="*/ 359587 w 1329470"/>
                <a:gd name="csY101" fmla="*/ 103054 h 1321173"/>
                <a:gd name="csX102" fmla="*/ 357759 w 1329470"/>
                <a:gd name="csY102" fmla="*/ 95942 h 1321173"/>
                <a:gd name="csX103" fmla="*/ 329074 w 1329470"/>
                <a:gd name="csY103" fmla="*/ 93029 h 1321173"/>
                <a:gd name="csX104" fmla="*/ 324367 w 1329470"/>
                <a:gd name="csY104" fmla="*/ 71694 h 1321173"/>
                <a:gd name="csX105" fmla="*/ 325755 w 1329470"/>
                <a:gd name="csY105" fmla="*/ 49004 h 1321173"/>
                <a:gd name="csX106" fmla="*/ 310583 w 1329470"/>
                <a:gd name="csY106" fmla="*/ 40233 h 1321173"/>
                <a:gd name="csX107" fmla="*/ 316916 w 1329470"/>
                <a:gd name="csY107" fmla="*/ 37117 h 1321173"/>
                <a:gd name="csX108" fmla="*/ 342011 w 1329470"/>
                <a:gd name="csY108" fmla="*/ 41418 h 1321173"/>
                <a:gd name="csX109" fmla="*/ 368934 w 1329470"/>
                <a:gd name="csY109" fmla="*/ 49884 h 1321173"/>
                <a:gd name="csX110" fmla="*/ 378688 w 1329470"/>
                <a:gd name="csY110" fmla="*/ 41892 h 1321173"/>
                <a:gd name="csX111" fmla="*/ 403071 w 1329470"/>
                <a:gd name="csY111" fmla="*/ 36643 h 1321173"/>
                <a:gd name="csX112" fmla="*/ 440933 w 1329470"/>
                <a:gd name="csY112" fmla="*/ 23977 h 1321173"/>
                <a:gd name="csX113" fmla="*/ 453328 w 1329470"/>
                <a:gd name="csY113" fmla="*/ 11040 h 1321173"/>
                <a:gd name="csX114" fmla="*/ 448824 w 1329470"/>
                <a:gd name="csY114" fmla="*/ 1490 h 1321173"/>
                <a:gd name="csX115" fmla="*/ 466434 w 1329470"/>
                <a:gd name="csY115" fmla="*/ 0 h 1321173"/>
                <a:gd name="csX116" fmla="*/ 474325 w 1329470"/>
                <a:gd name="csY116" fmla="*/ 7789 h 1321173"/>
                <a:gd name="csX117" fmla="*/ 469922 w 1329470"/>
                <a:gd name="csY117" fmla="*/ 22656 h 1321173"/>
                <a:gd name="csX118" fmla="*/ 481572 w 1329470"/>
                <a:gd name="csY118" fmla="*/ 27770 h 1321173"/>
                <a:gd name="csX119" fmla="*/ 489327 w 1329470"/>
                <a:gd name="csY119" fmla="*/ 43518 h 1321173"/>
                <a:gd name="csX120" fmla="*/ 479946 w 1329470"/>
                <a:gd name="csY120" fmla="*/ 55472 h 1321173"/>
                <a:gd name="csX121" fmla="*/ 474528 w 1329470"/>
                <a:gd name="csY121" fmla="*/ 84292 h 1321173"/>
                <a:gd name="csX122" fmla="*/ 483197 w 1329470"/>
                <a:gd name="csY122" fmla="*/ 101394 h 1321173"/>
                <a:gd name="csX123" fmla="*/ 485670 w 1329470"/>
                <a:gd name="csY123" fmla="*/ 117074 h 1321173"/>
                <a:gd name="csX124" fmla="*/ 506497 w 1329470"/>
                <a:gd name="csY124" fmla="*/ 132957 h 1321173"/>
                <a:gd name="csX125" fmla="*/ 523125 w 1329470"/>
                <a:gd name="csY125" fmla="*/ 134651 h 1321173"/>
                <a:gd name="csX126" fmla="*/ 526884 w 1329470"/>
                <a:gd name="csY126" fmla="*/ 128013 h 1321173"/>
                <a:gd name="csX127" fmla="*/ 537586 w 1329470"/>
                <a:gd name="csY127" fmla="*/ 126557 h 1321173"/>
                <a:gd name="csX128" fmla="*/ 552893 w 1329470"/>
                <a:gd name="csY128" fmla="*/ 120596 h 1321173"/>
                <a:gd name="csX129" fmla="*/ 563900 w 1329470"/>
                <a:gd name="csY129" fmla="*/ 111588 h 1321173"/>
                <a:gd name="csX130" fmla="*/ 582628 w 1329470"/>
                <a:gd name="csY130" fmla="*/ 114467 h 1321173"/>
                <a:gd name="csX131" fmla="*/ 590891 w 1329470"/>
                <a:gd name="csY131" fmla="*/ 113247 h 1321173"/>
                <a:gd name="csX132" fmla="*/ 609280 w 1329470"/>
                <a:gd name="csY132" fmla="*/ 116024 h 1321173"/>
                <a:gd name="csX133" fmla="*/ 612328 w 1329470"/>
                <a:gd name="csY133" fmla="*/ 109116 h 1321173"/>
                <a:gd name="csX134" fmla="*/ 606672 w 1329470"/>
                <a:gd name="csY134" fmla="*/ 102376 h 1321173"/>
                <a:gd name="csX135" fmla="*/ 610059 w 1329470"/>
                <a:gd name="csY135" fmla="*/ 92589 h 1321173"/>
                <a:gd name="csX136" fmla="*/ 623707 w 1329470"/>
                <a:gd name="csY136" fmla="*/ 95570 h 1321173"/>
                <a:gd name="csX137" fmla="*/ 639691 w 1329470"/>
                <a:gd name="csY137" fmla="*/ 92115 h 1321173"/>
                <a:gd name="csX138" fmla="*/ 659097 w 1329470"/>
                <a:gd name="csY138" fmla="*/ 99295 h 1321173"/>
                <a:gd name="csX139" fmla="*/ 673896 w 1329470"/>
                <a:gd name="csY139" fmla="*/ 106271 h 1321173"/>
                <a:gd name="csX140" fmla="*/ 684361 w 1329470"/>
                <a:gd name="csY140" fmla="*/ 97093 h 1321173"/>
                <a:gd name="csX141" fmla="*/ 691946 w 1329470"/>
                <a:gd name="csY141" fmla="*/ 98516 h 1321173"/>
                <a:gd name="csX142" fmla="*/ 696586 w 1329470"/>
                <a:gd name="csY142" fmla="*/ 108066 h 1321173"/>
                <a:gd name="csX143" fmla="*/ 712774 w 1329470"/>
                <a:gd name="csY143" fmla="*/ 105628 h 1321173"/>
                <a:gd name="csX144" fmla="*/ 725778 w 1329470"/>
                <a:gd name="csY144" fmla="*/ 92759 h 1321173"/>
                <a:gd name="csX145" fmla="*/ 736175 w 1329470"/>
                <a:gd name="csY145" fmla="*/ 67833 h 1321173"/>
                <a:gd name="csX146" fmla="*/ 756190 w 1329470"/>
                <a:gd name="csY146" fmla="*/ 36846 h 1321173"/>
                <a:gd name="csX147" fmla="*/ 767738 w 1329470"/>
                <a:gd name="csY147" fmla="*/ 35254 h 1321173"/>
                <a:gd name="csX148" fmla="*/ 776103 w 1329470"/>
                <a:gd name="csY148" fmla="*/ 53982 h 1321173"/>
                <a:gd name="csX149" fmla="*/ 795102 w 1329470"/>
                <a:gd name="csY149" fmla="*/ 113180 h 1321173"/>
                <a:gd name="csX150" fmla="*/ 813220 w 1329470"/>
                <a:gd name="csY150" fmla="*/ 118801 h 1321173"/>
                <a:gd name="csX151" fmla="*/ 814134 w 1329470"/>
                <a:gd name="csY151" fmla="*/ 142169 h 1321173"/>
                <a:gd name="csX152" fmla="*/ 788667 w 1329470"/>
                <a:gd name="csY152" fmla="*/ 170040 h 1321173"/>
                <a:gd name="csX153" fmla="*/ 799199 w 1329470"/>
                <a:gd name="csY153" fmla="*/ 180234 h 1321173"/>
                <a:gd name="csX154" fmla="*/ 859040 w 1329470"/>
                <a:gd name="csY154" fmla="*/ 185551 h 1321173"/>
                <a:gd name="csX155" fmla="*/ 860293 w 1329470"/>
                <a:gd name="csY155" fmla="*/ 219518 h 1321173"/>
                <a:gd name="csX156" fmla="*/ 885998 w 1329470"/>
                <a:gd name="csY156" fmla="*/ 197302 h 1321173"/>
                <a:gd name="csX157" fmla="*/ 928601 w 1329470"/>
                <a:gd name="csY157" fmla="*/ 209460 h 1321173"/>
                <a:gd name="csX158" fmla="*/ 984852 w 1329470"/>
                <a:gd name="csY158" fmla="*/ 230152 h 1321173"/>
                <a:gd name="csX159" fmla="*/ 1001378 w 1329470"/>
                <a:gd name="csY159" fmla="*/ 249998 h 1321173"/>
                <a:gd name="csX160" fmla="*/ 995824 w 1329470"/>
                <a:gd name="csY160" fmla="*/ 268725 h 1321173"/>
                <a:gd name="csX161" fmla="*/ 1035210 w 1329470"/>
                <a:gd name="csY161" fmla="*/ 258295 h 1321173"/>
                <a:gd name="csX162" fmla="*/ 1101113 w 1329470"/>
                <a:gd name="csY162" fmla="*/ 276210 h 1321173"/>
                <a:gd name="csX163" fmla="*/ 1151709 w 1329470"/>
                <a:gd name="csY163" fmla="*/ 274889 h 1321173"/>
                <a:gd name="csX164" fmla="*/ 1201796 w 1329470"/>
                <a:gd name="csY164" fmla="*/ 302930 h 1321173"/>
                <a:gd name="csX165" fmla="*/ 1245043 w 1329470"/>
                <a:gd name="csY165" fmla="*/ 340860 h 1321173"/>
                <a:gd name="csX166" fmla="*/ 1271120 w 1329470"/>
                <a:gd name="csY166" fmla="*/ 350613 h 1321173"/>
                <a:gd name="csX167" fmla="*/ 1300075 w 1329470"/>
                <a:gd name="csY167" fmla="*/ 352002 h 1321173"/>
                <a:gd name="csX168" fmla="*/ 1312368 w 1329470"/>
                <a:gd name="csY168" fmla="*/ 362669 h 1321173"/>
                <a:gd name="csX169" fmla="*/ 1323849 w 1329470"/>
                <a:gd name="csY169" fmla="*/ 405780 h 1321173"/>
                <a:gd name="csX170" fmla="*/ 1329471 w 1329470"/>
                <a:gd name="csY170" fmla="*/ 426269 h 1321173"/>
                <a:gd name="csX171" fmla="*/ 1315992 w 1329470"/>
                <a:gd name="csY171" fmla="*/ 482250 h 1321173"/>
                <a:gd name="csX172" fmla="*/ 1298754 w 1329470"/>
                <a:gd name="csY172" fmla="*/ 504364 h 1321173"/>
                <a:gd name="csX173" fmla="*/ 1251004 w 1329470"/>
                <a:gd name="csY173" fmla="*/ 551505 h 1321173"/>
                <a:gd name="csX174" fmla="*/ 1229431 w 1329470"/>
                <a:gd name="csY174" fmla="*/ 589773 h 1321173"/>
                <a:gd name="csX175" fmla="*/ 1204370 w 1329470"/>
                <a:gd name="csY175" fmla="*/ 619135 h 1321173"/>
                <a:gd name="csX176" fmla="*/ 1195904 w 1329470"/>
                <a:gd name="csY176" fmla="*/ 619812 h 1321173"/>
                <a:gd name="csX177" fmla="*/ 1186455 w 1329470"/>
                <a:gd name="csY177" fmla="*/ 644704 h 1321173"/>
                <a:gd name="csX178" fmla="*/ 1188860 w 1329470"/>
                <a:gd name="csY178" fmla="*/ 708168 h 1321173"/>
                <a:gd name="csX179" fmla="*/ 1179411 w 1329470"/>
                <a:gd name="csY179" fmla="*/ 760356 h 1321173"/>
                <a:gd name="csX180" fmla="*/ 1175821 w 1329470"/>
                <a:gd name="csY180" fmla="*/ 782707 h 1321173"/>
                <a:gd name="csX181" fmla="*/ 1165086 w 1329470"/>
                <a:gd name="csY181" fmla="*/ 796050 h 1321173"/>
                <a:gd name="csX182" fmla="*/ 1159092 w 1329470"/>
                <a:gd name="csY182" fmla="*/ 841329 h 1321173"/>
                <a:gd name="csX183" fmla="*/ 1124752 w 1329470"/>
                <a:gd name="csY183" fmla="*/ 885557 h 1321173"/>
                <a:gd name="csX184" fmla="*/ 1118994 w 1329470"/>
                <a:gd name="csY184" fmla="*/ 920507 h 1321173"/>
                <a:gd name="csX185" fmla="*/ 1091597 w 1329470"/>
                <a:gd name="csY185" fmla="*/ 935205 h 1321173"/>
                <a:gd name="csX186" fmla="*/ 1083672 w 1329470"/>
                <a:gd name="csY186" fmla="*/ 955490 h 1321173"/>
                <a:gd name="csX187" fmla="*/ 1046860 w 1329470"/>
                <a:gd name="csY187" fmla="*/ 955423 h 1321173"/>
                <a:gd name="csX188" fmla="*/ 993589 w 1329470"/>
                <a:gd name="csY188" fmla="*/ 968427 h 1321173"/>
                <a:gd name="csX189" fmla="*/ 969748 w 1329470"/>
                <a:gd name="csY189" fmla="*/ 983497 h 1321173"/>
                <a:gd name="csX190" fmla="*/ 931818 w 1329470"/>
                <a:gd name="csY190" fmla="*/ 993386 h 1321173"/>
                <a:gd name="csX191" fmla="*/ 891958 w 1329470"/>
                <a:gd name="csY191" fmla="*/ 1020344 h 1321173"/>
                <a:gd name="csX192" fmla="*/ 863308 w 1329470"/>
                <a:gd name="csY192" fmla="*/ 1053938 h 1321173"/>
                <a:gd name="csX193" fmla="*/ 858363 w 1329470"/>
                <a:gd name="csY193" fmla="*/ 1079236 h 1321173"/>
                <a:gd name="csX194" fmla="*/ 863985 w 1329470"/>
                <a:gd name="csY194" fmla="*/ 1097930 h 1321173"/>
                <a:gd name="csX195" fmla="*/ 857652 w 1329470"/>
                <a:gd name="csY195" fmla="*/ 1132135 h 1321173"/>
                <a:gd name="csX196" fmla="*/ 849998 w 1329470"/>
                <a:gd name="csY196" fmla="*/ 1148661 h 1321173"/>
                <a:gd name="csX197" fmla="*/ 826326 w 1329470"/>
                <a:gd name="csY197" fmla="*/ 1167287 h 1321173"/>
                <a:gd name="csX198" fmla="*/ 788735 w 1329470"/>
                <a:gd name="csY198" fmla="*/ 1226891 h 1321173"/>
                <a:gd name="csX199" fmla="*/ 758967 w 1329470"/>
                <a:gd name="csY199" fmla="*/ 1253781 h 1321173"/>
                <a:gd name="csX200" fmla="*/ 735938 w 1329470"/>
                <a:gd name="csY200" fmla="*/ 1269596 h 1321173"/>
                <a:gd name="csX201" fmla="*/ 720495 w 1329470"/>
                <a:gd name="csY201" fmla="*/ 1301836 h 1321173"/>
                <a:gd name="csX202" fmla="*/ 698076 w 1329470"/>
                <a:gd name="csY202" fmla="*/ 1321174 h 13211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1329470" h="1321173">
                  <a:moveTo>
                    <a:pt x="698076" y="1321174"/>
                  </a:moveTo>
                  <a:lnTo>
                    <a:pt x="688695" y="1302006"/>
                  </a:lnTo>
                  <a:lnTo>
                    <a:pt x="703630" y="1285953"/>
                  </a:lnTo>
                  <a:lnTo>
                    <a:pt x="684056" y="1262890"/>
                  </a:lnTo>
                  <a:lnTo>
                    <a:pt x="657505" y="1244197"/>
                  </a:lnTo>
                  <a:lnTo>
                    <a:pt x="622623" y="1222488"/>
                  </a:lnTo>
                  <a:lnTo>
                    <a:pt x="610059" y="1223471"/>
                  </a:lnTo>
                  <a:lnTo>
                    <a:pt x="576092" y="1197292"/>
                  </a:lnTo>
                  <a:lnTo>
                    <a:pt x="554113" y="1200882"/>
                  </a:lnTo>
                  <a:lnTo>
                    <a:pt x="599290" y="1154723"/>
                  </a:lnTo>
                  <a:lnTo>
                    <a:pt x="637524" y="1121840"/>
                  </a:lnTo>
                  <a:lnTo>
                    <a:pt x="660248" y="1108056"/>
                  </a:lnTo>
                  <a:lnTo>
                    <a:pt x="688763" y="1089362"/>
                  </a:lnTo>
                  <a:lnTo>
                    <a:pt x="689474" y="1062337"/>
                  </a:lnTo>
                  <a:lnTo>
                    <a:pt x="672474" y="1042796"/>
                  </a:lnTo>
                  <a:lnTo>
                    <a:pt x="655710" y="1049265"/>
                  </a:lnTo>
                  <a:lnTo>
                    <a:pt x="662348" y="1029724"/>
                  </a:lnTo>
                  <a:lnTo>
                    <a:pt x="666953" y="1009710"/>
                  </a:lnTo>
                  <a:lnTo>
                    <a:pt x="666953" y="991084"/>
                  </a:lnTo>
                  <a:lnTo>
                    <a:pt x="654762" y="984954"/>
                  </a:lnTo>
                  <a:lnTo>
                    <a:pt x="642062" y="990406"/>
                  </a:lnTo>
                  <a:lnTo>
                    <a:pt x="629430" y="988916"/>
                  </a:lnTo>
                  <a:lnTo>
                    <a:pt x="625468" y="975878"/>
                  </a:lnTo>
                  <a:lnTo>
                    <a:pt x="622318" y="944857"/>
                  </a:lnTo>
                  <a:lnTo>
                    <a:pt x="615986" y="934731"/>
                  </a:lnTo>
                  <a:lnTo>
                    <a:pt x="593126" y="925553"/>
                  </a:lnTo>
                  <a:lnTo>
                    <a:pt x="579275" y="932191"/>
                  </a:lnTo>
                  <a:lnTo>
                    <a:pt x="543547" y="925688"/>
                  </a:lnTo>
                  <a:lnTo>
                    <a:pt x="545781" y="879733"/>
                  </a:lnTo>
                  <a:lnTo>
                    <a:pt x="535791" y="860903"/>
                  </a:lnTo>
                  <a:lnTo>
                    <a:pt x="546357" y="853893"/>
                  </a:lnTo>
                  <a:lnTo>
                    <a:pt x="543106" y="834590"/>
                  </a:lnTo>
                  <a:lnTo>
                    <a:pt x="552385" y="819756"/>
                  </a:lnTo>
                  <a:lnTo>
                    <a:pt x="558413" y="793070"/>
                  </a:lnTo>
                  <a:lnTo>
                    <a:pt x="550387" y="772005"/>
                  </a:lnTo>
                  <a:lnTo>
                    <a:pt x="531897" y="762523"/>
                  </a:lnTo>
                  <a:lnTo>
                    <a:pt x="528273" y="749146"/>
                  </a:lnTo>
                  <a:lnTo>
                    <a:pt x="533251" y="729606"/>
                  </a:lnTo>
                  <a:lnTo>
                    <a:pt x="468331" y="728183"/>
                  </a:lnTo>
                  <a:lnTo>
                    <a:pt x="455292" y="688763"/>
                  </a:lnTo>
                  <a:lnTo>
                    <a:pt x="465181" y="688188"/>
                  </a:lnTo>
                  <a:lnTo>
                    <a:pt x="464741" y="673591"/>
                  </a:lnTo>
                  <a:lnTo>
                    <a:pt x="458137" y="663702"/>
                  </a:lnTo>
                  <a:lnTo>
                    <a:pt x="456647" y="644128"/>
                  </a:lnTo>
                  <a:lnTo>
                    <a:pt x="436971" y="634070"/>
                  </a:lnTo>
                  <a:lnTo>
                    <a:pt x="415669" y="634409"/>
                  </a:lnTo>
                  <a:lnTo>
                    <a:pt x="401649" y="624587"/>
                  </a:lnTo>
                  <a:lnTo>
                    <a:pt x="378755" y="617882"/>
                  </a:lnTo>
                  <a:lnTo>
                    <a:pt x="365446" y="605216"/>
                  </a:lnTo>
                  <a:lnTo>
                    <a:pt x="327516" y="599628"/>
                  </a:lnTo>
                  <a:lnTo>
                    <a:pt x="290738" y="569285"/>
                  </a:lnTo>
                  <a:lnTo>
                    <a:pt x="293447" y="546595"/>
                  </a:lnTo>
                  <a:lnTo>
                    <a:pt x="289282" y="533556"/>
                  </a:lnTo>
                  <a:lnTo>
                    <a:pt x="292906" y="508191"/>
                  </a:lnTo>
                  <a:lnTo>
                    <a:pt x="248575" y="513914"/>
                  </a:lnTo>
                  <a:lnTo>
                    <a:pt x="230728" y="526648"/>
                  </a:lnTo>
                  <a:lnTo>
                    <a:pt x="201129" y="540363"/>
                  </a:lnTo>
                  <a:lnTo>
                    <a:pt x="193577" y="550625"/>
                  </a:lnTo>
                  <a:lnTo>
                    <a:pt x="176136" y="551336"/>
                  </a:lnTo>
                  <a:lnTo>
                    <a:pt x="150940" y="548491"/>
                  </a:lnTo>
                  <a:lnTo>
                    <a:pt x="131840" y="554316"/>
                  </a:lnTo>
                  <a:lnTo>
                    <a:pt x="116431" y="550421"/>
                  </a:lnTo>
                  <a:lnTo>
                    <a:pt x="118700" y="498979"/>
                  </a:lnTo>
                  <a:lnTo>
                    <a:pt x="90930" y="518926"/>
                  </a:lnTo>
                  <a:lnTo>
                    <a:pt x="61026" y="518080"/>
                  </a:lnTo>
                  <a:lnTo>
                    <a:pt x="48225" y="499995"/>
                  </a:lnTo>
                  <a:lnTo>
                    <a:pt x="25738" y="498031"/>
                  </a:lnTo>
                  <a:lnTo>
                    <a:pt x="32918" y="483502"/>
                  </a:lnTo>
                  <a:lnTo>
                    <a:pt x="14088" y="462878"/>
                  </a:lnTo>
                  <a:lnTo>
                    <a:pt x="0" y="432399"/>
                  </a:lnTo>
                  <a:lnTo>
                    <a:pt x="8941" y="426202"/>
                  </a:lnTo>
                  <a:lnTo>
                    <a:pt x="8907" y="411910"/>
                  </a:lnTo>
                  <a:lnTo>
                    <a:pt x="29362" y="402123"/>
                  </a:lnTo>
                  <a:lnTo>
                    <a:pt x="25975" y="383801"/>
                  </a:lnTo>
                  <a:lnTo>
                    <a:pt x="34611" y="372016"/>
                  </a:lnTo>
                  <a:lnTo>
                    <a:pt x="37083" y="356235"/>
                  </a:lnTo>
                  <a:lnTo>
                    <a:pt x="75826" y="333172"/>
                  </a:lnTo>
                  <a:lnTo>
                    <a:pt x="103562" y="326670"/>
                  </a:lnTo>
                  <a:lnTo>
                    <a:pt x="108100" y="321556"/>
                  </a:lnTo>
                  <a:lnTo>
                    <a:pt x="138613" y="323148"/>
                  </a:lnTo>
                  <a:lnTo>
                    <a:pt x="153852" y="230288"/>
                  </a:lnTo>
                  <a:lnTo>
                    <a:pt x="154665" y="215624"/>
                  </a:lnTo>
                  <a:lnTo>
                    <a:pt x="149348" y="196219"/>
                  </a:lnTo>
                  <a:lnTo>
                    <a:pt x="134312" y="183858"/>
                  </a:lnTo>
                  <a:lnTo>
                    <a:pt x="134481" y="159271"/>
                  </a:lnTo>
                  <a:lnTo>
                    <a:pt x="153581" y="153683"/>
                  </a:lnTo>
                  <a:lnTo>
                    <a:pt x="160355" y="157172"/>
                  </a:lnTo>
                  <a:lnTo>
                    <a:pt x="161472" y="144201"/>
                  </a:lnTo>
                  <a:lnTo>
                    <a:pt x="141627" y="140713"/>
                  </a:lnTo>
                  <a:lnTo>
                    <a:pt x="141220" y="119513"/>
                  </a:lnTo>
                  <a:lnTo>
                    <a:pt x="207191" y="120291"/>
                  </a:lnTo>
                  <a:lnTo>
                    <a:pt x="218401" y="108608"/>
                  </a:lnTo>
                  <a:lnTo>
                    <a:pt x="227815" y="119343"/>
                  </a:lnTo>
                  <a:lnTo>
                    <a:pt x="234419" y="139324"/>
                  </a:lnTo>
                  <a:lnTo>
                    <a:pt x="240820" y="135159"/>
                  </a:lnTo>
                  <a:lnTo>
                    <a:pt x="259446" y="153074"/>
                  </a:lnTo>
                  <a:lnTo>
                    <a:pt x="285794" y="150872"/>
                  </a:lnTo>
                  <a:lnTo>
                    <a:pt x="292330" y="140509"/>
                  </a:lnTo>
                  <a:lnTo>
                    <a:pt x="317526" y="132585"/>
                  </a:lnTo>
                  <a:lnTo>
                    <a:pt x="331479" y="127031"/>
                  </a:lnTo>
                  <a:lnTo>
                    <a:pt x="335407" y="112706"/>
                  </a:lnTo>
                  <a:lnTo>
                    <a:pt x="359587" y="103054"/>
                  </a:lnTo>
                  <a:lnTo>
                    <a:pt x="357759" y="95942"/>
                  </a:lnTo>
                  <a:lnTo>
                    <a:pt x="329074" y="93029"/>
                  </a:lnTo>
                  <a:lnTo>
                    <a:pt x="324367" y="71694"/>
                  </a:lnTo>
                  <a:lnTo>
                    <a:pt x="325755" y="49004"/>
                  </a:lnTo>
                  <a:lnTo>
                    <a:pt x="310583" y="40233"/>
                  </a:lnTo>
                  <a:lnTo>
                    <a:pt x="316916" y="37117"/>
                  </a:lnTo>
                  <a:lnTo>
                    <a:pt x="342011" y="41418"/>
                  </a:lnTo>
                  <a:lnTo>
                    <a:pt x="368934" y="49884"/>
                  </a:lnTo>
                  <a:lnTo>
                    <a:pt x="378688" y="41892"/>
                  </a:lnTo>
                  <a:lnTo>
                    <a:pt x="403071" y="36643"/>
                  </a:lnTo>
                  <a:lnTo>
                    <a:pt x="440933" y="23977"/>
                  </a:lnTo>
                  <a:lnTo>
                    <a:pt x="453328" y="11040"/>
                  </a:lnTo>
                  <a:lnTo>
                    <a:pt x="448824" y="1490"/>
                  </a:lnTo>
                  <a:lnTo>
                    <a:pt x="466434" y="0"/>
                  </a:lnTo>
                  <a:lnTo>
                    <a:pt x="474325" y="7789"/>
                  </a:lnTo>
                  <a:lnTo>
                    <a:pt x="469922" y="22656"/>
                  </a:lnTo>
                  <a:lnTo>
                    <a:pt x="481572" y="27770"/>
                  </a:lnTo>
                  <a:lnTo>
                    <a:pt x="489327" y="43518"/>
                  </a:lnTo>
                  <a:lnTo>
                    <a:pt x="479946" y="55472"/>
                  </a:lnTo>
                  <a:lnTo>
                    <a:pt x="474528" y="84292"/>
                  </a:lnTo>
                  <a:lnTo>
                    <a:pt x="483197" y="101394"/>
                  </a:lnTo>
                  <a:lnTo>
                    <a:pt x="485670" y="117074"/>
                  </a:lnTo>
                  <a:lnTo>
                    <a:pt x="506497" y="132957"/>
                  </a:lnTo>
                  <a:lnTo>
                    <a:pt x="523125" y="134651"/>
                  </a:lnTo>
                  <a:lnTo>
                    <a:pt x="526884" y="128013"/>
                  </a:lnTo>
                  <a:lnTo>
                    <a:pt x="537586" y="126557"/>
                  </a:lnTo>
                  <a:lnTo>
                    <a:pt x="552893" y="120596"/>
                  </a:lnTo>
                  <a:lnTo>
                    <a:pt x="563900" y="111588"/>
                  </a:lnTo>
                  <a:lnTo>
                    <a:pt x="582628" y="114467"/>
                  </a:lnTo>
                  <a:lnTo>
                    <a:pt x="590891" y="113247"/>
                  </a:lnTo>
                  <a:lnTo>
                    <a:pt x="609280" y="116024"/>
                  </a:lnTo>
                  <a:lnTo>
                    <a:pt x="612328" y="109116"/>
                  </a:lnTo>
                  <a:lnTo>
                    <a:pt x="606672" y="102376"/>
                  </a:lnTo>
                  <a:lnTo>
                    <a:pt x="610059" y="92589"/>
                  </a:lnTo>
                  <a:lnTo>
                    <a:pt x="623707" y="95570"/>
                  </a:lnTo>
                  <a:lnTo>
                    <a:pt x="639691" y="92115"/>
                  </a:lnTo>
                  <a:lnTo>
                    <a:pt x="659097" y="99295"/>
                  </a:lnTo>
                  <a:lnTo>
                    <a:pt x="673896" y="106271"/>
                  </a:lnTo>
                  <a:lnTo>
                    <a:pt x="684361" y="97093"/>
                  </a:lnTo>
                  <a:lnTo>
                    <a:pt x="691946" y="98516"/>
                  </a:lnTo>
                  <a:lnTo>
                    <a:pt x="696586" y="108066"/>
                  </a:lnTo>
                  <a:lnTo>
                    <a:pt x="712774" y="105628"/>
                  </a:lnTo>
                  <a:lnTo>
                    <a:pt x="725778" y="92759"/>
                  </a:lnTo>
                  <a:lnTo>
                    <a:pt x="736175" y="67833"/>
                  </a:lnTo>
                  <a:lnTo>
                    <a:pt x="756190" y="36846"/>
                  </a:lnTo>
                  <a:lnTo>
                    <a:pt x="767738" y="35254"/>
                  </a:lnTo>
                  <a:lnTo>
                    <a:pt x="776103" y="53982"/>
                  </a:lnTo>
                  <a:lnTo>
                    <a:pt x="795102" y="113180"/>
                  </a:lnTo>
                  <a:lnTo>
                    <a:pt x="813220" y="118801"/>
                  </a:lnTo>
                  <a:lnTo>
                    <a:pt x="814134" y="142169"/>
                  </a:lnTo>
                  <a:lnTo>
                    <a:pt x="788667" y="170040"/>
                  </a:lnTo>
                  <a:lnTo>
                    <a:pt x="799199" y="180234"/>
                  </a:lnTo>
                  <a:lnTo>
                    <a:pt x="859040" y="185551"/>
                  </a:lnTo>
                  <a:lnTo>
                    <a:pt x="860293" y="219518"/>
                  </a:lnTo>
                  <a:lnTo>
                    <a:pt x="885998" y="197302"/>
                  </a:lnTo>
                  <a:lnTo>
                    <a:pt x="928601" y="209460"/>
                  </a:lnTo>
                  <a:lnTo>
                    <a:pt x="984852" y="230152"/>
                  </a:lnTo>
                  <a:lnTo>
                    <a:pt x="1001378" y="249998"/>
                  </a:lnTo>
                  <a:lnTo>
                    <a:pt x="995824" y="268725"/>
                  </a:lnTo>
                  <a:lnTo>
                    <a:pt x="1035210" y="258295"/>
                  </a:lnTo>
                  <a:lnTo>
                    <a:pt x="1101113" y="276210"/>
                  </a:lnTo>
                  <a:lnTo>
                    <a:pt x="1151709" y="274889"/>
                  </a:lnTo>
                  <a:lnTo>
                    <a:pt x="1201796" y="302930"/>
                  </a:lnTo>
                  <a:lnTo>
                    <a:pt x="1245043" y="340860"/>
                  </a:lnTo>
                  <a:lnTo>
                    <a:pt x="1271120" y="350613"/>
                  </a:lnTo>
                  <a:lnTo>
                    <a:pt x="1300075" y="352002"/>
                  </a:lnTo>
                  <a:lnTo>
                    <a:pt x="1312368" y="362669"/>
                  </a:lnTo>
                  <a:lnTo>
                    <a:pt x="1323849" y="405780"/>
                  </a:lnTo>
                  <a:lnTo>
                    <a:pt x="1329471" y="426269"/>
                  </a:lnTo>
                  <a:lnTo>
                    <a:pt x="1315992" y="482250"/>
                  </a:lnTo>
                  <a:lnTo>
                    <a:pt x="1298754" y="504364"/>
                  </a:lnTo>
                  <a:lnTo>
                    <a:pt x="1251004" y="551505"/>
                  </a:lnTo>
                  <a:lnTo>
                    <a:pt x="1229431" y="589773"/>
                  </a:lnTo>
                  <a:lnTo>
                    <a:pt x="1204370" y="619135"/>
                  </a:lnTo>
                  <a:lnTo>
                    <a:pt x="1195904" y="619812"/>
                  </a:lnTo>
                  <a:lnTo>
                    <a:pt x="1186455" y="644704"/>
                  </a:lnTo>
                  <a:lnTo>
                    <a:pt x="1188860" y="708168"/>
                  </a:lnTo>
                  <a:lnTo>
                    <a:pt x="1179411" y="760356"/>
                  </a:lnTo>
                  <a:lnTo>
                    <a:pt x="1175821" y="782707"/>
                  </a:lnTo>
                  <a:lnTo>
                    <a:pt x="1165086" y="796050"/>
                  </a:lnTo>
                  <a:lnTo>
                    <a:pt x="1159092" y="841329"/>
                  </a:lnTo>
                  <a:lnTo>
                    <a:pt x="1124752" y="885557"/>
                  </a:lnTo>
                  <a:lnTo>
                    <a:pt x="1118994" y="920507"/>
                  </a:lnTo>
                  <a:lnTo>
                    <a:pt x="1091597" y="935205"/>
                  </a:lnTo>
                  <a:lnTo>
                    <a:pt x="1083672" y="955490"/>
                  </a:lnTo>
                  <a:lnTo>
                    <a:pt x="1046860" y="955423"/>
                  </a:lnTo>
                  <a:lnTo>
                    <a:pt x="993589" y="968427"/>
                  </a:lnTo>
                  <a:lnTo>
                    <a:pt x="969748" y="983497"/>
                  </a:lnTo>
                  <a:lnTo>
                    <a:pt x="931818" y="993386"/>
                  </a:lnTo>
                  <a:lnTo>
                    <a:pt x="891958" y="1020344"/>
                  </a:lnTo>
                  <a:lnTo>
                    <a:pt x="863308" y="1053938"/>
                  </a:lnTo>
                  <a:lnTo>
                    <a:pt x="858363" y="1079236"/>
                  </a:lnTo>
                  <a:lnTo>
                    <a:pt x="863985" y="1097930"/>
                  </a:lnTo>
                  <a:lnTo>
                    <a:pt x="857652" y="1132135"/>
                  </a:lnTo>
                  <a:lnTo>
                    <a:pt x="849998" y="1148661"/>
                  </a:lnTo>
                  <a:lnTo>
                    <a:pt x="826326" y="1167287"/>
                  </a:lnTo>
                  <a:lnTo>
                    <a:pt x="788735" y="1226891"/>
                  </a:lnTo>
                  <a:lnTo>
                    <a:pt x="758967" y="1253781"/>
                  </a:lnTo>
                  <a:lnTo>
                    <a:pt x="735938" y="1269596"/>
                  </a:lnTo>
                  <a:lnTo>
                    <a:pt x="720495" y="1301836"/>
                  </a:lnTo>
                  <a:lnTo>
                    <a:pt x="698076" y="1321174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D69A72A8-93BB-544E-8574-C55C722EC47C}"/>
                </a:ext>
              </a:extLst>
            </p:cNvPr>
            <p:cNvSpPr/>
            <p:nvPr/>
          </p:nvSpPr>
          <p:spPr>
            <a:xfrm>
              <a:off x="3739125" y="3759598"/>
              <a:ext cx="409505" cy="444014"/>
            </a:xfrm>
            <a:custGeom>
              <a:avLst/>
              <a:gdLst>
                <a:gd name="csX0" fmla="*/ 2032 w 409505"/>
                <a:gd name="csY0" fmla="*/ 40300 h 444014"/>
                <a:gd name="csX1" fmla="*/ 27228 w 409505"/>
                <a:gd name="csY1" fmla="*/ 43145 h 444014"/>
                <a:gd name="csX2" fmla="*/ 44669 w 409505"/>
                <a:gd name="csY2" fmla="*/ 42434 h 444014"/>
                <a:gd name="csX3" fmla="*/ 52221 w 409505"/>
                <a:gd name="csY3" fmla="*/ 32172 h 444014"/>
                <a:gd name="csX4" fmla="*/ 81820 w 409505"/>
                <a:gd name="csY4" fmla="*/ 18457 h 444014"/>
                <a:gd name="csX5" fmla="*/ 99667 w 409505"/>
                <a:gd name="csY5" fmla="*/ 5723 h 444014"/>
                <a:gd name="csX6" fmla="*/ 143997 w 409505"/>
                <a:gd name="csY6" fmla="*/ 0 h 444014"/>
                <a:gd name="csX7" fmla="*/ 140374 w 409505"/>
                <a:gd name="csY7" fmla="*/ 25366 h 444014"/>
                <a:gd name="csX8" fmla="*/ 144539 w 409505"/>
                <a:gd name="csY8" fmla="*/ 38404 h 444014"/>
                <a:gd name="csX9" fmla="*/ 141830 w 409505"/>
                <a:gd name="csY9" fmla="*/ 61094 h 444014"/>
                <a:gd name="csX10" fmla="*/ 178608 w 409505"/>
                <a:gd name="csY10" fmla="*/ 91438 h 444014"/>
                <a:gd name="csX11" fmla="*/ 216538 w 409505"/>
                <a:gd name="csY11" fmla="*/ 97026 h 444014"/>
                <a:gd name="csX12" fmla="*/ 229847 w 409505"/>
                <a:gd name="csY12" fmla="*/ 109691 h 444014"/>
                <a:gd name="csX13" fmla="*/ 252741 w 409505"/>
                <a:gd name="csY13" fmla="*/ 116397 h 444014"/>
                <a:gd name="csX14" fmla="*/ 266761 w 409505"/>
                <a:gd name="csY14" fmla="*/ 126218 h 444014"/>
                <a:gd name="csX15" fmla="*/ 288063 w 409505"/>
                <a:gd name="csY15" fmla="*/ 125879 h 444014"/>
                <a:gd name="csX16" fmla="*/ 307739 w 409505"/>
                <a:gd name="csY16" fmla="*/ 135937 h 444014"/>
                <a:gd name="csX17" fmla="*/ 309229 w 409505"/>
                <a:gd name="csY17" fmla="*/ 155512 h 444014"/>
                <a:gd name="csX18" fmla="*/ 315833 w 409505"/>
                <a:gd name="csY18" fmla="*/ 165401 h 444014"/>
                <a:gd name="csX19" fmla="*/ 316273 w 409505"/>
                <a:gd name="csY19" fmla="*/ 179997 h 444014"/>
                <a:gd name="csX20" fmla="*/ 306384 w 409505"/>
                <a:gd name="csY20" fmla="*/ 180573 h 444014"/>
                <a:gd name="csX21" fmla="*/ 319422 w 409505"/>
                <a:gd name="csY21" fmla="*/ 219992 h 444014"/>
                <a:gd name="csX22" fmla="*/ 384343 w 409505"/>
                <a:gd name="csY22" fmla="*/ 221415 h 444014"/>
                <a:gd name="csX23" fmla="*/ 379365 w 409505"/>
                <a:gd name="csY23" fmla="*/ 240955 h 444014"/>
                <a:gd name="csX24" fmla="*/ 382989 w 409505"/>
                <a:gd name="csY24" fmla="*/ 254332 h 444014"/>
                <a:gd name="csX25" fmla="*/ 401479 w 409505"/>
                <a:gd name="csY25" fmla="*/ 263815 h 444014"/>
                <a:gd name="csX26" fmla="*/ 409505 w 409505"/>
                <a:gd name="csY26" fmla="*/ 284879 h 444014"/>
                <a:gd name="csX27" fmla="*/ 403477 w 409505"/>
                <a:gd name="csY27" fmla="*/ 311565 h 444014"/>
                <a:gd name="csX28" fmla="*/ 394198 w 409505"/>
                <a:gd name="csY28" fmla="*/ 326399 h 444014"/>
                <a:gd name="csX29" fmla="*/ 397449 w 409505"/>
                <a:gd name="csY29" fmla="*/ 345702 h 444014"/>
                <a:gd name="csX30" fmla="*/ 386883 w 409505"/>
                <a:gd name="csY30" fmla="*/ 352713 h 444014"/>
                <a:gd name="csX31" fmla="*/ 386307 w 409505"/>
                <a:gd name="csY31" fmla="*/ 342248 h 444014"/>
                <a:gd name="csX32" fmla="*/ 354744 w 409505"/>
                <a:gd name="csY32" fmla="*/ 324943 h 444014"/>
                <a:gd name="csX33" fmla="*/ 323283 w 409505"/>
                <a:gd name="csY33" fmla="*/ 324469 h 444014"/>
                <a:gd name="csX34" fmla="*/ 264289 w 409505"/>
                <a:gd name="csY34" fmla="*/ 334323 h 444014"/>
                <a:gd name="csX35" fmla="*/ 248033 w 409505"/>
                <a:gd name="csY35" fmla="*/ 364125 h 444014"/>
                <a:gd name="csX36" fmla="*/ 247186 w 409505"/>
                <a:gd name="csY36" fmla="*/ 382345 h 444014"/>
                <a:gd name="csX37" fmla="*/ 233843 w 409505"/>
                <a:gd name="csY37" fmla="*/ 422883 h 444014"/>
                <a:gd name="csX38" fmla="*/ 228391 w 409505"/>
                <a:gd name="csY38" fmla="*/ 415635 h 444014"/>
                <a:gd name="csX39" fmla="*/ 189750 w 409505"/>
                <a:gd name="csY39" fmla="*/ 414247 h 444014"/>
                <a:gd name="csX40" fmla="*/ 176542 w 409505"/>
                <a:gd name="csY40" fmla="*/ 441475 h 444014"/>
                <a:gd name="csX41" fmla="*/ 156629 w 409505"/>
                <a:gd name="csY41" fmla="*/ 417024 h 444014"/>
                <a:gd name="csX42" fmla="*/ 112333 w 409505"/>
                <a:gd name="csY42" fmla="*/ 408760 h 444014"/>
                <a:gd name="csX43" fmla="*/ 84089 w 409505"/>
                <a:gd name="csY43" fmla="*/ 439375 h 444014"/>
                <a:gd name="csX44" fmla="*/ 59671 w 409505"/>
                <a:gd name="csY44" fmla="*/ 444015 h 444014"/>
                <a:gd name="csX45" fmla="*/ 46396 w 409505"/>
                <a:gd name="csY45" fmla="*/ 397314 h 444014"/>
                <a:gd name="csX46" fmla="*/ 28210 w 409505"/>
                <a:gd name="csY46" fmla="*/ 359350 h 444014"/>
                <a:gd name="csX47" fmla="*/ 38878 w 409505"/>
                <a:gd name="csY47" fmla="*/ 326568 h 444014"/>
                <a:gd name="csX48" fmla="*/ 21098 w 409505"/>
                <a:gd name="csY48" fmla="*/ 312243 h 444014"/>
                <a:gd name="csX49" fmla="*/ 16594 w 409505"/>
                <a:gd name="csY49" fmla="*/ 287792 h 444014"/>
                <a:gd name="csX50" fmla="*/ 0 w 409505"/>
                <a:gd name="csY50" fmla="*/ 264763 h 444014"/>
                <a:gd name="csX51" fmla="*/ 21335 w 409505"/>
                <a:gd name="csY51" fmla="*/ 228222 h 444014"/>
                <a:gd name="csX52" fmla="*/ 6773 w 409505"/>
                <a:gd name="csY52" fmla="*/ 199741 h 444014"/>
                <a:gd name="csX53" fmla="*/ 14562 w 409505"/>
                <a:gd name="csY53" fmla="*/ 188362 h 444014"/>
                <a:gd name="csX54" fmla="*/ 8466 w 409505"/>
                <a:gd name="csY54" fmla="*/ 175798 h 444014"/>
                <a:gd name="csX55" fmla="*/ 21708 w 409505"/>
                <a:gd name="csY55" fmla="*/ 158898 h 444014"/>
                <a:gd name="csX56" fmla="*/ 22385 w 409505"/>
                <a:gd name="csY56" fmla="*/ 130078 h 444014"/>
                <a:gd name="csX57" fmla="*/ 24045 w 409505"/>
                <a:gd name="csY57" fmla="*/ 106271 h 444014"/>
                <a:gd name="csX58" fmla="*/ 31326 w 409505"/>
                <a:gd name="csY58" fmla="*/ 94790 h 444014"/>
                <a:gd name="csX59" fmla="*/ 2032 w 409505"/>
                <a:gd name="csY59" fmla="*/ 40300 h 44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409505" h="444014">
                  <a:moveTo>
                    <a:pt x="2032" y="40300"/>
                  </a:moveTo>
                  <a:lnTo>
                    <a:pt x="27228" y="43145"/>
                  </a:lnTo>
                  <a:lnTo>
                    <a:pt x="44669" y="42434"/>
                  </a:lnTo>
                  <a:lnTo>
                    <a:pt x="52221" y="32172"/>
                  </a:lnTo>
                  <a:lnTo>
                    <a:pt x="81820" y="18457"/>
                  </a:lnTo>
                  <a:lnTo>
                    <a:pt x="99667" y="5723"/>
                  </a:lnTo>
                  <a:lnTo>
                    <a:pt x="143997" y="0"/>
                  </a:lnTo>
                  <a:lnTo>
                    <a:pt x="140374" y="25366"/>
                  </a:lnTo>
                  <a:lnTo>
                    <a:pt x="144539" y="38404"/>
                  </a:lnTo>
                  <a:lnTo>
                    <a:pt x="141830" y="61094"/>
                  </a:lnTo>
                  <a:lnTo>
                    <a:pt x="178608" y="91438"/>
                  </a:lnTo>
                  <a:lnTo>
                    <a:pt x="216538" y="97026"/>
                  </a:lnTo>
                  <a:lnTo>
                    <a:pt x="229847" y="109691"/>
                  </a:lnTo>
                  <a:lnTo>
                    <a:pt x="252741" y="116397"/>
                  </a:lnTo>
                  <a:lnTo>
                    <a:pt x="266761" y="126218"/>
                  </a:lnTo>
                  <a:lnTo>
                    <a:pt x="288063" y="125879"/>
                  </a:lnTo>
                  <a:lnTo>
                    <a:pt x="307739" y="135937"/>
                  </a:lnTo>
                  <a:lnTo>
                    <a:pt x="309229" y="155512"/>
                  </a:lnTo>
                  <a:lnTo>
                    <a:pt x="315833" y="165401"/>
                  </a:lnTo>
                  <a:lnTo>
                    <a:pt x="316273" y="179997"/>
                  </a:lnTo>
                  <a:lnTo>
                    <a:pt x="306384" y="180573"/>
                  </a:lnTo>
                  <a:lnTo>
                    <a:pt x="319422" y="219992"/>
                  </a:lnTo>
                  <a:lnTo>
                    <a:pt x="384343" y="221415"/>
                  </a:lnTo>
                  <a:lnTo>
                    <a:pt x="379365" y="240955"/>
                  </a:lnTo>
                  <a:lnTo>
                    <a:pt x="382989" y="254332"/>
                  </a:lnTo>
                  <a:lnTo>
                    <a:pt x="401479" y="263815"/>
                  </a:lnTo>
                  <a:lnTo>
                    <a:pt x="409505" y="284879"/>
                  </a:lnTo>
                  <a:lnTo>
                    <a:pt x="403477" y="311565"/>
                  </a:lnTo>
                  <a:lnTo>
                    <a:pt x="394198" y="326399"/>
                  </a:lnTo>
                  <a:lnTo>
                    <a:pt x="397449" y="345702"/>
                  </a:lnTo>
                  <a:lnTo>
                    <a:pt x="386883" y="352713"/>
                  </a:lnTo>
                  <a:lnTo>
                    <a:pt x="386307" y="342248"/>
                  </a:lnTo>
                  <a:lnTo>
                    <a:pt x="354744" y="324943"/>
                  </a:lnTo>
                  <a:lnTo>
                    <a:pt x="323283" y="324469"/>
                  </a:lnTo>
                  <a:lnTo>
                    <a:pt x="264289" y="334323"/>
                  </a:lnTo>
                  <a:lnTo>
                    <a:pt x="248033" y="364125"/>
                  </a:lnTo>
                  <a:lnTo>
                    <a:pt x="247186" y="382345"/>
                  </a:lnTo>
                  <a:lnTo>
                    <a:pt x="233843" y="422883"/>
                  </a:lnTo>
                  <a:lnTo>
                    <a:pt x="228391" y="415635"/>
                  </a:lnTo>
                  <a:lnTo>
                    <a:pt x="189750" y="414247"/>
                  </a:lnTo>
                  <a:lnTo>
                    <a:pt x="176542" y="441475"/>
                  </a:lnTo>
                  <a:lnTo>
                    <a:pt x="156629" y="417024"/>
                  </a:lnTo>
                  <a:lnTo>
                    <a:pt x="112333" y="408760"/>
                  </a:lnTo>
                  <a:lnTo>
                    <a:pt x="84089" y="439375"/>
                  </a:lnTo>
                  <a:lnTo>
                    <a:pt x="59671" y="444015"/>
                  </a:lnTo>
                  <a:lnTo>
                    <a:pt x="46396" y="397314"/>
                  </a:lnTo>
                  <a:lnTo>
                    <a:pt x="28210" y="359350"/>
                  </a:lnTo>
                  <a:lnTo>
                    <a:pt x="38878" y="326568"/>
                  </a:lnTo>
                  <a:lnTo>
                    <a:pt x="21098" y="312243"/>
                  </a:lnTo>
                  <a:lnTo>
                    <a:pt x="16594" y="287792"/>
                  </a:lnTo>
                  <a:lnTo>
                    <a:pt x="0" y="264763"/>
                  </a:lnTo>
                  <a:lnTo>
                    <a:pt x="21335" y="228222"/>
                  </a:lnTo>
                  <a:lnTo>
                    <a:pt x="6773" y="199741"/>
                  </a:lnTo>
                  <a:lnTo>
                    <a:pt x="14562" y="188362"/>
                  </a:lnTo>
                  <a:lnTo>
                    <a:pt x="8466" y="175798"/>
                  </a:lnTo>
                  <a:lnTo>
                    <a:pt x="21708" y="158898"/>
                  </a:lnTo>
                  <a:lnTo>
                    <a:pt x="22385" y="130078"/>
                  </a:lnTo>
                  <a:lnTo>
                    <a:pt x="24045" y="106271"/>
                  </a:lnTo>
                  <a:lnTo>
                    <a:pt x="31326" y="94790"/>
                  </a:lnTo>
                  <a:lnTo>
                    <a:pt x="2032" y="40300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3E08B031-65A5-1BD5-FDBC-B66B2A87B816}"/>
                </a:ext>
              </a:extLst>
            </p:cNvPr>
            <p:cNvSpPr/>
            <p:nvPr/>
          </p:nvSpPr>
          <p:spPr>
            <a:xfrm>
              <a:off x="3338797" y="3430930"/>
              <a:ext cx="431653" cy="619439"/>
            </a:xfrm>
            <a:custGeom>
              <a:avLst/>
              <a:gdLst>
                <a:gd name="csX0" fmla="*/ 390033 w 431653"/>
                <a:gd name="csY0" fmla="*/ 143625 h 619439"/>
                <a:gd name="csX1" fmla="*/ 359520 w 431653"/>
                <a:gd name="csY1" fmla="*/ 142033 h 619439"/>
                <a:gd name="csX2" fmla="*/ 354982 w 431653"/>
                <a:gd name="csY2" fmla="*/ 147147 h 619439"/>
                <a:gd name="csX3" fmla="*/ 327245 w 431653"/>
                <a:gd name="csY3" fmla="*/ 153649 h 619439"/>
                <a:gd name="csX4" fmla="*/ 288503 w 431653"/>
                <a:gd name="csY4" fmla="*/ 176712 h 619439"/>
                <a:gd name="csX5" fmla="*/ 286031 w 431653"/>
                <a:gd name="csY5" fmla="*/ 192493 h 619439"/>
                <a:gd name="csX6" fmla="*/ 277395 w 431653"/>
                <a:gd name="csY6" fmla="*/ 204279 h 619439"/>
                <a:gd name="csX7" fmla="*/ 280782 w 431653"/>
                <a:gd name="csY7" fmla="*/ 222600 h 619439"/>
                <a:gd name="csX8" fmla="*/ 260327 w 431653"/>
                <a:gd name="csY8" fmla="*/ 232387 h 619439"/>
                <a:gd name="csX9" fmla="*/ 260361 w 431653"/>
                <a:gd name="csY9" fmla="*/ 246679 h 619439"/>
                <a:gd name="csX10" fmla="*/ 251420 w 431653"/>
                <a:gd name="csY10" fmla="*/ 252876 h 619439"/>
                <a:gd name="csX11" fmla="*/ 265508 w 431653"/>
                <a:gd name="csY11" fmla="*/ 283355 h 619439"/>
                <a:gd name="csX12" fmla="*/ 284338 w 431653"/>
                <a:gd name="csY12" fmla="*/ 303980 h 619439"/>
                <a:gd name="csX13" fmla="*/ 277158 w 431653"/>
                <a:gd name="csY13" fmla="*/ 318508 h 619439"/>
                <a:gd name="csX14" fmla="*/ 299645 w 431653"/>
                <a:gd name="csY14" fmla="*/ 320472 h 619439"/>
                <a:gd name="csX15" fmla="*/ 312446 w 431653"/>
                <a:gd name="csY15" fmla="*/ 338557 h 619439"/>
                <a:gd name="csX16" fmla="*/ 342350 w 431653"/>
                <a:gd name="csY16" fmla="*/ 339403 h 619439"/>
                <a:gd name="csX17" fmla="*/ 370120 w 431653"/>
                <a:gd name="csY17" fmla="*/ 319456 h 619439"/>
                <a:gd name="csX18" fmla="*/ 367851 w 431653"/>
                <a:gd name="csY18" fmla="*/ 370899 h 619439"/>
                <a:gd name="csX19" fmla="*/ 383260 w 431653"/>
                <a:gd name="csY19" fmla="*/ 374793 h 619439"/>
                <a:gd name="csX20" fmla="*/ 402360 w 431653"/>
                <a:gd name="csY20" fmla="*/ 368968 h 619439"/>
                <a:gd name="csX21" fmla="*/ 431654 w 431653"/>
                <a:gd name="csY21" fmla="*/ 423458 h 619439"/>
                <a:gd name="csX22" fmla="*/ 424373 w 431653"/>
                <a:gd name="csY22" fmla="*/ 434939 h 619439"/>
                <a:gd name="csX23" fmla="*/ 422713 w 431653"/>
                <a:gd name="csY23" fmla="*/ 458746 h 619439"/>
                <a:gd name="csX24" fmla="*/ 422036 w 431653"/>
                <a:gd name="csY24" fmla="*/ 487566 h 619439"/>
                <a:gd name="csX25" fmla="*/ 408795 w 431653"/>
                <a:gd name="csY25" fmla="*/ 504465 h 619439"/>
                <a:gd name="csX26" fmla="*/ 414890 w 431653"/>
                <a:gd name="csY26" fmla="*/ 517029 h 619439"/>
                <a:gd name="csX27" fmla="*/ 407101 w 431653"/>
                <a:gd name="csY27" fmla="*/ 528409 h 619439"/>
                <a:gd name="csX28" fmla="*/ 421663 w 431653"/>
                <a:gd name="csY28" fmla="*/ 556890 h 619439"/>
                <a:gd name="csX29" fmla="*/ 400328 w 431653"/>
                <a:gd name="csY29" fmla="*/ 593431 h 619439"/>
                <a:gd name="csX30" fmla="*/ 391252 w 431653"/>
                <a:gd name="csY30" fmla="*/ 610804 h 619439"/>
                <a:gd name="csX31" fmla="*/ 373811 w 431653"/>
                <a:gd name="csY31" fmla="*/ 619440 h 619439"/>
                <a:gd name="csX32" fmla="*/ 339877 w 431653"/>
                <a:gd name="csY32" fmla="*/ 600001 h 619439"/>
                <a:gd name="csX33" fmla="*/ 336931 w 431653"/>
                <a:gd name="csY33" fmla="*/ 586082 h 619439"/>
                <a:gd name="csX34" fmla="*/ 269775 w 431653"/>
                <a:gd name="csY34" fmla="*/ 552081 h 619439"/>
                <a:gd name="csX35" fmla="*/ 209054 w 431653"/>
                <a:gd name="csY35" fmla="*/ 515065 h 619439"/>
                <a:gd name="csX36" fmla="*/ 182943 w 431653"/>
                <a:gd name="csY36" fmla="*/ 494170 h 619439"/>
                <a:gd name="csX37" fmla="*/ 168923 w 431653"/>
                <a:gd name="csY37" fmla="*/ 466197 h 619439"/>
                <a:gd name="csX38" fmla="*/ 174477 w 431653"/>
                <a:gd name="csY38" fmla="*/ 456444 h 619439"/>
                <a:gd name="csX39" fmla="*/ 145792 w 431653"/>
                <a:gd name="csY39" fmla="*/ 412012 h 619439"/>
                <a:gd name="csX40" fmla="*/ 112401 w 431653"/>
                <a:gd name="csY40" fmla="*/ 349529 h 619439"/>
                <a:gd name="csX41" fmla="*/ 80397 w 431653"/>
                <a:gd name="csY41" fmla="*/ 282102 h 619439"/>
                <a:gd name="csX42" fmla="*/ 66546 w 431653"/>
                <a:gd name="csY42" fmla="*/ 266660 h 619439"/>
                <a:gd name="csX43" fmla="*/ 55879 w 431653"/>
                <a:gd name="csY43" fmla="*/ 241700 h 619439"/>
                <a:gd name="csX44" fmla="*/ 29599 w 431653"/>
                <a:gd name="csY44" fmla="*/ 219620 h 619439"/>
                <a:gd name="csX45" fmla="*/ 5453 w 431653"/>
                <a:gd name="csY45" fmla="*/ 205904 h 619439"/>
                <a:gd name="csX46" fmla="*/ 16425 w 431653"/>
                <a:gd name="csY46" fmla="*/ 190800 h 619439"/>
                <a:gd name="csX47" fmla="*/ 0 w 431653"/>
                <a:gd name="csY47" fmla="*/ 158492 h 619439"/>
                <a:gd name="csX48" fmla="*/ 10532 w 431653"/>
                <a:gd name="csY48" fmla="*/ 134752 h 619439"/>
                <a:gd name="csX49" fmla="*/ 37523 w 431653"/>
                <a:gd name="csY49" fmla="*/ 113383 h 619439"/>
                <a:gd name="csX50" fmla="*/ 41554 w 431653"/>
                <a:gd name="csY50" fmla="*/ 127471 h 619439"/>
                <a:gd name="csX51" fmla="*/ 31902 w 431653"/>
                <a:gd name="csY51" fmla="*/ 135531 h 619439"/>
                <a:gd name="csX52" fmla="*/ 32816 w 431653"/>
                <a:gd name="csY52" fmla="*/ 147960 h 619439"/>
                <a:gd name="csX53" fmla="*/ 46803 w 431653"/>
                <a:gd name="csY53" fmla="*/ 145251 h 619439"/>
                <a:gd name="csX54" fmla="*/ 60484 w 431653"/>
                <a:gd name="csY54" fmla="*/ 148908 h 619439"/>
                <a:gd name="csX55" fmla="*/ 74708 w 431653"/>
                <a:gd name="csY55" fmla="*/ 166010 h 619439"/>
                <a:gd name="csX56" fmla="*/ 93842 w 431653"/>
                <a:gd name="csY56" fmla="*/ 152091 h 619439"/>
                <a:gd name="csX57" fmla="*/ 100243 w 431653"/>
                <a:gd name="csY57" fmla="*/ 129232 h 619439"/>
                <a:gd name="csX58" fmla="*/ 121003 w 431653"/>
                <a:gd name="csY58" fmla="*/ 99769 h 619439"/>
                <a:gd name="csX59" fmla="*/ 161743 w 431653"/>
                <a:gd name="csY59" fmla="*/ 86426 h 619439"/>
                <a:gd name="csX60" fmla="*/ 198657 w 431653"/>
                <a:gd name="csY60" fmla="*/ 50968 h 619439"/>
                <a:gd name="csX61" fmla="*/ 209189 w 431653"/>
                <a:gd name="csY61" fmla="*/ 28922 h 619439"/>
                <a:gd name="csX62" fmla="*/ 204482 w 431653"/>
                <a:gd name="csY62" fmla="*/ 3217 h 619439"/>
                <a:gd name="csX63" fmla="*/ 213490 w 431653"/>
                <a:gd name="csY63" fmla="*/ 0 h 619439"/>
                <a:gd name="csX64" fmla="*/ 236011 w 431653"/>
                <a:gd name="csY64" fmla="*/ 16052 h 619439"/>
                <a:gd name="csX65" fmla="*/ 246848 w 431653"/>
                <a:gd name="csY65" fmla="*/ 32037 h 619439"/>
                <a:gd name="csX66" fmla="*/ 262494 w 431653"/>
                <a:gd name="csY66" fmla="*/ 40741 h 619439"/>
                <a:gd name="csX67" fmla="*/ 282475 w 431653"/>
                <a:gd name="csY67" fmla="*/ 76266 h 619439"/>
                <a:gd name="csX68" fmla="*/ 307671 w 431653"/>
                <a:gd name="csY68" fmla="*/ 80499 h 619439"/>
                <a:gd name="csX69" fmla="*/ 326331 w 431653"/>
                <a:gd name="csY69" fmla="*/ 71558 h 619439"/>
                <a:gd name="csX70" fmla="*/ 338557 w 431653"/>
                <a:gd name="csY70" fmla="*/ 77417 h 619439"/>
                <a:gd name="csX71" fmla="*/ 358910 w 431653"/>
                <a:gd name="csY71" fmla="*/ 74505 h 619439"/>
                <a:gd name="csX72" fmla="*/ 384818 w 431653"/>
                <a:gd name="csY72" fmla="*/ 90354 h 619439"/>
                <a:gd name="csX73" fmla="*/ 362974 w 431653"/>
                <a:gd name="csY73" fmla="*/ 124829 h 619439"/>
                <a:gd name="csX74" fmla="*/ 373100 w 431653"/>
                <a:gd name="csY74" fmla="*/ 125642 h 619439"/>
                <a:gd name="csX75" fmla="*/ 390033 w 431653"/>
                <a:gd name="csY75" fmla="*/ 143625 h 619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431653" h="619439">
                  <a:moveTo>
                    <a:pt x="390033" y="143625"/>
                  </a:moveTo>
                  <a:lnTo>
                    <a:pt x="359520" y="142033"/>
                  </a:lnTo>
                  <a:lnTo>
                    <a:pt x="354982" y="147147"/>
                  </a:lnTo>
                  <a:lnTo>
                    <a:pt x="327245" y="153649"/>
                  </a:lnTo>
                  <a:lnTo>
                    <a:pt x="288503" y="176712"/>
                  </a:lnTo>
                  <a:lnTo>
                    <a:pt x="286031" y="192493"/>
                  </a:lnTo>
                  <a:lnTo>
                    <a:pt x="277395" y="204279"/>
                  </a:lnTo>
                  <a:lnTo>
                    <a:pt x="280782" y="222600"/>
                  </a:lnTo>
                  <a:lnTo>
                    <a:pt x="260327" y="232387"/>
                  </a:lnTo>
                  <a:lnTo>
                    <a:pt x="260361" y="246679"/>
                  </a:lnTo>
                  <a:lnTo>
                    <a:pt x="251420" y="252876"/>
                  </a:lnTo>
                  <a:lnTo>
                    <a:pt x="265508" y="283355"/>
                  </a:lnTo>
                  <a:lnTo>
                    <a:pt x="284338" y="303980"/>
                  </a:lnTo>
                  <a:lnTo>
                    <a:pt x="277158" y="318508"/>
                  </a:lnTo>
                  <a:lnTo>
                    <a:pt x="299645" y="320472"/>
                  </a:lnTo>
                  <a:lnTo>
                    <a:pt x="312446" y="338557"/>
                  </a:lnTo>
                  <a:lnTo>
                    <a:pt x="342350" y="339403"/>
                  </a:lnTo>
                  <a:lnTo>
                    <a:pt x="370120" y="319456"/>
                  </a:lnTo>
                  <a:lnTo>
                    <a:pt x="367851" y="370899"/>
                  </a:lnTo>
                  <a:lnTo>
                    <a:pt x="383260" y="374793"/>
                  </a:lnTo>
                  <a:lnTo>
                    <a:pt x="402360" y="368968"/>
                  </a:lnTo>
                  <a:lnTo>
                    <a:pt x="431654" y="423458"/>
                  </a:lnTo>
                  <a:lnTo>
                    <a:pt x="424373" y="434939"/>
                  </a:lnTo>
                  <a:lnTo>
                    <a:pt x="422713" y="458746"/>
                  </a:lnTo>
                  <a:lnTo>
                    <a:pt x="422036" y="487566"/>
                  </a:lnTo>
                  <a:lnTo>
                    <a:pt x="408795" y="504465"/>
                  </a:lnTo>
                  <a:lnTo>
                    <a:pt x="414890" y="517029"/>
                  </a:lnTo>
                  <a:lnTo>
                    <a:pt x="407101" y="528409"/>
                  </a:lnTo>
                  <a:lnTo>
                    <a:pt x="421663" y="556890"/>
                  </a:lnTo>
                  <a:lnTo>
                    <a:pt x="400328" y="593431"/>
                  </a:lnTo>
                  <a:lnTo>
                    <a:pt x="391252" y="610804"/>
                  </a:lnTo>
                  <a:lnTo>
                    <a:pt x="373811" y="619440"/>
                  </a:lnTo>
                  <a:lnTo>
                    <a:pt x="339877" y="600001"/>
                  </a:lnTo>
                  <a:lnTo>
                    <a:pt x="336931" y="586082"/>
                  </a:lnTo>
                  <a:lnTo>
                    <a:pt x="269775" y="552081"/>
                  </a:lnTo>
                  <a:lnTo>
                    <a:pt x="209054" y="515065"/>
                  </a:lnTo>
                  <a:lnTo>
                    <a:pt x="182943" y="494170"/>
                  </a:lnTo>
                  <a:lnTo>
                    <a:pt x="168923" y="466197"/>
                  </a:lnTo>
                  <a:lnTo>
                    <a:pt x="174477" y="456444"/>
                  </a:lnTo>
                  <a:lnTo>
                    <a:pt x="145792" y="412012"/>
                  </a:lnTo>
                  <a:lnTo>
                    <a:pt x="112401" y="349529"/>
                  </a:lnTo>
                  <a:lnTo>
                    <a:pt x="80397" y="282102"/>
                  </a:lnTo>
                  <a:lnTo>
                    <a:pt x="66546" y="266660"/>
                  </a:lnTo>
                  <a:lnTo>
                    <a:pt x="55879" y="241700"/>
                  </a:lnTo>
                  <a:lnTo>
                    <a:pt x="29599" y="219620"/>
                  </a:lnTo>
                  <a:lnTo>
                    <a:pt x="5453" y="205904"/>
                  </a:lnTo>
                  <a:lnTo>
                    <a:pt x="16425" y="190800"/>
                  </a:lnTo>
                  <a:lnTo>
                    <a:pt x="0" y="158492"/>
                  </a:lnTo>
                  <a:lnTo>
                    <a:pt x="10532" y="134752"/>
                  </a:lnTo>
                  <a:lnTo>
                    <a:pt x="37523" y="113383"/>
                  </a:lnTo>
                  <a:lnTo>
                    <a:pt x="41554" y="127471"/>
                  </a:lnTo>
                  <a:lnTo>
                    <a:pt x="31902" y="135531"/>
                  </a:lnTo>
                  <a:lnTo>
                    <a:pt x="32816" y="147960"/>
                  </a:lnTo>
                  <a:lnTo>
                    <a:pt x="46803" y="145251"/>
                  </a:lnTo>
                  <a:lnTo>
                    <a:pt x="60484" y="148908"/>
                  </a:lnTo>
                  <a:lnTo>
                    <a:pt x="74708" y="166010"/>
                  </a:lnTo>
                  <a:lnTo>
                    <a:pt x="93842" y="152091"/>
                  </a:lnTo>
                  <a:lnTo>
                    <a:pt x="100243" y="129232"/>
                  </a:lnTo>
                  <a:lnTo>
                    <a:pt x="121003" y="99769"/>
                  </a:lnTo>
                  <a:lnTo>
                    <a:pt x="161743" y="86426"/>
                  </a:lnTo>
                  <a:lnTo>
                    <a:pt x="198657" y="50968"/>
                  </a:lnTo>
                  <a:lnTo>
                    <a:pt x="209189" y="28922"/>
                  </a:lnTo>
                  <a:lnTo>
                    <a:pt x="204482" y="3217"/>
                  </a:lnTo>
                  <a:lnTo>
                    <a:pt x="213490" y="0"/>
                  </a:lnTo>
                  <a:lnTo>
                    <a:pt x="236011" y="16052"/>
                  </a:lnTo>
                  <a:lnTo>
                    <a:pt x="246848" y="32037"/>
                  </a:lnTo>
                  <a:lnTo>
                    <a:pt x="262494" y="40741"/>
                  </a:lnTo>
                  <a:lnTo>
                    <a:pt x="282475" y="76266"/>
                  </a:lnTo>
                  <a:lnTo>
                    <a:pt x="307671" y="80499"/>
                  </a:lnTo>
                  <a:lnTo>
                    <a:pt x="326331" y="71558"/>
                  </a:lnTo>
                  <a:lnTo>
                    <a:pt x="338557" y="77417"/>
                  </a:lnTo>
                  <a:lnTo>
                    <a:pt x="358910" y="74505"/>
                  </a:lnTo>
                  <a:lnTo>
                    <a:pt x="384818" y="90354"/>
                  </a:lnTo>
                  <a:lnTo>
                    <a:pt x="362974" y="124829"/>
                  </a:lnTo>
                  <a:lnTo>
                    <a:pt x="373100" y="125642"/>
                  </a:lnTo>
                  <a:lnTo>
                    <a:pt x="390033" y="143625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71C4759D-1015-6A7B-E1A0-EC8CB226CC45}"/>
                </a:ext>
              </a:extLst>
            </p:cNvPr>
            <p:cNvSpPr/>
            <p:nvPr/>
          </p:nvSpPr>
          <p:spPr>
            <a:xfrm>
              <a:off x="3420752" y="3007810"/>
              <a:ext cx="410284" cy="566744"/>
            </a:xfrm>
            <a:custGeom>
              <a:avLst/>
              <a:gdLst>
                <a:gd name="csX0" fmla="*/ 410284 w 410284"/>
                <a:gd name="csY0" fmla="*/ 378755 h 566744"/>
                <a:gd name="csX1" fmla="*/ 403884 w 410284"/>
                <a:gd name="csY1" fmla="*/ 382921 h 566744"/>
                <a:gd name="csX2" fmla="*/ 397280 w 410284"/>
                <a:gd name="csY2" fmla="*/ 362940 h 566744"/>
                <a:gd name="csX3" fmla="*/ 387865 w 410284"/>
                <a:gd name="csY3" fmla="*/ 352204 h 566744"/>
                <a:gd name="csX4" fmla="*/ 376655 w 410284"/>
                <a:gd name="csY4" fmla="*/ 363888 h 566744"/>
                <a:gd name="csX5" fmla="*/ 310685 w 410284"/>
                <a:gd name="csY5" fmla="*/ 363109 h 566744"/>
                <a:gd name="csX6" fmla="*/ 311091 w 410284"/>
                <a:gd name="csY6" fmla="*/ 384309 h 566744"/>
                <a:gd name="csX7" fmla="*/ 330937 w 410284"/>
                <a:gd name="csY7" fmla="*/ 387797 h 566744"/>
                <a:gd name="csX8" fmla="*/ 329819 w 410284"/>
                <a:gd name="csY8" fmla="*/ 400768 h 566744"/>
                <a:gd name="csX9" fmla="*/ 323046 w 410284"/>
                <a:gd name="csY9" fmla="*/ 397280 h 566744"/>
                <a:gd name="csX10" fmla="*/ 303946 w 410284"/>
                <a:gd name="csY10" fmla="*/ 402868 h 566744"/>
                <a:gd name="csX11" fmla="*/ 303776 w 410284"/>
                <a:gd name="csY11" fmla="*/ 427454 h 566744"/>
                <a:gd name="csX12" fmla="*/ 318813 w 410284"/>
                <a:gd name="csY12" fmla="*/ 439815 h 566744"/>
                <a:gd name="csX13" fmla="*/ 324130 w 410284"/>
                <a:gd name="csY13" fmla="*/ 459220 h 566744"/>
                <a:gd name="csX14" fmla="*/ 323317 w 410284"/>
                <a:gd name="csY14" fmla="*/ 473884 h 566744"/>
                <a:gd name="csX15" fmla="*/ 308077 w 410284"/>
                <a:gd name="csY15" fmla="*/ 566744 h 566744"/>
                <a:gd name="csX16" fmla="*/ 291144 w 410284"/>
                <a:gd name="csY16" fmla="*/ 548762 h 566744"/>
                <a:gd name="csX17" fmla="*/ 281018 w 410284"/>
                <a:gd name="csY17" fmla="*/ 547949 h 566744"/>
                <a:gd name="csX18" fmla="*/ 302862 w 410284"/>
                <a:gd name="csY18" fmla="*/ 513473 h 566744"/>
                <a:gd name="csX19" fmla="*/ 276954 w 410284"/>
                <a:gd name="csY19" fmla="*/ 497624 h 566744"/>
                <a:gd name="csX20" fmla="*/ 256601 w 410284"/>
                <a:gd name="csY20" fmla="*/ 500537 h 566744"/>
                <a:gd name="csX21" fmla="*/ 244376 w 410284"/>
                <a:gd name="csY21" fmla="*/ 494678 h 566744"/>
                <a:gd name="csX22" fmla="*/ 225716 w 410284"/>
                <a:gd name="csY22" fmla="*/ 503618 h 566744"/>
                <a:gd name="csX23" fmla="*/ 200519 w 410284"/>
                <a:gd name="csY23" fmla="*/ 499385 h 566744"/>
                <a:gd name="csX24" fmla="*/ 180538 w 410284"/>
                <a:gd name="csY24" fmla="*/ 463860 h 566744"/>
                <a:gd name="csX25" fmla="*/ 164893 w 410284"/>
                <a:gd name="csY25" fmla="*/ 455156 h 566744"/>
                <a:gd name="csX26" fmla="*/ 154055 w 410284"/>
                <a:gd name="csY26" fmla="*/ 439172 h 566744"/>
                <a:gd name="csX27" fmla="*/ 131535 w 410284"/>
                <a:gd name="csY27" fmla="*/ 423119 h 566744"/>
                <a:gd name="csX28" fmla="*/ 122526 w 410284"/>
                <a:gd name="csY28" fmla="*/ 426337 h 566744"/>
                <a:gd name="csX29" fmla="*/ 108032 w 410284"/>
                <a:gd name="csY29" fmla="*/ 418311 h 566744"/>
                <a:gd name="csX30" fmla="*/ 91404 w 410284"/>
                <a:gd name="csY30" fmla="*/ 407101 h 566744"/>
                <a:gd name="csX31" fmla="*/ 81786 w 410284"/>
                <a:gd name="csY31" fmla="*/ 412485 h 566744"/>
                <a:gd name="csX32" fmla="*/ 53034 w 410284"/>
                <a:gd name="csY32" fmla="*/ 407778 h 566744"/>
                <a:gd name="csX33" fmla="*/ 44771 w 410284"/>
                <a:gd name="csY33" fmla="*/ 393216 h 566744"/>
                <a:gd name="csX34" fmla="*/ 38471 w 410284"/>
                <a:gd name="csY34" fmla="*/ 393758 h 566744"/>
                <a:gd name="csX35" fmla="*/ 4606 w 410284"/>
                <a:gd name="csY35" fmla="*/ 374421 h 566744"/>
                <a:gd name="csX36" fmla="*/ 0 w 410284"/>
                <a:gd name="csY36" fmla="*/ 363922 h 566744"/>
                <a:gd name="csX37" fmla="*/ 12632 w 410284"/>
                <a:gd name="csY37" fmla="*/ 361382 h 566744"/>
                <a:gd name="csX38" fmla="*/ 11142 w 410284"/>
                <a:gd name="csY38" fmla="*/ 344415 h 566744"/>
                <a:gd name="csX39" fmla="*/ 19066 w 410284"/>
                <a:gd name="csY39" fmla="*/ 332122 h 566744"/>
                <a:gd name="csX40" fmla="*/ 35864 w 410284"/>
                <a:gd name="csY40" fmla="*/ 329853 h 566744"/>
                <a:gd name="csX41" fmla="*/ 50155 w 410284"/>
                <a:gd name="csY41" fmla="*/ 308585 h 566744"/>
                <a:gd name="csX42" fmla="*/ 63092 w 410284"/>
                <a:gd name="csY42" fmla="*/ 290806 h 566744"/>
                <a:gd name="csX43" fmla="*/ 50629 w 410284"/>
                <a:gd name="csY43" fmla="*/ 282746 h 566744"/>
                <a:gd name="csX44" fmla="*/ 56996 w 410284"/>
                <a:gd name="csY44" fmla="*/ 263103 h 566744"/>
                <a:gd name="csX45" fmla="*/ 49376 w 410284"/>
                <a:gd name="csY45" fmla="*/ 232116 h 566744"/>
                <a:gd name="csX46" fmla="*/ 56624 w 410284"/>
                <a:gd name="csY46" fmla="*/ 223243 h 566744"/>
                <a:gd name="csX47" fmla="*/ 51273 w 410284"/>
                <a:gd name="csY47" fmla="*/ 194593 h 566744"/>
                <a:gd name="csX48" fmla="*/ 37557 w 410284"/>
                <a:gd name="csY48" fmla="*/ 176542 h 566744"/>
                <a:gd name="csX49" fmla="*/ 41926 w 410284"/>
                <a:gd name="csY49" fmla="*/ 160084 h 566744"/>
                <a:gd name="csX50" fmla="*/ 52831 w 410284"/>
                <a:gd name="csY50" fmla="*/ 162522 h 566744"/>
                <a:gd name="csX51" fmla="*/ 59197 w 410284"/>
                <a:gd name="csY51" fmla="*/ 152464 h 566744"/>
                <a:gd name="csX52" fmla="*/ 51341 w 410284"/>
                <a:gd name="csY52" fmla="*/ 132517 h 566744"/>
                <a:gd name="csX53" fmla="*/ 55472 w 410284"/>
                <a:gd name="csY53" fmla="*/ 127539 h 566744"/>
                <a:gd name="csX54" fmla="*/ 72947 w 410284"/>
                <a:gd name="csY54" fmla="*/ 128622 h 566744"/>
                <a:gd name="csX55" fmla="*/ 98380 w 410284"/>
                <a:gd name="csY55" fmla="*/ 104984 h 566744"/>
                <a:gd name="csX56" fmla="*/ 112299 w 410284"/>
                <a:gd name="csY56" fmla="*/ 101394 h 566744"/>
                <a:gd name="csX57" fmla="*/ 112638 w 410284"/>
                <a:gd name="csY57" fmla="*/ 90184 h 566744"/>
                <a:gd name="csX58" fmla="*/ 118903 w 410284"/>
                <a:gd name="csY58" fmla="*/ 61568 h 566744"/>
                <a:gd name="csX59" fmla="*/ 138308 w 410284"/>
                <a:gd name="csY59" fmla="*/ 45854 h 566744"/>
                <a:gd name="csX60" fmla="*/ 159643 w 410284"/>
                <a:gd name="csY60" fmla="*/ 45211 h 566744"/>
                <a:gd name="csX61" fmla="*/ 162353 w 410284"/>
                <a:gd name="csY61" fmla="*/ 38167 h 566744"/>
                <a:gd name="csX62" fmla="*/ 188836 w 410284"/>
                <a:gd name="csY62" fmla="*/ 40978 h 566744"/>
                <a:gd name="csX63" fmla="*/ 215488 w 410284"/>
                <a:gd name="csY63" fmla="*/ 23875 h 566744"/>
                <a:gd name="csX64" fmla="*/ 228696 w 410284"/>
                <a:gd name="csY64" fmla="*/ 16289 h 566744"/>
                <a:gd name="csX65" fmla="*/ 245087 w 410284"/>
                <a:gd name="csY65" fmla="*/ 0 h 566744"/>
                <a:gd name="csX66" fmla="*/ 257075 w 410284"/>
                <a:gd name="csY66" fmla="*/ 2066 h 566744"/>
                <a:gd name="csX67" fmla="*/ 265982 w 410284"/>
                <a:gd name="csY67" fmla="*/ 10972 h 566744"/>
                <a:gd name="csX68" fmla="*/ 259378 w 410284"/>
                <a:gd name="csY68" fmla="*/ 22385 h 566744"/>
                <a:gd name="csX69" fmla="*/ 237636 w 410284"/>
                <a:gd name="csY69" fmla="*/ 28041 h 566744"/>
                <a:gd name="csX70" fmla="*/ 229035 w 410284"/>
                <a:gd name="csY70" fmla="*/ 44974 h 566744"/>
                <a:gd name="csX71" fmla="*/ 215928 w 410284"/>
                <a:gd name="csY71" fmla="*/ 54693 h 566744"/>
                <a:gd name="csX72" fmla="*/ 206107 w 410284"/>
                <a:gd name="csY72" fmla="*/ 67291 h 566744"/>
                <a:gd name="csX73" fmla="*/ 201942 w 410284"/>
                <a:gd name="csY73" fmla="*/ 91438 h 566744"/>
                <a:gd name="csX74" fmla="*/ 192561 w 410284"/>
                <a:gd name="csY74" fmla="*/ 111249 h 566744"/>
                <a:gd name="csX75" fmla="*/ 210036 w 410284"/>
                <a:gd name="csY75" fmla="*/ 113518 h 566744"/>
                <a:gd name="csX76" fmla="*/ 214404 w 410284"/>
                <a:gd name="csY76" fmla="*/ 129096 h 566744"/>
                <a:gd name="csX77" fmla="*/ 221855 w 410284"/>
                <a:gd name="csY77" fmla="*/ 136547 h 566744"/>
                <a:gd name="csX78" fmla="*/ 224530 w 410284"/>
                <a:gd name="csY78" fmla="*/ 150161 h 566744"/>
                <a:gd name="csX79" fmla="*/ 220500 w 410284"/>
                <a:gd name="csY79" fmla="*/ 162691 h 566744"/>
                <a:gd name="csX80" fmla="*/ 221719 w 410284"/>
                <a:gd name="csY80" fmla="*/ 169769 h 566744"/>
                <a:gd name="csX81" fmla="*/ 230050 w 410284"/>
                <a:gd name="csY81" fmla="*/ 172614 h 566744"/>
                <a:gd name="csX82" fmla="*/ 238111 w 410284"/>
                <a:gd name="csY82" fmla="*/ 184399 h 566744"/>
                <a:gd name="csX83" fmla="*/ 281662 w 410284"/>
                <a:gd name="csY83" fmla="*/ 181148 h 566744"/>
                <a:gd name="csX84" fmla="*/ 301338 w 410284"/>
                <a:gd name="csY84" fmla="*/ 185483 h 566744"/>
                <a:gd name="csX85" fmla="*/ 325180 w 410284"/>
                <a:gd name="csY85" fmla="*/ 214608 h 566744"/>
                <a:gd name="csX86" fmla="*/ 338861 w 410284"/>
                <a:gd name="csY86" fmla="*/ 210984 h 566744"/>
                <a:gd name="csX87" fmla="*/ 363245 w 410284"/>
                <a:gd name="csY87" fmla="*/ 212813 h 566744"/>
                <a:gd name="csX88" fmla="*/ 382548 w 410284"/>
                <a:gd name="csY88" fmla="*/ 208952 h 566744"/>
                <a:gd name="csX89" fmla="*/ 394537 w 410284"/>
                <a:gd name="csY89" fmla="*/ 214777 h 566744"/>
                <a:gd name="csX90" fmla="*/ 388407 w 410284"/>
                <a:gd name="csY90" fmla="*/ 232997 h 566744"/>
                <a:gd name="csX91" fmla="*/ 380855 w 410284"/>
                <a:gd name="csY91" fmla="*/ 244376 h 566744"/>
                <a:gd name="csX92" fmla="*/ 378213 w 410284"/>
                <a:gd name="csY92" fmla="*/ 268658 h 566744"/>
                <a:gd name="csX93" fmla="*/ 385020 w 410284"/>
                <a:gd name="csY93" fmla="*/ 291178 h 566744"/>
                <a:gd name="csX94" fmla="*/ 394638 w 410284"/>
                <a:gd name="csY94" fmla="*/ 301236 h 566744"/>
                <a:gd name="csX95" fmla="*/ 395824 w 410284"/>
                <a:gd name="csY95" fmla="*/ 308822 h 566744"/>
                <a:gd name="csX96" fmla="*/ 378654 w 410284"/>
                <a:gd name="csY96" fmla="*/ 325654 h 566744"/>
                <a:gd name="csX97" fmla="*/ 390947 w 410284"/>
                <a:gd name="csY97" fmla="*/ 333138 h 566744"/>
                <a:gd name="csX98" fmla="*/ 399955 w 410284"/>
                <a:gd name="csY98" fmla="*/ 344957 h 566744"/>
                <a:gd name="csX99" fmla="*/ 410284 w 410284"/>
                <a:gd name="csY99" fmla="*/ 378755 h 566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</a:cxnLst>
              <a:rect l="l" t="t" r="r" b="b"/>
              <a:pathLst>
                <a:path w="410284" h="566744">
                  <a:moveTo>
                    <a:pt x="410284" y="378755"/>
                  </a:moveTo>
                  <a:lnTo>
                    <a:pt x="403884" y="382921"/>
                  </a:lnTo>
                  <a:lnTo>
                    <a:pt x="397280" y="362940"/>
                  </a:lnTo>
                  <a:lnTo>
                    <a:pt x="387865" y="352204"/>
                  </a:lnTo>
                  <a:lnTo>
                    <a:pt x="376655" y="363888"/>
                  </a:lnTo>
                  <a:lnTo>
                    <a:pt x="310685" y="363109"/>
                  </a:lnTo>
                  <a:lnTo>
                    <a:pt x="311091" y="384309"/>
                  </a:lnTo>
                  <a:lnTo>
                    <a:pt x="330937" y="387797"/>
                  </a:lnTo>
                  <a:lnTo>
                    <a:pt x="329819" y="400768"/>
                  </a:lnTo>
                  <a:lnTo>
                    <a:pt x="323046" y="397280"/>
                  </a:lnTo>
                  <a:lnTo>
                    <a:pt x="303946" y="402868"/>
                  </a:lnTo>
                  <a:lnTo>
                    <a:pt x="303776" y="427454"/>
                  </a:lnTo>
                  <a:lnTo>
                    <a:pt x="318813" y="439815"/>
                  </a:lnTo>
                  <a:lnTo>
                    <a:pt x="324130" y="459220"/>
                  </a:lnTo>
                  <a:lnTo>
                    <a:pt x="323317" y="473884"/>
                  </a:lnTo>
                  <a:lnTo>
                    <a:pt x="308077" y="566744"/>
                  </a:lnTo>
                  <a:lnTo>
                    <a:pt x="291144" y="548762"/>
                  </a:lnTo>
                  <a:lnTo>
                    <a:pt x="281018" y="547949"/>
                  </a:lnTo>
                  <a:lnTo>
                    <a:pt x="302862" y="513473"/>
                  </a:lnTo>
                  <a:lnTo>
                    <a:pt x="276954" y="497624"/>
                  </a:lnTo>
                  <a:lnTo>
                    <a:pt x="256601" y="500537"/>
                  </a:lnTo>
                  <a:lnTo>
                    <a:pt x="244376" y="494678"/>
                  </a:lnTo>
                  <a:lnTo>
                    <a:pt x="225716" y="503618"/>
                  </a:lnTo>
                  <a:lnTo>
                    <a:pt x="200519" y="499385"/>
                  </a:lnTo>
                  <a:lnTo>
                    <a:pt x="180538" y="463860"/>
                  </a:lnTo>
                  <a:lnTo>
                    <a:pt x="164893" y="455156"/>
                  </a:lnTo>
                  <a:lnTo>
                    <a:pt x="154055" y="439172"/>
                  </a:lnTo>
                  <a:lnTo>
                    <a:pt x="131535" y="423119"/>
                  </a:lnTo>
                  <a:lnTo>
                    <a:pt x="122526" y="426337"/>
                  </a:lnTo>
                  <a:lnTo>
                    <a:pt x="108032" y="418311"/>
                  </a:lnTo>
                  <a:lnTo>
                    <a:pt x="91404" y="407101"/>
                  </a:lnTo>
                  <a:lnTo>
                    <a:pt x="81786" y="412485"/>
                  </a:lnTo>
                  <a:lnTo>
                    <a:pt x="53034" y="407778"/>
                  </a:lnTo>
                  <a:lnTo>
                    <a:pt x="44771" y="393216"/>
                  </a:lnTo>
                  <a:lnTo>
                    <a:pt x="38471" y="393758"/>
                  </a:lnTo>
                  <a:lnTo>
                    <a:pt x="4606" y="374421"/>
                  </a:lnTo>
                  <a:lnTo>
                    <a:pt x="0" y="363922"/>
                  </a:lnTo>
                  <a:lnTo>
                    <a:pt x="12632" y="361382"/>
                  </a:lnTo>
                  <a:lnTo>
                    <a:pt x="11142" y="344415"/>
                  </a:lnTo>
                  <a:lnTo>
                    <a:pt x="19066" y="332122"/>
                  </a:lnTo>
                  <a:lnTo>
                    <a:pt x="35864" y="329853"/>
                  </a:lnTo>
                  <a:lnTo>
                    <a:pt x="50155" y="308585"/>
                  </a:lnTo>
                  <a:lnTo>
                    <a:pt x="63092" y="290806"/>
                  </a:lnTo>
                  <a:lnTo>
                    <a:pt x="50629" y="282746"/>
                  </a:lnTo>
                  <a:lnTo>
                    <a:pt x="56996" y="263103"/>
                  </a:lnTo>
                  <a:lnTo>
                    <a:pt x="49376" y="232116"/>
                  </a:lnTo>
                  <a:lnTo>
                    <a:pt x="56624" y="223243"/>
                  </a:lnTo>
                  <a:lnTo>
                    <a:pt x="51273" y="194593"/>
                  </a:lnTo>
                  <a:lnTo>
                    <a:pt x="37557" y="176542"/>
                  </a:lnTo>
                  <a:lnTo>
                    <a:pt x="41926" y="160084"/>
                  </a:lnTo>
                  <a:lnTo>
                    <a:pt x="52831" y="162522"/>
                  </a:lnTo>
                  <a:lnTo>
                    <a:pt x="59197" y="152464"/>
                  </a:lnTo>
                  <a:lnTo>
                    <a:pt x="51341" y="132517"/>
                  </a:lnTo>
                  <a:lnTo>
                    <a:pt x="55472" y="127539"/>
                  </a:lnTo>
                  <a:lnTo>
                    <a:pt x="72947" y="128622"/>
                  </a:lnTo>
                  <a:lnTo>
                    <a:pt x="98380" y="104984"/>
                  </a:lnTo>
                  <a:lnTo>
                    <a:pt x="112299" y="101394"/>
                  </a:lnTo>
                  <a:lnTo>
                    <a:pt x="112638" y="90184"/>
                  </a:lnTo>
                  <a:lnTo>
                    <a:pt x="118903" y="61568"/>
                  </a:lnTo>
                  <a:lnTo>
                    <a:pt x="138308" y="45854"/>
                  </a:lnTo>
                  <a:lnTo>
                    <a:pt x="159643" y="45211"/>
                  </a:lnTo>
                  <a:lnTo>
                    <a:pt x="162353" y="38167"/>
                  </a:lnTo>
                  <a:lnTo>
                    <a:pt x="188836" y="40978"/>
                  </a:lnTo>
                  <a:lnTo>
                    <a:pt x="215488" y="23875"/>
                  </a:lnTo>
                  <a:lnTo>
                    <a:pt x="228696" y="16289"/>
                  </a:lnTo>
                  <a:lnTo>
                    <a:pt x="245087" y="0"/>
                  </a:lnTo>
                  <a:lnTo>
                    <a:pt x="257075" y="2066"/>
                  </a:lnTo>
                  <a:lnTo>
                    <a:pt x="265982" y="10972"/>
                  </a:lnTo>
                  <a:lnTo>
                    <a:pt x="259378" y="22385"/>
                  </a:lnTo>
                  <a:lnTo>
                    <a:pt x="237636" y="28041"/>
                  </a:lnTo>
                  <a:lnTo>
                    <a:pt x="229035" y="44974"/>
                  </a:lnTo>
                  <a:lnTo>
                    <a:pt x="215928" y="54693"/>
                  </a:lnTo>
                  <a:lnTo>
                    <a:pt x="206107" y="67291"/>
                  </a:lnTo>
                  <a:lnTo>
                    <a:pt x="201942" y="91438"/>
                  </a:lnTo>
                  <a:lnTo>
                    <a:pt x="192561" y="111249"/>
                  </a:lnTo>
                  <a:lnTo>
                    <a:pt x="210036" y="113518"/>
                  </a:lnTo>
                  <a:lnTo>
                    <a:pt x="214404" y="129096"/>
                  </a:lnTo>
                  <a:lnTo>
                    <a:pt x="221855" y="136547"/>
                  </a:lnTo>
                  <a:lnTo>
                    <a:pt x="224530" y="150161"/>
                  </a:lnTo>
                  <a:lnTo>
                    <a:pt x="220500" y="162691"/>
                  </a:lnTo>
                  <a:lnTo>
                    <a:pt x="221719" y="169769"/>
                  </a:lnTo>
                  <a:lnTo>
                    <a:pt x="230050" y="172614"/>
                  </a:lnTo>
                  <a:lnTo>
                    <a:pt x="238111" y="184399"/>
                  </a:lnTo>
                  <a:lnTo>
                    <a:pt x="281662" y="181148"/>
                  </a:lnTo>
                  <a:lnTo>
                    <a:pt x="301338" y="185483"/>
                  </a:lnTo>
                  <a:lnTo>
                    <a:pt x="325180" y="214608"/>
                  </a:lnTo>
                  <a:lnTo>
                    <a:pt x="338861" y="210984"/>
                  </a:lnTo>
                  <a:lnTo>
                    <a:pt x="363245" y="212813"/>
                  </a:lnTo>
                  <a:lnTo>
                    <a:pt x="382548" y="208952"/>
                  </a:lnTo>
                  <a:lnTo>
                    <a:pt x="394537" y="214777"/>
                  </a:lnTo>
                  <a:lnTo>
                    <a:pt x="388407" y="232997"/>
                  </a:lnTo>
                  <a:lnTo>
                    <a:pt x="380855" y="244376"/>
                  </a:lnTo>
                  <a:lnTo>
                    <a:pt x="378213" y="268658"/>
                  </a:lnTo>
                  <a:lnTo>
                    <a:pt x="385020" y="291178"/>
                  </a:lnTo>
                  <a:lnTo>
                    <a:pt x="394638" y="301236"/>
                  </a:lnTo>
                  <a:lnTo>
                    <a:pt x="395824" y="308822"/>
                  </a:lnTo>
                  <a:lnTo>
                    <a:pt x="378654" y="325654"/>
                  </a:lnTo>
                  <a:lnTo>
                    <a:pt x="390947" y="333138"/>
                  </a:lnTo>
                  <a:lnTo>
                    <a:pt x="399955" y="344957"/>
                  </a:lnTo>
                  <a:lnTo>
                    <a:pt x="410284" y="378755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3D6E8BED-C879-791C-11D0-56EF65532B41}"/>
                </a:ext>
              </a:extLst>
            </p:cNvPr>
            <p:cNvSpPr/>
            <p:nvPr/>
          </p:nvSpPr>
          <p:spPr>
            <a:xfrm>
              <a:off x="3286135" y="3103481"/>
              <a:ext cx="193814" cy="80973"/>
            </a:xfrm>
            <a:custGeom>
              <a:avLst/>
              <a:gdLst>
                <a:gd name="csX0" fmla="*/ 190089 w 193814"/>
                <a:gd name="csY0" fmla="*/ 31868 h 80973"/>
                <a:gd name="csX1" fmla="*/ 185957 w 193814"/>
                <a:gd name="csY1" fmla="*/ 36846 h 80973"/>
                <a:gd name="csX2" fmla="*/ 193814 w 193814"/>
                <a:gd name="csY2" fmla="*/ 56793 h 80973"/>
                <a:gd name="csX3" fmla="*/ 187447 w 193814"/>
                <a:gd name="csY3" fmla="*/ 66851 h 80973"/>
                <a:gd name="csX4" fmla="*/ 176543 w 193814"/>
                <a:gd name="csY4" fmla="*/ 64413 h 80973"/>
                <a:gd name="csX5" fmla="*/ 172174 w 193814"/>
                <a:gd name="csY5" fmla="*/ 80872 h 80973"/>
                <a:gd name="csX6" fmla="*/ 160897 w 193814"/>
                <a:gd name="csY6" fmla="*/ 71118 h 80973"/>
                <a:gd name="csX7" fmla="*/ 153649 w 193814"/>
                <a:gd name="csY7" fmla="*/ 52831 h 80973"/>
                <a:gd name="csX8" fmla="*/ 162014 w 193814"/>
                <a:gd name="csY8" fmla="*/ 43788 h 80973"/>
                <a:gd name="csX9" fmla="*/ 153446 w 193814"/>
                <a:gd name="csY9" fmla="*/ 41452 h 80973"/>
                <a:gd name="csX10" fmla="*/ 147113 w 193814"/>
                <a:gd name="csY10" fmla="*/ 30276 h 80973"/>
                <a:gd name="csX11" fmla="*/ 130248 w 193814"/>
                <a:gd name="csY11" fmla="*/ 20861 h 80973"/>
                <a:gd name="csX12" fmla="*/ 115415 w 193814"/>
                <a:gd name="csY12" fmla="*/ 23029 h 80973"/>
                <a:gd name="csX13" fmla="*/ 108540 w 193814"/>
                <a:gd name="csY13" fmla="*/ 34780 h 80973"/>
                <a:gd name="csX14" fmla="*/ 94892 w 193814"/>
                <a:gd name="csY14" fmla="*/ 43314 h 80973"/>
                <a:gd name="csX15" fmla="*/ 87475 w 193814"/>
                <a:gd name="csY15" fmla="*/ 44500 h 80973"/>
                <a:gd name="csX16" fmla="*/ 84157 w 193814"/>
                <a:gd name="csY16" fmla="*/ 51544 h 80973"/>
                <a:gd name="csX17" fmla="*/ 100311 w 193814"/>
                <a:gd name="csY17" fmla="*/ 69899 h 80973"/>
                <a:gd name="csX18" fmla="*/ 91065 w 193814"/>
                <a:gd name="csY18" fmla="*/ 74234 h 80973"/>
                <a:gd name="csX19" fmla="*/ 86189 w 193814"/>
                <a:gd name="csY19" fmla="*/ 79246 h 80973"/>
                <a:gd name="csX20" fmla="*/ 70441 w 193814"/>
                <a:gd name="csY20" fmla="*/ 80973 h 80973"/>
                <a:gd name="csX21" fmla="*/ 64548 w 193814"/>
                <a:gd name="csY21" fmla="*/ 60755 h 80973"/>
                <a:gd name="csX22" fmla="*/ 60146 w 193814"/>
                <a:gd name="csY22" fmla="*/ 66512 h 80973"/>
                <a:gd name="csX23" fmla="*/ 48970 w 193814"/>
                <a:gd name="csY23" fmla="*/ 64514 h 80973"/>
                <a:gd name="csX24" fmla="*/ 42163 w 193814"/>
                <a:gd name="csY24" fmla="*/ 50900 h 80973"/>
                <a:gd name="csX25" fmla="*/ 28278 w 193814"/>
                <a:gd name="csY25" fmla="*/ 48665 h 80973"/>
                <a:gd name="csX26" fmla="*/ 19473 w 193814"/>
                <a:gd name="csY26" fmla="*/ 44703 h 80973"/>
                <a:gd name="csX27" fmla="*/ 4945 w 193814"/>
                <a:gd name="csY27" fmla="*/ 44737 h 80973"/>
                <a:gd name="csX28" fmla="*/ 3895 w 193814"/>
                <a:gd name="csY28" fmla="*/ 52086 h 80973"/>
                <a:gd name="csX29" fmla="*/ 0 w 193814"/>
                <a:gd name="csY29" fmla="*/ 46972 h 80973"/>
                <a:gd name="csX30" fmla="*/ 1795 w 193814"/>
                <a:gd name="csY30" fmla="*/ 40232 h 80973"/>
                <a:gd name="csX31" fmla="*/ 4606 w 193814"/>
                <a:gd name="csY31" fmla="*/ 33392 h 80973"/>
                <a:gd name="csX32" fmla="*/ 3285 w 193814"/>
                <a:gd name="csY32" fmla="*/ 27262 h 80973"/>
                <a:gd name="csX33" fmla="*/ 8365 w 193814"/>
                <a:gd name="csY33" fmla="*/ 23232 h 80973"/>
                <a:gd name="csX34" fmla="*/ 1321 w 193814"/>
                <a:gd name="csY34" fmla="*/ 18220 h 80973"/>
                <a:gd name="csX35" fmla="*/ 1118 w 193814"/>
                <a:gd name="csY35" fmla="*/ 4572 h 80973"/>
                <a:gd name="csX36" fmla="*/ 14224 w 193814"/>
                <a:gd name="csY36" fmla="*/ 1558 h 80973"/>
                <a:gd name="csX37" fmla="*/ 26382 w 193814"/>
                <a:gd name="csY37" fmla="*/ 13716 h 80973"/>
                <a:gd name="csX38" fmla="*/ 25670 w 193814"/>
                <a:gd name="csY38" fmla="*/ 20861 h 80973"/>
                <a:gd name="csX39" fmla="*/ 39183 w 193814"/>
                <a:gd name="csY39" fmla="*/ 22385 h 80973"/>
                <a:gd name="csX40" fmla="*/ 42400 w 193814"/>
                <a:gd name="csY40" fmla="*/ 19642 h 80973"/>
                <a:gd name="csX41" fmla="*/ 51713 w 193814"/>
                <a:gd name="csY41" fmla="*/ 27973 h 80973"/>
                <a:gd name="csX42" fmla="*/ 68375 w 193814"/>
                <a:gd name="csY42" fmla="*/ 25501 h 80973"/>
                <a:gd name="csX43" fmla="*/ 82768 w 193814"/>
                <a:gd name="csY43" fmla="*/ 16967 h 80973"/>
                <a:gd name="csX44" fmla="*/ 103325 w 193814"/>
                <a:gd name="csY44" fmla="*/ 10126 h 80973"/>
                <a:gd name="csX45" fmla="*/ 114907 w 193814"/>
                <a:gd name="csY45" fmla="*/ 0 h 80973"/>
                <a:gd name="csX46" fmla="*/ 133601 w 193814"/>
                <a:gd name="csY46" fmla="*/ 1998 h 80973"/>
                <a:gd name="csX47" fmla="*/ 132348 w 193814"/>
                <a:gd name="csY47" fmla="*/ 5317 h 80973"/>
                <a:gd name="csX48" fmla="*/ 151211 w 193814"/>
                <a:gd name="csY48" fmla="*/ 6502 h 80973"/>
                <a:gd name="csX49" fmla="*/ 166281 w 193814"/>
                <a:gd name="csY49" fmla="*/ 12327 h 80973"/>
                <a:gd name="csX50" fmla="*/ 177321 w 193814"/>
                <a:gd name="csY50" fmla="*/ 22521 h 80973"/>
                <a:gd name="csX51" fmla="*/ 190089 w 193814"/>
                <a:gd name="csY51" fmla="*/ 31868 h 80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</a:cxnLst>
              <a:rect l="l" t="t" r="r" b="b"/>
              <a:pathLst>
                <a:path w="193814" h="80973">
                  <a:moveTo>
                    <a:pt x="190089" y="31868"/>
                  </a:moveTo>
                  <a:lnTo>
                    <a:pt x="185957" y="36846"/>
                  </a:lnTo>
                  <a:lnTo>
                    <a:pt x="193814" y="56793"/>
                  </a:lnTo>
                  <a:lnTo>
                    <a:pt x="187447" y="66851"/>
                  </a:lnTo>
                  <a:lnTo>
                    <a:pt x="176543" y="64413"/>
                  </a:lnTo>
                  <a:lnTo>
                    <a:pt x="172174" y="80872"/>
                  </a:lnTo>
                  <a:lnTo>
                    <a:pt x="160897" y="71118"/>
                  </a:lnTo>
                  <a:lnTo>
                    <a:pt x="153649" y="52831"/>
                  </a:lnTo>
                  <a:lnTo>
                    <a:pt x="162014" y="43788"/>
                  </a:lnTo>
                  <a:lnTo>
                    <a:pt x="153446" y="41452"/>
                  </a:lnTo>
                  <a:lnTo>
                    <a:pt x="147113" y="30276"/>
                  </a:lnTo>
                  <a:lnTo>
                    <a:pt x="130248" y="20861"/>
                  </a:lnTo>
                  <a:lnTo>
                    <a:pt x="115415" y="23029"/>
                  </a:lnTo>
                  <a:lnTo>
                    <a:pt x="108540" y="34780"/>
                  </a:lnTo>
                  <a:lnTo>
                    <a:pt x="94892" y="43314"/>
                  </a:lnTo>
                  <a:lnTo>
                    <a:pt x="87475" y="44500"/>
                  </a:lnTo>
                  <a:lnTo>
                    <a:pt x="84157" y="51544"/>
                  </a:lnTo>
                  <a:lnTo>
                    <a:pt x="100311" y="69899"/>
                  </a:lnTo>
                  <a:lnTo>
                    <a:pt x="91065" y="74234"/>
                  </a:lnTo>
                  <a:lnTo>
                    <a:pt x="86189" y="79246"/>
                  </a:lnTo>
                  <a:lnTo>
                    <a:pt x="70441" y="80973"/>
                  </a:lnTo>
                  <a:lnTo>
                    <a:pt x="64548" y="60755"/>
                  </a:lnTo>
                  <a:lnTo>
                    <a:pt x="60146" y="66512"/>
                  </a:lnTo>
                  <a:lnTo>
                    <a:pt x="48970" y="64514"/>
                  </a:lnTo>
                  <a:lnTo>
                    <a:pt x="42163" y="50900"/>
                  </a:lnTo>
                  <a:lnTo>
                    <a:pt x="28278" y="48665"/>
                  </a:lnTo>
                  <a:lnTo>
                    <a:pt x="19473" y="44703"/>
                  </a:lnTo>
                  <a:lnTo>
                    <a:pt x="4945" y="44737"/>
                  </a:lnTo>
                  <a:lnTo>
                    <a:pt x="3895" y="52086"/>
                  </a:lnTo>
                  <a:lnTo>
                    <a:pt x="0" y="46972"/>
                  </a:lnTo>
                  <a:lnTo>
                    <a:pt x="1795" y="40232"/>
                  </a:lnTo>
                  <a:lnTo>
                    <a:pt x="4606" y="33392"/>
                  </a:lnTo>
                  <a:lnTo>
                    <a:pt x="3285" y="27262"/>
                  </a:lnTo>
                  <a:lnTo>
                    <a:pt x="8365" y="23232"/>
                  </a:lnTo>
                  <a:lnTo>
                    <a:pt x="1321" y="18220"/>
                  </a:lnTo>
                  <a:lnTo>
                    <a:pt x="1118" y="4572"/>
                  </a:lnTo>
                  <a:lnTo>
                    <a:pt x="14224" y="1558"/>
                  </a:lnTo>
                  <a:lnTo>
                    <a:pt x="26382" y="13716"/>
                  </a:lnTo>
                  <a:lnTo>
                    <a:pt x="25670" y="20861"/>
                  </a:lnTo>
                  <a:lnTo>
                    <a:pt x="39183" y="22385"/>
                  </a:lnTo>
                  <a:lnTo>
                    <a:pt x="42400" y="19642"/>
                  </a:lnTo>
                  <a:lnTo>
                    <a:pt x="51713" y="27973"/>
                  </a:lnTo>
                  <a:lnTo>
                    <a:pt x="68375" y="25501"/>
                  </a:lnTo>
                  <a:lnTo>
                    <a:pt x="82768" y="16967"/>
                  </a:lnTo>
                  <a:lnTo>
                    <a:pt x="103325" y="10126"/>
                  </a:lnTo>
                  <a:lnTo>
                    <a:pt x="114907" y="0"/>
                  </a:lnTo>
                  <a:lnTo>
                    <a:pt x="133601" y="1998"/>
                  </a:lnTo>
                  <a:lnTo>
                    <a:pt x="132348" y="5317"/>
                  </a:lnTo>
                  <a:lnTo>
                    <a:pt x="151211" y="6502"/>
                  </a:lnTo>
                  <a:lnTo>
                    <a:pt x="166281" y="12327"/>
                  </a:lnTo>
                  <a:lnTo>
                    <a:pt x="177321" y="22521"/>
                  </a:lnTo>
                  <a:lnTo>
                    <a:pt x="190089" y="31868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8DC1760E-F817-6619-1D75-CEBC9E88761F}"/>
                </a:ext>
              </a:extLst>
            </p:cNvPr>
            <p:cNvSpPr/>
            <p:nvPr/>
          </p:nvSpPr>
          <p:spPr>
            <a:xfrm>
              <a:off x="3185351" y="3049126"/>
              <a:ext cx="115008" cy="101326"/>
            </a:xfrm>
            <a:custGeom>
              <a:avLst/>
              <a:gdLst>
                <a:gd name="csX0" fmla="*/ 115008 w 115008"/>
                <a:gd name="csY0" fmla="*/ 55913 h 101326"/>
                <a:gd name="csX1" fmla="*/ 101902 w 115008"/>
                <a:gd name="csY1" fmla="*/ 58927 h 101326"/>
                <a:gd name="csX2" fmla="*/ 102105 w 115008"/>
                <a:gd name="csY2" fmla="*/ 72575 h 101326"/>
                <a:gd name="csX3" fmla="*/ 109150 w 115008"/>
                <a:gd name="csY3" fmla="*/ 77587 h 101326"/>
                <a:gd name="csX4" fmla="*/ 104070 w 115008"/>
                <a:gd name="csY4" fmla="*/ 81617 h 101326"/>
                <a:gd name="csX5" fmla="*/ 105390 w 115008"/>
                <a:gd name="csY5" fmla="*/ 87746 h 101326"/>
                <a:gd name="csX6" fmla="*/ 102580 w 115008"/>
                <a:gd name="csY6" fmla="*/ 94587 h 101326"/>
                <a:gd name="csX7" fmla="*/ 100785 w 115008"/>
                <a:gd name="csY7" fmla="*/ 101327 h 101326"/>
                <a:gd name="csX8" fmla="*/ 82429 w 115008"/>
                <a:gd name="csY8" fmla="*/ 93808 h 101326"/>
                <a:gd name="csX9" fmla="*/ 75555 w 115008"/>
                <a:gd name="csY9" fmla="*/ 86697 h 101326"/>
                <a:gd name="csX10" fmla="*/ 79449 w 115008"/>
                <a:gd name="csY10" fmla="*/ 80838 h 101326"/>
                <a:gd name="csX11" fmla="*/ 78196 w 115008"/>
                <a:gd name="csY11" fmla="*/ 73353 h 101326"/>
                <a:gd name="csX12" fmla="*/ 68815 w 115008"/>
                <a:gd name="csY12" fmla="*/ 65226 h 101326"/>
                <a:gd name="csX13" fmla="*/ 55506 w 115008"/>
                <a:gd name="csY13" fmla="*/ 58588 h 101326"/>
                <a:gd name="csX14" fmla="*/ 43822 w 115008"/>
                <a:gd name="csY14" fmla="*/ 54219 h 101326"/>
                <a:gd name="csX15" fmla="*/ 41621 w 115008"/>
                <a:gd name="csY15" fmla="*/ 44331 h 101326"/>
                <a:gd name="csX16" fmla="*/ 32714 w 115008"/>
                <a:gd name="csY16" fmla="*/ 38269 h 101326"/>
                <a:gd name="csX17" fmla="*/ 34916 w 115008"/>
                <a:gd name="csY17" fmla="*/ 48124 h 101326"/>
                <a:gd name="csX18" fmla="*/ 28143 w 115008"/>
                <a:gd name="csY18" fmla="*/ 56217 h 101326"/>
                <a:gd name="csX19" fmla="*/ 20421 w 115008"/>
                <a:gd name="csY19" fmla="*/ 46803 h 101326"/>
                <a:gd name="csX20" fmla="*/ 9516 w 115008"/>
                <a:gd name="csY20" fmla="*/ 43484 h 101326"/>
                <a:gd name="csX21" fmla="*/ 4911 w 115008"/>
                <a:gd name="csY21" fmla="*/ 36643 h 101326"/>
                <a:gd name="csX22" fmla="*/ 5080 w 115008"/>
                <a:gd name="csY22" fmla="*/ 26348 h 101326"/>
                <a:gd name="csX23" fmla="*/ 9584 w 115008"/>
                <a:gd name="csY23" fmla="*/ 15680 h 101326"/>
                <a:gd name="csX24" fmla="*/ 0 w 115008"/>
                <a:gd name="csY24" fmla="*/ 10905 h 101326"/>
                <a:gd name="csX25" fmla="*/ 7755 w 115008"/>
                <a:gd name="csY25" fmla="*/ 4369 h 101326"/>
                <a:gd name="csX26" fmla="*/ 12869 w 115008"/>
                <a:gd name="csY26" fmla="*/ 0 h 101326"/>
                <a:gd name="csX27" fmla="*/ 35187 w 115008"/>
                <a:gd name="csY27" fmla="*/ 8974 h 101326"/>
                <a:gd name="csX28" fmla="*/ 42976 w 115008"/>
                <a:gd name="csY28" fmla="*/ 4538 h 101326"/>
                <a:gd name="csX29" fmla="*/ 53711 w 115008"/>
                <a:gd name="csY29" fmla="*/ 7383 h 101326"/>
                <a:gd name="csX30" fmla="*/ 59333 w 115008"/>
                <a:gd name="csY30" fmla="*/ 14359 h 101326"/>
                <a:gd name="csX31" fmla="*/ 69323 w 115008"/>
                <a:gd name="csY31" fmla="*/ 16594 h 101326"/>
                <a:gd name="csX32" fmla="*/ 77417 w 115008"/>
                <a:gd name="csY32" fmla="*/ 9415 h 101326"/>
                <a:gd name="csX33" fmla="*/ 86019 w 115008"/>
                <a:gd name="csY33" fmla="*/ 27838 h 101326"/>
                <a:gd name="csX34" fmla="*/ 99091 w 115008"/>
                <a:gd name="csY34" fmla="*/ 41452 h 101326"/>
                <a:gd name="csX35" fmla="*/ 115008 w 115008"/>
                <a:gd name="csY35" fmla="*/ 55913 h 1013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15008" h="101326">
                  <a:moveTo>
                    <a:pt x="115008" y="55913"/>
                  </a:moveTo>
                  <a:lnTo>
                    <a:pt x="101902" y="58927"/>
                  </a:lnTo>
                  <a:lnTo>
                    <a:pt x="102105" y="72575"/>
                  </a:lnTo>
                  <a:lnTo>
                    <a:pt x="109150" y="77587"/>
                  </a:lnTo>
                  <a:lnTo>
                    <a:pt x="104070" y="81617"/>
                  </a:lnTo>
                  <a:lnTo>
                    <a:pt x="105390" y="87746"/>
                  </a:lnTo>
                  <a:lnTo>
                    <a:pt x="102580" y="94587"/>
                  </a:lnTo>
                  <a:lnTo>
                    <a:pt x="100785" y="101327"/>
                  </a:lnTo>
                  <a:lnTo>
                    <a:pt x="82429" y="93808"/>
                  </a:lnTo>
                  <a:lnTo>
                    <a:pt x="75555" y="86697"/>
                  </a:lnTo>
                  <a:lnTo>
                    <a:pt x="79449" y="80838"/>
                  </a:lnTo>
                  <a:lnTo>
                    <a:pt x="78196" y="73353"/>
                  </a:lnTo>
                  <a:lnTo>
                    <a:pt x="68815" y="65226"/>
                  </a:lnTo>
                  <a:lnTo>
                    <a:pt x="55506" y="58588"/>
                  </a:lnTo>
                  <a:lnTo>
                    <a:pt x="43822" y="54219"/>
                  </a:lnTo>
                  <a:lnTo>
                    <a:pt x="41621" y="44331"/>
                  </a:lnTo>
                  <a:lnTo>
                    <a:pt x="32714" y="38269"/>
                  </a:lnTo>
                  <a:lnTo>
                    <a:pt x="34916" y="48124"/>
                  </a:lnTo>
                  <a:lnTo>
                    <a:pt x="28143" y="56217"/>
                  </a:lnTo>
                  <a:lnTo>
                    <a:pt x="20421" y="46803"/>
                  </a:lnTo>
                  <a:lnTo>
                    <a:pt x="9516" y="43484"/>
                  </a:lnTo>
                  <a:lnTo>
                    <a:pt x="4911" y="36643"/>
                  </a:lnTo>
                  <a:lnTo>
                    <a:pt x="5080" y="26348"/>
                  </a:lnTo>
                  <a:lnTo>
                    <a:pt x="9584" y="15680"/>
                  </a:lnTo>
                  <a:lnTo>
                    <a:pt x="0" y="10905"/>
                  </a:lnTo>
                  <a:lnTo>
                    <a:pt x="7755" y="4369"/>
                  </a:lnTo>
                  <a:lnTo>
                    <a:pt x="12869" y="0"/>
                  </a:lnTo>
                  <a:lnTo>
                    <a:pt x="35187" y="8974"/>
                  </a:lnTo>
                  <a:lnTo>
                    <a:pt x="42976" y="4538"/>
                  </a:lnTo>
                  <a:lnTo>
                    <a:pt x="53711" y="7383"/>
                  </a:lnTo>
                  <a:lnTo>
                    <a:pt x="59333" y="14359"/>
                  </a:lnTo>
                  <a:lnTo>
                    <a:pt x="69323" y="16594"/>
                  </a:lnTo>
                  <a:lnTo>
                    <a:pt x="77417" y="9415"/>
                  </a:lnTo>
                  <a:lnTo>
                    <a:pt x="86019" y="27838"/>
                  </a:lnTo>
                  <a:lnTo>
                    <a:pt x="99091" y="41452"/>
                  </a:lnTo>
                  <a:lnTo>
                    <a:pt x="115008" y="55913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5A0E7DC2-B5E1-9435-778F-B3EADDE1495E}"/>
                </a:ext>
              </a:extLst>
            </p:cNvPr>
            <p:cNvSpPr/>
            <p:nvPr/>
          </p:nvSpPr>
          <p:spPr>
            <a:xfrm>
              <a:off x="3126898" y="2920470"/>
              <a:ext cx="153107" cy="145250"/>
            </a:xfrm>
            <a:custGeom>
              <a:avLst/>
              <a:gdLst>
                <a:gd name="csX0" fmla="*/ 135870 w 153107"/>
                <a:gd name="csY0" fmla="*/ 138071 h 145250"/>
                <a:gd name="csX1" fmla="*/ 127776 w 153107"/>
                <a:gd name="csY1" fmla="*/ 145251 h 145250"/>
                <a:gd name="csX2" fmla="*/ 117785 w 153107"/>
                <a:gd name="csY2" fmla="*/ 143015 h 145250"/>
                <a:gd name="csX3" fmla="*/ 112163 w 153107"/>
                <a:gd name="csY3" fmla="*/ 136039 h 145250"/>
                <a:gd name="csX4" fmla="*/ 101428 w 153107"/>
                <a:gd name="csY4" fmla="*/ 133194 h 145250"/>
                <a:gd name="csX5" fmla="*/ 93639 w 153107"/>
                <a:gd name="csY5" fmla="*/ 137631 h 145250"/>
                <a:gd name="csX6" fmla="*/ 71322 w 153107"/>
                <a:gd name="csY6" fmla="*/ 128656 h 145250"/>
                <a:gd name="csX7" fmla="*/ 66208 w 153107"/>
                <a:gd name="csY7" fmla="*/ 133025 h 145250"/>
                <a:gd name="csX8" fmla="*/ 54524 w 153107"/>
                <a:gd name="csY8" fmla="*/ 122357 h 145250"/>
                <a:gd name="csX9" fmla="*/ 38675 w 153107"/>
                <a:gd name="csY9" fmla="*/ 108675 h 145250"/>
                <a:gd name="csX10" fmla="*/ 31224 w 153107"/>
                <a:gd name="csY10" fmla="*/ 97263 h 145250"/>
                <a:gd name="csX11" fmla="*/ 16933 w 153107"/>
                <a:gd name="csY11" fmla="*/ 86629 h 145250"/>
                <a:gd name="csX12" fmla="*/ 0 w 153107"/>
                <a:gd name="csY12" fmla="*/ 71321 h 145250"/>
                <a:gd name="csX13" fmla="*/ 3759 w 153107"/>
                <a:gd name="csY13" fmla="*/ 66072 h 145250"/>
                <a:gd name="csX14" fmla="*/ 9347 w 153107"/>
                <a:gd name="csY14" fmla="*/ 71186 h 145250"/>
                <a:gd name="csX15" fmla="*/ 11887 w 153107"/>
                <a:gd name="csY15" fmla="*/ 68781 h 145250"/>
                <a:gd name="csX16" fmla="*/ 22419 w 153107"/>
                <a:gd name="csY16" fmla="*/ 67393 h 145250"/>
                <a:gd name="csX17" fmla="*/ 26652 w 153107"/>
                <a:gd name="csY17" fmla="*/ 59672 h 145250"/>
                <a:gd name="csX18" fmla="*/ 31631 w 153107"/>
                <a:gd name="csY18" fmla="*/ 59367 h 145250"/>
                <a:gd name="csX19" fmla="*/ 30920 w 153107"/>
                <a:gd name="csY19" fmla="*/ 42705 h 145250"/>
                <a:gd name="csX20" fmla="*/ 38844 w 153107"/>
                <a:gd name="csY20" fmla="*/ 41926 h 145250"/>
                <a:gd name="csX21" fmla="*/ 45922 w 153107"/>
                <a:gd name="csY21" fmla="*/ 42163 h 145250"/>
                <a:gd name="csX22" fmla="*/ 53237 w 153107"/>
                <a:gd name="csY22" fmla="*/ 33121 h 145250"/>
                <a:gd name="csX23" fmla="*/ 63227 w 153107"/>
                <a:gd name="csY23" fmla="*/ 39962 h 145250"/>
                <a:gd name="csX24" fmla="*/ 66682 w 153107"/>
                <a:gd name="csY24" fmla="*/ 35762 h 145250"/>
                <a:gd name="csX25" fmla="*/ 72947 w 153107"/>
                <a:gd name="csY25" fmla="*/ 31732 h 145250"/>
                <a:gd name="csX26" fmla="*/ 84766 w 153107"/>
                <a:gd name="csY26" fmla="*/ 22419 h 145250"/>
                <a:gd name="csX27" fmla="*/ 85308 w 153107"/>
                <a:gd name="csY27" fmla="*/ 15443 h 145250"/>
                <a:gd name="csX28" fmla="*/ 88559 w 153107"/>
                <a:gd name="csY28" fmla="*/ 15714 h 145250"/>
                <a:gd name="csX29" fmla="*/ 92894 w 153107"/>
                <a:gd name="csY29" fmla="*/ 7654 h 145250"/>
                <a:gd name="csX30" fmla="*/ 96450 w 153107"/>
                <a:gd name="csY30" fmla="*/ 6638 h 145250"/>
                <a:gd name="csX31" fmla="*/ 102207 w 153107"/>
                <a:gd name="csY31" fmla="*/ 11819 h 145250"/>
                <a:gd name="csX32" fmla="*/ 109014 w 153107"/>
                <a:gd name="csY32" fmla="*/ 13343 h 145250"/>
                <a:gd name="csX33" fmla="*/ 116499 w 153107"/>
                <a:gd name="csY33" fmla="*/ 9042 h 145250"/>
                <a:gd name="csX34" fmla="*/ 125033 w 153107"/>
                <a:gd name="csY34" fmla="*/ 9042 h 145250"/>
                <a:gd name="csX35" fmla="*/ 136784 w 153107"/>
                <a:gd name="csY35" fmla="*/ 4606 h 145250"/>
                <a:gd name="csX36" fmla="*/ 141491 w 153107"/>
                <a:gd name="csY36" fmla="*/ 0 h 145250"/>
                <a:gd name="csX37" fmla="*/ 153107 w 153107"/>
                <a:gd name="csY37" fmla="*/ 677 h 145250"/>
                <a:gd name="csX38" fmla="*/ 150195 w 153107"/>
                <a:gd name="csY38" fmla="*/ 3928 h 145250"/>
                <a:gd name="csX39" fmla="*/ 148468 w 153107"/>
                <a:gd name="csY39" fmla="*/ 11480 h 145250"/>
                <a:gd name="csX40" fmla="*/ 151922 w 153107"/>
                <a:gd name="csY40" fmla="*/ 23875 h 145250"/>
                <a:gd name="csX41" fmla="*/ 144133 w 153107"/>
                <a:gd name="csY41" fmla="*/ 35424 h 145250"/>
                <a:gd name="csX42" fmla="*/ 140476 w 153107"/>
                <a:gd name="csY42" fmla="*/ 49038 h 145250"/>
                <a:gd name="csX43" fmla="*/ 139392 w 153107"/>
                <a:gd name="csY43" fmla="*/ 63973 h 145250"/>
                <a:gd name="csX44" fmla="*/ 141187 w 153107"/>
                <a:gd name="csY44" fmla="*/ 72710 h 145250"/>
                <a:gd name="csX45" fmla="*/ 142067 w 153107"/>
                <a:gd name="csY45" fmla="*/ 87950 h 145250"/>
                <a:gd name="csX46" fmla="*/ 136886 w 153107"/>
                <a:gd name="csY46" fmla="*/ 91268 h 145250"/>
                <a:gd name="csX47" fmla="*/ 133702 w 153107"/>
                <a:gd name="csY47" fmla="*/ 105763 h 145250"/>
                <a:gd name="csX48" fmla="*/ 136039 w 153107"/>
                <a:gd name="csY48" fmla="*/ 114704 h 145250"/>
                <a:gd name="csX49" fmla="*/ 129130 w 153107"/>
                <a:gd name="csY49" fmla="*/ 123373 h 145250"/>
                <a:gd name="csX50" fmla="*/ 130688 w 153107"/>
                <a:gd name="csY50" fmla="*/ 132517 h 145250"/>
                <a:gd name="csX51" fmla="*/ 135870 w 153107"/>
                <a:gd name="csY51" fmla="*/ 138071 h 14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</a:cxnLst>
              <a:rect l="l" t="t" r="r" b="b"/>
              <a:pathLst>
                <a:path w="153107" h="145250">
                  <a:moveTo>
                    <a:pt x="135870" y="138071"/>
                  </a:moveTo>
                  <a:lnTo>
                    <a:pt x="127776" y="145251"/>
                  </a:lnTo>
                  <a:lnTo>
                    <a:pt x="117785" y="143015"/>
                  </a:lnTo>
                  <a:lnTo>
                    <a:pt x="112163" y="136039"/>
                  </a:lnTo>
                  <a:lnTo>
                    <a:pt x="101428" y="133194"/>
                  </a:lnTo>
                  <a:lnTo>
                    <a:pt x="93639" y="137631"/>
                  </a:lnTo>
                  <a:lnTo>
                    <a:pt x="71322" y="128656"/>
                  </a:lnTo>
                  <a:lnTo>
                    <a:pt x="66208" y="133025"/>
                  </a:lnTo>
                  <a:lnTo>
                    <a:pt x="54524" y="122357"/>
                  </a:lnTo>
                  <a:lnTo>
                    <a:pt x="38675" y="108675"/>
                  </a:lnTo>
                  <a:lnTo>
                    <a:pt x="31224" y="97263"/>
                  </a:lnTo>
                  <a:lnTo>
                    <a:pt x="16933" y="86629"/>
                  </a:lnTo>
                  <a:lnTo>
                    <a:pt x="0" y="71321"/>
                  </a:lnTo>
                  <a:lnTo>
                    <a:pt x="3759" y="66072"/>
                  </a:lnTo>
                  <a:lnTo>
                    <a:pt x="9347" y="71186"/>
                  </a:lnTo>
                  <a:lnTo>
                    <a:pt x="11887" y="68781"/>
                  </a:lnTo>
                  <a:lnTo>
                    <a:pt x="22419" y="67393"/>
                  </a:lnTo>
                  <a:lnTo>
                    <a:pt x="26652" y="59672"/>
                  </a:lnTo>
                  <a:lnTo>
                    <a:pt x="31631" y="59367"/>
                  </a:lnTo>
                  <a:lnTo>
                    <a:pt x="30920" y="42705"/>
                  </a:lnTo>
                  <a:lnTo>
                    <a:pt x="38844" y="41926"/>
                  </a:lnTo>
                  <a:lnTo>
                    <a:pt x="45922" y="42163"/>
                  </a:lnTo>
                  <a:lnTo>
                    <a:pt x="53237" y="33121"/>
                  </a:lnTo>
                  <a:lnTo>
                    <a:pt x="63227" y="39962"/>
                  </a:lnTo>
                  <a:lnTo>
                    <a:pt x="66682" y="35762"/>
                  </a:lnTo>
                  <a:lnTo>
                    <a:pt x="72947" y="31732"/>
                  </a:lnTo>
                  <a:lnTo>
                    <a:pt x="84766" y="22419"/>
                  </a:lnTo>
                  <a:lnTo>
                    <a:pt x="85308" y="15443"/>
                  </a:lnTo>
                  <a:lnTo>
                    <a:pt x="88559" y="15714"/>
                  </a:lnTo>
                  <a:lnTo>
                    <a:pt x="92894" y="7654"/>
                  </a:lnTo>
                  <a:lnTo>
                    <a:pt x="96450" y="6638"/>
                  </a:lnTo>
                  <a:lnTo>
                    <a:pt x="102207" y="11819"/>
                  </a:lnTo>
                  <a:lnTo>
                    <a:pt x="109014" y="13343"/>
                  </a:lnTo>
                  <a:lnTo>
                    <a:pt x="116499" y="9042"/>
                  </a:lnTo>
                  <a:lnTo>
                    <a:pt x="125033" y="9042"/>
                  </a:lnTo>
                  <a:lnTo>
                    <a:pt x="136784" y="4606"/>
                  </a:lnTo>
                  <a:lnTo>
                    <a:pt x="141491" y="0"/>
                  </a:lnTo>
                  <a:lnTo>
                    <a:pt x="153107" y="677"/>
                  </a:lnTo>
                  <a:lnTo>
                    <a:pt x="150195" y="3928"/>
                  </a:lnTo>
                  <a:lnTo>
                    <a:pt x="148468" y="11480"/>
                  </a:lnTo>
                  <a:lnTo>
                    <a:pt x="151922" y="23875"/>
                  </a:lnTo>
                  <a:lnTo>
                    <a:pt x="144133" y="35424"/>
                  </a:lnTo>
                  <a:lnTo>
                    <a:pt x="140476" y="49038"/>
                  </a:lnTo>
                  <a:lnTo>
                    <a:pt x="139392" y="63973"/>
                  </a:lnTo>
                  <a:lnTo>
                    <a:pt x="141187" y="72710"/>
                  </a:lnTo>
                  <a:lnTo>
                    <a:pt x="142067" y="87950"/>
                  </a:lnTo>
                  <a:lnTo>
                    <a:pt x="136886" y="91268"/>
                  </a:lnTo>
                  <a:lnTo>
                    <a:pt x="133702" y="105763"/>
                  </a:lnTo>
                  <a:lnTo>
                    <a:pt x="136039" y="114704"/>
                  </a:lnTo>
                  <a:lnTo>
                    <a:pt x="129130" y="123373"/>
                  </a:lnTo>
                  <a:lnTo>
                    <a:pt x="130688" y="132517"/>
                  </a:lnTo>
                  <a:lnTo>
                    <a:pt x="135870" y="138071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23815BC3-BD4D-811F-E70D-F3C04D7CB065}"/>
                </a:ext>
              </a:extLst>
            </p:cNvPr>
            <p:cNvSpPr/>
            <p:nvPr/>
          </p:nvSpPr>
          <p:spPr>
            <a:xfrm>
              <a:off x="3069835" y="2886977"/>
              <a:ext cx="210171" cy="102274"/>
            </a:xfrm>
            <a:custGeom>
              <a:avLst/>
              <a:gdLst>
                <a:gd name="csX0" fmla="*/ 210171 w 210171"/>
                <a:gd name="csY0" fmla="*/ 34170 h 102274"/>
                <a:gd name="csX1" fmla="*/ 198555 w 210171"/>
                <a:gd name="csY1" fmla="*/ 33493 h 102274"/>
                <a:gd name="csX2" fmla="*/ 193848 w 210171"/>
                <a:gd name="csY2" fmla="*/ 38099 h 102274"/>
                <a:gd name="csX3" fmla="*/ 182096 w 210171"/>
                <a:gd name="csY3" fmla="*/ 42535 h 102274"/>
                <a:gd name="csX4" fmla="*/ 173562 w 210171"/>
                <a:gd name="csY4" fmla="*/ 42535 h 102274"/>
                <a:gd name="csX5" fmla="*/ 166078 w 210171"/>
                <a:gd name="csY5" fmla="*/ 46836 h 102274"/>
                <a:gd name="csX6" fmla="*/ 159271 w 210171"/>
                <a:gd name="csY6" fmla="*/ 45312 h 102274"/>
                <a:gd name="csX7" fmla="*/ 153514 w 210171"/>
                <a:gd name="csY7" fmla="*/ 40131 h 102274"/>
                <a:gd name="csX8" fmla="*/ 149958 w 210171"/>
                <a:gd name="csY8" fmla="*/ 41147 h 102274"/>
                <a:gd name="csX9" fmla="*/ 145623 w 210171"/>
                <a:gd name="csY9" fmla="*/ 49207 h 102274"/>
                <a:gd name="csX10" fmla="*/ 142372 w 210171"/>
                <a:gd name="csY10" fmla="*/ 48936 h 102274"/>
                <a:gd name="csX11" fmla="*/ 141830 w 210171"/>
                <a:gd name="csY11" fmla="*/ 55913 h 102274"/>
                <a:gd name="csX12" fmla="*/ 130011 w 210171"/>
                <a:gd name="csY12" fmla="*/ 65225 h 102274"/>
                <a:gd name="csX13" fmla="*/ 123746 w 210171"/>
                <a:gd name="csY13" fmla="*/ 69256 h 102274"/>
                <a:gd name="csX14" fmla="*/ 120291 w 210171"/>
                <a:gd name="csY14" fmla="*/ 73455 h 102274"/>
                <a:gd name="csX15" fmla="*/ 110301 w 210171"/>
                <a:gd name="csY15" fmla="*/ 66614 h 102274"/>
                <a:gd name="csX16" fmla="*/ 102986 w 210171"/>
                <a:gd name="csY16" fmla="*/ 75656 h 102274"/>
                <a:gd name="csX17" fmla="*/ 95908 w 210171"/>
                <a:gd name="csY17" fmla="*/ 75419 h 102274"/>
                <a:gd name="csX18" fmla="*/ 87983 w 210171"/>
                <a:gd name="csY18" fmla="*/ 76198 h 102274"/>
                <a:gd name="csX19" fmla="*/ 88694 w 210171"/>
                <a:gd name="csY19" fmla="*/ 92860 h 102274"/>
                <a:gd name="csX20" fmla="*/ 83716 w 210171"/>
                <a:gd name="csY20" fmla="*/ 93165 h 102274"/>
                <a:gd name="csX21" fmla="*/ 79483 w 210171"/>
                <a:gd name="csY21" fmla="*/ 100886 h 102274"/>
                <a:gd name="csX22" fmla="*/ 68951 w 210171"/>
                <a:gd name="csY22" fmla="*/ 102275 h 102274"/>
                <a:gd name="csX23" fmla="*/ 63126 w 210171"/>
                <a:gd name="csY23" fmla="*/ 91675 h 102274"/>
                <a:gd name="csX24" fmla="*/ 52831 w 210171"/>
                <a:gd name="csY24" fmla="*/ 88762 h 102274"/>
                <a:gd name="csX25" fmla="*/ 55167 w 210171"/>
                <a:gd name="csY25" fmla="*/ 75182 h 102274"/>
                <a:gd name="csX26" fmla="*/ 50562 w 210171"/>
                <a:gd name="csY26" fmla="*/ 71525 h 102274"/>
                <a:gd name="csX27" fmla="*/ 43619 w 210171"/>
                <a:gd name="csY27" fmla="*/ 69086 h 102274"/>
                <a:gd name="csX28" fmla="*/ 28752 w 210171"/>
                <a:gd name="csY28" fmla="*/ 73150 h 102274"/>
                <a:gd name="csX29" fmla="*/ 27499 w 210171"/>
                <a:gd name="csY29" fmla="*/ 68578 h 102274"/>
                <a:gd name="csX30" fmla="*/ 17271 w 210171"/>
                <a:gd name="csY30" fmla="*/ 63126 h 102274"/>
                <a:gd name="csX31" fmla="*/ 9957 w 210171"/>
                <a:gd name="csY31" fmla="*/ 56387 h 102274"/>
                <a:gd name="csX32" fmla="*/ 0 w 210171"/>
                <a:gd name="csY32" fmla="*/ 53542 h 102274"/>
                <a:gd name="csX33" fmla="*/ 7010 w 210171"/>
                <a:gd name="csY33" fmla="*/ 44940 h 102274"/>
                <a:gd name="csX34" fmla="*/ 4335 w 210171"/>
                <a:gd name="csY34" fmla="*/ 38302 h 102274"/>
                <a:gd name="csX35" fmla="*/ 6705 w 210171"/>
                <a:gd name="csY35" fmla="*/ 31800 h 102274"/>
                <a:gd name="csX36" fmla="*/ 22758 w 210171"/>
                <a:gd name="csY36" fmla="*/ 22317 h 102274"/>
                <a:gd name="csX37" fmla="*/ 38201 w 210171"/>
                <a:gd name="csY37" fmla="*/ 9381 h 102274"/>
                <a:gd name="csX38" fmla="*/ 41723 w 210171"/>
                <a:gd name="csY38" fmla="*/ 10701 h 102274"/>
                <a:gd name="csX39" fmla="*/ 49139 w 210171"/>
                <a:gd name="csY39" fmla="*/ 4775 h 102274"/>
                <a:gd name="csX40" fmla="*/ 58825 w 210171"/>
                <a:gd name="csY40" fmla="*/ 4267 h 102274"/>
                <a:gd name="csX41" fmla="*/ 61974 w 210171"/>
                <a:gd name="csY41" fmla="*/ 7044 h 102274"/>
                <a:gd name="csX42" fmla="*/ 67224 w 210171"/>
                <a:gd name="csY42" fmla="*/ 5351 h 102274"/>
                <a:gd name="csX43" fmla="*/ 82971 w 210171"/>
                <a:gd name="csY43" fmla="*/ 8399 h 102274"/>
                <a:gd name="csX44" fmla="*/ 98617 w 210171"/>
                <a:gd name="csY44" fmla="*/ 7518 h 102274"/>
                <a:gd name="csX45" fmla="*/ 109522 w 210171"/>
                <a:gd name="csY45" fmla="*/ 3793 h 102274"/>
                <a:gd name="csX46" fmla="*/ 113484 w 210171"/>
                <a:gd name="csY46" fmla="*/ 0 h 102274"/>
                <a:gd name="csX47" fmla="*/ 124287 w 210171"/>
                <a:gd name="csY47" fmla="*/ 1727 h 102274"/>
                <a:gd name="csX48" fmla="*/ 132381 w 210171"/>
                <a:gd name="csY48" fmla="*/ 4030 h 102274"/>
                <a:gd name="csX49" fmla="*/ 141254 w 210171"/>
                <a:gd name="csY49" fmla="*/ 3251 h 102274"/>
                <a:gd name="csX50" fmla="*/ 147960 w 210171"/>
                <a:gd name="csY50" fmla="*/ 305 h 102274"/>
                <a:gd name="csX51" fmla="*/ 163436 w 210171"/>
                <a:gd name="csY51" fmla="*/ 5012 h 102274"/>
                <a:gd name="csX52" fmla="*/ 168821 w 210171"/>
                <a:gd name="csY52" fmla="*/ 5757 h 102274"/>
                <a:gd name="csX53" fmla="*/ 179150 w 210171"/>
                <a:gd name="csY53" fmla="*/ 12090 h 102274"/>
                <a:gd name="csX54" fmla="*/ 188937 w 210171"/>
                <a:gd name="csY54" fmla="*/ 19676 h 102274"/>
                <a:gd name="csX55" fmla="*/ 201264 w 210171"/>
                <a:gd name="csY55" fmla="*/ 24857 h 102274"/>
                <a:gd name="csX56" fmla="*/ 210171 w 210171"/>
                <a:gd name="csY56" fmla="*/ 34170 h 1022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</a:cxnLst>
              <a:rect l="l" t="t" r="r" b="b"/>
              <a:pathLst>
                <a:path w="210171" h="102274">
                  <a:moveTo>
                    <a:pt x="210171" y="34170"/>
                  </a:moveTo>
                  <a:lnTo>
                    <a:pt x="198555" y="33493"/>
                  </a:lnTo>
                  <a:lnTo>
                    <a:pt x="193848" y="38099"/>
                  </a:lnTo>
                  <a:lnTo>
                    <a:pt x="182096" y="42535"/>
                  </a:lnTo>
                  <a:lnTo>
                    <a:pt x="173562" y="42535"/>
                  </a:lnTo>
                  <a:lnTo>
                    <a:pt x="166078" y="46836"/>
                  </a:lnTo>
                  <a:lnTo>
                    <a:pt x="159271" y="45312"/>
                  </a:lnTo>
                  <a:lnTo>
                    <a:pt x="153514" y="40131"/>
                  </a:lnTo>
                  <a:lnTo>
                    <a:pt x="149958" y="41147"/>
                  </a:lnTo>
                  <a:lnTo>
                    <a:pt x="145623" y="49207"/>
                  </a:lnTo>
                  <a:lnTo>
                    <a:pt x="142372" y="48936"/>
                  </a:lnTo>
                  <a:lnTo>
                    <a:pt x="141830" y="55913"/>
                  </a:lnTo>
                  <a:lnTo>
                    <a:pt x="130011" y="65225"/>
                  </a:lnTo>
                  <a:lnTo>
                    <a:pt x="123746" y="69256"/>
                  </a:lnTo>
                  <a:lnTo>
                    <a:pt x="120291" y="73455"/>
                  </a:lnTo>
                  <a:lnTo>
                    <a:pt x="110301" y="66614"/>
                  </a:lnTo>
                  <a:lnTo>
                    <a:pt x="102986" y="75656"/>
                  </a:lnTo>
                  <a:lnTo>
                    <a:pt x="95908" y="75419"/>
                  </a:lnTo>
                  <a:lnTo>
                    <a:pt x="87983" y="76198"/>
                  </a:lnTo>
                  <a:lnTo>
                    <a:pt x="88694" y="92860"/>
                  </a:lnTo>
                  <a:lnTo>
                    <a:pt x="83716" y="93165"/>
                  </a:lnTo>
                  <a:lnTo>
                    <a:pt x="79483" y="100886"/>
                  </a:lnTo>
                  <a:lnTo>
                    <a:pt x="68951" y="102275"/>
                  </a:lnTo>
                  <a:lnTo>
                    <a:pt x="63126" y="91675"/>
                  </a:lnTo>
                  <a:lnTo>
                    <a:pt x="52831" y="88762"/>
                  </a:lnTo>
                  <a:lnTo>
                    <a:pt x="55167" y="75182"/>
                  </a:lnTo>
                  <a:lnTo>
                    <a:pt x="50562" y="71525"/>
                  </a:lnTo>
                  <a:lnTo>
                    <a:pt x="43619" y="69086"/>
                  </a:lnTo>
                  <a:lnTo>
                    <a:pt x="28752" y="73150"/>
                  </a:lnTo>
                  <a:lnTo>
                    <a:pt x="27499" y="68578"/>
                  </a:lnTo>
                  <a:lnTo>
                    <a:pt x="17271" y="63126"/>
                  </a:lnTo>
                  <a:lnTo>
                    <a:pt x="9957" y="56387"/>
                  </a:lnTo>
                  <a:lnTo>
                    <a:pt x="0" y="53542"/>
                  </a:lnTo>
                  <a:lnTo>
                    <a:pt x="7010" y="44940"/>
                  </a:lnTo>
                  <a:lnTo>
                    <a:pt x="4335" y="38302"/>
                  </a:lnTo>
                  <a:lnTo>
                    <a:pt x="6705" y="31800"/>
                  </a:lnTo>
                  <a:lnTo>
                    <a:pt x="22758" y="22317"/>
                  </a:lnTo>
                  <a:lnTo>
                    <a:pt x="38201" y="9381"/>
                  </a:lnTo>
                  <a:lnTo>
                    <a:pt x="41723" y="10701"/>
                  </a:lnTo>
                  <a:lnTo>
                    <a:pt x="49139" y="4775"/>
                  </a:lnTo>
                  <a:lnTo>
                    <a:pt x="58825" y="4267"/>
                  </a:lnTo>
                  <a:lnTo>
                    <a:pt x="61974" y="7044"/>
                  </a:lnTo>
                  <a:lnTo>
                    <a:pt x="67224" y="5351"/>
                  </a:lnTo>
                  <a:lnTo>
                    <a:pt x="82971" y="8399"/>
                  </a:lnTo>
                  <a:lnTo>
                    <a:pt x="98617" y="7518"/>
                  </a:lnTo>
                  <a:lnTo>
                    <a:pt x="109522" y="3793"/>
                  </a:lnTo>
                  <a:lnTo>
                    <a:pt x="113484" y="0"/>
                  </a:lnTo>
                  <a:lnTo>
                    <a:pt x="124287" y="1727"/>
                  </a:lnTo>
                  <a:lnTo>
                    <a:pt x="132381" y="4030"/>
                  </a:lnTo>
                  <a:lnTo>
                    <a:pt x="141254" y="3251"/>
                  </a:lnTo>
                  <a:lnTo>
                    <a:pt x="147960" y="305"/>
                  </a:lnTo>
                  <a:lnTo>
                    <a:pt x="163436" y="5012"/>
                  </a:lnTo>
                  <a:lnTo>
                    <a:pt x="168821" y="5757"/>
                  </a:lnTo>
                  <a:lnTo>
                    <a:pt x="179150" y="12090"/>
                  </a:lnTo>
                  <a:lnTo>
                    <a:pt x="188937" y="19676"/>
                  </a:lnTo>
                  <a:lnTo>
                    <a:pt x="201264" y="24857"/>
                  </a:lnTo>
                  <a:lnTo>
                    <a:pt x="210171" y="34170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40024D92-5A46-359E-C9C7-611888339F43}"/>
                </a:ext>
              </a:extLst>
            </p:cNvPr>
            <p:cNvSpPr/>
            <p:nvPr/>
          </p:nvSpPr>
          <p:spPr>
            <a:xfrm>
              <a:off x="3044672" y="2940519"/>
              <a:ext cx="80329" cy="43178"/>
            </a:xfrm>
            <a:custGeom>
              <a:avLst/>
              <a:gdLst>
                <a:gd name="csX0" fmla="*/ 25162 w 80329"/>
                <a:gd name="csY0" fmla="*/ 0 h 43178"/>
                <a:gd name="csX1" fmla="*/ 35119 w 80329"/>
                <a:gd name="csY1" fmla="*/ 2845 h 43178"/>
                <a:gd name="csX2" fmla="*/ 42434 w 80329"/>
                <a:gd name="csY2" fmla="*/ 9584 h 43178"/>
                <a:gd name="csX3" fmla="*/ 52661 w 80329"/>
                <a:gd name="csY3" fmla="*/ 15036 h 43178"/>
                <a:gd name="csX4" fmla="*/ 53914 w 80329"/>
                <a:gd name="csY4" fmla="*/ 19608 h 43178"/>
                <a:gd name="csX5" fmla="*/ 68781 w 80329"/>
                <a:gd name="csY5" fmla="*/ 15545 h 43178"/>
                <a:gd name="csX6" fmla="*/ 75724 w 80329"/>
                <a:gd name="csY6" fmla="*/ 17983 h 43178"/>
                <a:gd name="csX7" fmla="*/ 80330 w 80329"/>
                <a:gd name="csY7" fmla="*/ 21640 h 43178"/>
                <a:gd name="csX8" fmla="*/ 77993 w 80329"/>
                <a:gd name="csY8" fmla="*/ 35220 h 43178"/>
                <a:gd name="csX9" fmla="*/ 74234 w 80329"/>
                <a:gd name="csY9" fmla="*/ 43179 h 43178"/>
                <a:gd name="csX10" fmla="*/ 54626 w 80329"/>
                <a:gd name="csY10" fmla="*/ 42671 h 43178"/>
                <a:gd name="csX11" fmla="*/ 42434 w 80329"/>
                <a:gd name="csY11" fmla="*/ 39420 h 43178"/>
                <a:gd name="csX12" fmla="*/ 28413 w 80329"/>
                <a:gd name="csY12" fmla="*/ 32681 h 43178"/>
                <a:gd name="csX13" fmla="*/ 9618 w 80329"/>
                <a:gd name="csY13" fmla="*/ 30581 h 43178"/>
                <a:gd name="csX14" fmla="*/ 0 w 80329"/>
                <a:gd name="csY14" fmla="*/ 23334 h 43178"/>
                <a:gd name="csX15" fmla="*/ 1050 w 80329"/>
                <a:gd name="csY15" fmla="*/ 18355 h 43178"/>
                <a:gd name="csX16" fmla="*/ 12666 w 80329"/>
                <a:gd name="csY16" fmla="*/ 9821 h 43178"/>
                <a:gd name="csX17" fmla="*/ 19033 w 80329"/>
                <a:gd name="csY17" fmla="*/ 6062 h 43178"/>
                <a:gd name="csX18" fmla="*/ 17238 w 80329"/>
                <a:gd name="csY18" fmla="*/ 2066 h 43178"/>
                <a:gd name="csX19" fmla="*/ 25162 w 80329"/>
                <a:gd name="csY19" fmla="*/ 0 h 43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80329" h="43178">
                  <a:moveTo>
                    <a:pt x="25162" y="0"/>
                  </a:moveTo>
                  <a:lnTo>
                    <a:pt x="35119" y="2845"/>
                  </a:lnTo>
                  <a:lnTo>
                    <a:pt x="42434" y="9584"/>
                  </a:lnTo>
                  <a:lnTo>
                    <a:pt x="52661" y="15036"/>
                  </a:lnTo>
                  <a:lnTo>
                    <a:pt x="53914" y="19608"/>
                  </a:lnTo>
                  <a:lnTo>
                    <a:pt x="68781" y="15545"/>
                  </a:lnTo>
                  <a:lnTo>
                    <a:pt x="75724" y="17983"/>
                  </a:lnTo>
                  <a:lnTo>
                    <a:pt x="80330" y="21640"/>
                  </a:lnTo>
                  <a:lnTo>
                    <a:pt x="77993" y="35220"/>
                  </a:lnTo>
                  <a:lnTo>
                    <a:pt x="74234" y="43179"/>
                  </a:lnTo>
                  <a:lnTo>
                    <a:pt x="54626" y="42671"/>
                  </a:lnTo>
                  <a:lnTo>
                    <a:pt x="42434" y="39420"/>
                  </a:lnTo>
                  <a:lnTo>
                    <a:pt x="28413" y="32681"/>
                  </a:lnTo>
                  <a:lnTo>
                    <a:pt x="9618" y="30581"/>
                  </a:lnTo>
                  <a:lnTo>
                    <a:pt x="0" y="23334"/>
                  </a:lnTo>
                  <a:lnTo>
                    <a:pt x="1050" y="18355"/>
                  </a:lnTo>
                  <a:lnTo>
                    <a:pt x="12666" y="9821"/>
                  </a:lnTo>
                  <a:lnTo>
                    <a:pt x="19033" y="6062"/>
                  </a:lnTo>
                  <a:lnTo>
                    <a:pt x="17238" y="2066"/>
                  </a:lnTo>
                  <a:lnTo>
                    <a:pt x="25162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3775BF0F-E9C8-27C5-2220-496B68F5FA4F}"/>
                </a:ext>
              </a:extLst>
            </p:cNvPr>
            <p:cNvSpPr/>
            <p:nvPr/>
          </p:nvSpPr>
          <p:spPr>
            <a:xfrm>
              <a:off x="2972436" y="2825544"/>
              <a:ext cx="135598" cy="138308"/>
            </a:xfrm>
            <a:custGeom>
              <a:avLst/>
              <a:gdLst>
                <a:gd name="csX0" fmla="*/ 34 w 135598"/>
                <a:gd name="csY0" fmla="*/ 111080 h 138308"/>
                <a:gd name="csX1" fmla="*/ 880 w 135598"/>
                <a:gd name="csY1" fmla="*/ 101225 h 138308"/>
                <a:gd name="csX2" fmla="*/ 4809 w 135598"/>
                <a:gd name="csY2" fmla="*/ 93266 h 138308"/>
                <a:gd name="csX3" fmla="*/ 0 w 135598"/>
                <a:gd name="csY3" fmla="*/ 86967 h 138308"/>
                <a:gd name="csX4" fmla="*/ 16289 w 135598"/>
                <a:gd name="csY4" fmla="*/ 59333 h 138308"/>
                <a:gd name="csX5" fmla="*/ 59773 w 135598"/>
                <a:gd name="csY5" fmla="*/ 59231 h 138308"/>
                <a:gd name="csX6" fmla="*/ 60620 w 135598"/>
                <a:gd name="csY6" fmla="*/ 47717 h 138308"/>
                <a:gd name="csX7" fmla="*/ 55134 w 135598"/>
                <a:gd name="csY7" fmla="*/ 45651 h 138308"/>
                <a:gd name="csX8" fmla="*/ 51374 w 135598"/>
                <a:gd name="csY8" fmla="*/ 38336 h 138308"/>
                <a:gd name="csX9" fmla="*/ 38844 w 135598"/>
                <a:gd name="csY9" fmla="*/ 30513 h 138308"/>
                <a:gd name="csX10" fmla="*/ 26246 w 135598"/>
                <a:gd name="csY10" fmla="*/ 19202 h 138308"/>
                <a:gd name="csX11" fmla="*/ 41553 w 135598"/>
                <a:gd name="csY11" fmla="*/ 19100 h 138308"/>
                <a:gd name="csX12" fmla="*/ 41553 w 135598"/>
                <a:gd name="csY12" fmla="*/ 34 h 138308"/>
                <a:gd name="csX13" fmla="*/ 73184 w 135598"/>
                <a:gd name="csY13" fmla="*/ 0 h 138308"/>
                <a:gd name="csX14" fmla="*/ 104510 w 135598"/>
                <a:gd name="csY14" fmla="*/ 373 h 138308"/>
                <a:gd name="csX15" fmla="*/ 104239 w 135598"/>
                <a:gd name="csY15" fmla="*/ 27194 h 138308"/>
                <a:gd name="csX16" fmla="*/ 101597 w 135598"/>
                <a:gd name="csY16" fmla="*/ 65429 h 138308"/>
                <a:gd name="csX17" fmla="*/ 111689 w 135598"/>
                <a:gd name="csY17" fmla="*/ 65429 h 138308"/>
                <a:gd name="csX18" fmla="*/ 122729 w 135598"/>
                <a:gd name="csY18" fmla="*/ 71558 h 138308"/>
                <a:gd name="csX19" fmla="*/ 125676 w 135598"/>
                <a:gd name="csY19" fmla="*/ 66512 h 138308"/>
                <a:gd name="csX20" fmla="*/ 135599 w 135598"/>
                <a:gd name="csY20" fmla="*/ 70814 h 138308"/>
                <a:gd name="csX21" fmla="*/ 120156 w 135598"/>
                <a:gd name="csY21" fmla="*/ 83750 h 138308"/>
                <a:gd name="csX22" fmla="*/ 104103 w 135598"/>
                <a:gd name="csY22" fmla="*/ 93233 h 138308"/>
                <a:gd name="csX23" fmla="*/ 101733 w 135598"/>
                <a:gd name="csY23" fmla="*/ 99735 h 138308"/>
                <a:gd name="csX24" fmla="*/ 104408 w 135598"/>
                <a:gd name="csY24" fmla="*/ 106373 h 138308"/>
                <a:gd name="csX25" fmla="*/ 97398 w 135598"/>
                <a:gd name="csY25" fmla="*/ 114974 h 138308"/>
                <a:gd name="csX26" fmla="*/ 89473 w 135598"/>
                <a:gd name="csY26" fmla="*/ 117040 h 138308"/>
                <a:gd name="csX27" fmla="*/ 91268 w 135598"/>
                <a:gd name="csY27" fmla="*/ 121036 h 138308"/>
                <a:gd name="csX28" fmla="*/ 84901 w 135598"/>
                <a:gd name="csY28" fmla="*/ 124795 h 138308"/>
                <a:gd name="csX29" fmla="*/ 73285 w 135598"/>
                <a:gd name="csY29" fmla="*/ 133330 h 138308"/>
                <a:gd name="csX30" fmla="*/ 72236 w 135598"/>
                <a:gd name="csY30" fmla="*/ 138308 h 138308"/>
                <a:gd name="csX31" fmla="*/ 54862 w 135598"/>
                <a:gd name="csY31" fmla="*/ 132381 h 138308"/>
                <a:gd name="csX32" fmla="*/ 33764 w 135598"/>
                <a:gd name="csY32" fmla="*/ 131772 h 138308"/>
                <a:gd name="csX33" fmla="*/ 18253 w 135598"/>
                <a:gd name="csY33" fmla="*/ 125067 h 138308"/>
                <a:gd name="csX34" fmla="*/ 34 w 135598"/>
                <a:gd name="csY34" fmla="*/ 111080 h 1383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135598" h="138308">
                  <a:moveTo>
                    <a:pt x="34" y="111080"/>
                  </a:moveTo>
                  <a:lnTo>
                    <a:pt x="880" y="101225"/>
                  </a:lnTo>
                  <a:lnTo>
                    <a:pt x="4809" y="93266"/>
                  </a:lnTo>
                  <a:lnTo>
                    <a:pt x="0" y="86967"/>
                  </a:lnTo>
                  <a:lnTo>
                    <a:pt x="16289" y="59333"/>
                  </a:lnTo>
                  <a:lnTo>
                    <a:pt x="59773" y="59231"/>
                  </a:lnTo>
                  <a:lnTo>
                    <a:pt x="60620" y="47717"/>
                  </a:lnTo>
                  <a:lnTo>
                    <a:pt x="55134" y="45651"/>
                  </a:lnTo>
                  <a:lnTo>
                    <a:pt x="51374" y="38336"/>
                  </a:lnTo>
                  <a:lnTo>
                    <a:pt x="38844" y="30513"/>
                  </a:lnTo>
                  <a:lnTo>
                    <a:pt x="26246" y="19202"/>
                  </a:lnTo>
                  <a:lnTo>
                    <a:pt x="41553" y="19100"/>
                  </a:lnTo>
                  <a:lnTo>
                    <a:pt x="41553" y="34"/>
                  </a:lnTo>
                  <a:lnTo>
                    <a:pt x="73184" y="0"/>
                  </a:lnTo>
                  <a:lnTo>
                    <a:pt x="104510" y="373"/>
                  </a:lnTo>
                  <a:lnTo>
                    <a:pt x="104239" y="27194"/>
                  </a:lnTo>
                  <a:lnTo>
                    <a:pt x="101597" y="65429"/>
                  </a:lnTo>
                  <a:lnTo>
                    <a:pt x="111689" y="65429"/>
                  </a:lnTo>
                  <a:lnTo>
                    <a:pt x="122729" y="71558"/>
                  </a:lnTo>
                  <a:lnTo>
                    <a:pt x="125676" y="66512"/>
                  </a:lnTo>
                  <a:lnTo>
                    <a:pt x="135599" y="70814"/>
                  </a:lnTo>
                  <a:lnTo>
                    <a:pt x="120156" y="83750"/>
                  </a:lnTo>
                  <a:lnTo>
                    <a:pt x="104103" y="93233"/>
                  </a:lnTo>
                  <a:lnTo>
                    <a:pt x="101733" y="99735"/>
                  </a:lnTo>
                  <a:lnTo>
                    <a:pt x="104408" y="106373"/>
                  </a:lnTo>
                  <a:lnTo>
                    <a:pt x="97398" y="114974"/>
                  </a:lnTo>
                  <a:lnTo>
                    <a:pt x="89473" y="117040"/>
                  </a:lnTo>
                  <a:lnTo>
                    <a:pt x="91268" y="121036"/>
                  </a:lnTo>
                  <a:lnTo>
                    <a:pt x="84901" y="124795"/>
                  </a:lnTo>
                  <a:lnTo>
                    <a:pt x="73285" y="133330"/>
                  </a:lnTo>
                  <a:lnTo>
                    <a:pt x="72236" y="138308"/>
                  </a:lnTo>
                  <a:lnTo>
                    <a:pt x="54862" y="132381"/>
                  </a:lnTo>
                  <a:lnTo>
                    <a:pt x="33764" y="131772"/>
                  </a:lnTo>
                  <a:lnTo>
                    <a:pt x="18253" y="125067"/>
                  </a:lnTo>
                  <a:lnTo>
                    <a:pt x="34" y="111080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C7B74DD6-10E5-E0F6-4E68-F59FB59764D5}"/>
                </a:ext>
              </a:extLst>
            </p:cNvPr>
            <p:cNvSpPr/>
            <p:nvPr/>
          </p:nvSpPr>
          <p:spPr>
            <a:xfrm>
              <a:off x="3074034" y="2802482"/>
              <a:ext cx="37997" cy="88491"/>
            </a:xfrm>
            <a:custGeom>
              <a:avLst/>
              <a:gdLst>
                <a:gd name="csX0" fmla="*/ 2912 w 37997"/>
                <a:gd name="csY0" fmla="*/ 23435 h 88491"/>
                <a:gd name="csX1" fmla="*/ 2641 w 37997"/>
                <a:gd name="csY1" fmla="*/ 18457 h 88491"/>
                <a:gd name="csX2" fmla="*/ 6739 w 37997"/>
                <a:gd name="csY2" fmla="*/ 16865 h 88491"/>
                <a:gd name="csX3" fmla="*/ 12903 w 37997"/>
                <a:gd name="csY3" fmla="*/ 20895 h 88491"/>
                <a:gd name="csX4" fmla="*/ 25027 w 37997"/>
                <a:gd name="csY4" fmla="*/ 440 h 88491"/>
                <a:gd name="csX5" fmla="*/ 31461 w 37997"/>
                <a:gd name="csY5" fmla="*/ 0 h 88491"/>
                <a:gd name="csX6" fmla="*/ 31597 w 37997"/>
                <a:gd name="csY6" fmla="*/ 4978 h 88491"/>
                <a:gd name="csX7" fmla="*/ 37997 w 37997"/>
                <a:gd name="csY7" fmla="*/ 5114 h 88491"/>
                <a:gd name="csX8" fmla="*/ 37455 w 37997"/>
                <a:gd name="csY8" fmla="*/ 14325 h 88491"/>
                <a:gd name="csX9" fmla="*/ 31969 w 37997"/>
                <a:gd name="csY9" fmla="*/ 28989 h 88491"/>
                <a:gd name="csX10" fmla="*/ 34916 w 37997"/>
                <a:gd name="csY10" fmla="*/ 34238 h 88491"/>
                <a:gd name="csX11" fmla="*/ 31360 w 37997"/>
                <a:gd name="csY11" fmla="*/ 46328 h 88491"/>
                <a:gd name="csX12" fmla="*/ 33493 w 37997"/>
                <a:gd name="csY12" fmla="*/ 49579 h 88491"/>
                <a:gd name="csX13" fmla="*/ 29598 w 37997"/>
                <a:gd name="csY13" fmla="*/ 66682 h 88491"/>
                <a:gd name="csX14" fmla="*/ 22927 w 37997"/>
                <a:gd name="csY14" fmla="*/ 75690 h 88491"/>
                <a:gd name="csX15" fmla="*/ 16831 w 37997"/>
                <a:gd name="csY15" fmla="*/ 76740 h 88491"/>
                <a:gd name="csX16" fmla="*/ 10092 w 37997"/>
                <a:gd name="csY16" fmla="*/ 88491 h 88491"/>
                <a:gd name="csX17" fmla="*/ 0 w 37997"/>
                <a:gd name="csY17" fmla="*/ 88491 h 88491"/>
                <a:gd name="csX18" fmla="*/ 2641 w 37997"/>
                <a:gd name="csY18" fmla="*/ 50257 h 88491"/>
                <a:gd name="csX19" fmla="*/ 2912 w 37997"/>
                <a:gd name="csY19" fmla="*/ 23435 h 884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37997" h="88491">
                  <a:moveTo>
                    <a:pt x="2912" y="23435"/>
                  </a:moveTo>
                  <a:lnTo>
                    <a:pt x="2641" y="18457"/>
                  </a:lnTo>
                  <a:lnTo>
                    <a:pt x="6739" y="16865"/>
                  </a:lnTo>
                  <a:lnTo>
                    <a:pt x="12903" y="20895"/>
                  </a:lnTo>
                  <a:lnTo>
                    <a:pt x="25027" y="440"/>
                  </a:lnTo>
                  <a:lnTo>
                    <a:pt x="31461" y="0"/>
                  </a:lnTo>
                  <a:lnTo>
                    <a:pt x="31597" y="4978"/>
                  </a:lnTo>
                  <a:lnTo>
                    <a:pt x="37997" y="5114"/>
                  </a:lnTo>
                  <a:lnTo>
                    <a:pt x="37455" y="14325"/>
                  </a:lnTo>
                  <a:lnTo>
                    <a:pt x="31969" y="28989"/>
                  </a:lnTo>
                  <a:lnTo>
                    <a:pt x="34916" y="34238"/>
                  </a:lnTo>
                  <a:lnTo>
                    <a:pt x="31360" y="46328"/>
                  </a:lnTo>
                  <a:lnTo>
                    <a:pt x="33493" y="49579"/>
                  </a:lnTo>
                  <a:lnTo>
                    <a:pt x="29598" y="66682"/>
                  </a:lnTo>
                  <a:lnTo>
                    <a:pt x="22927" y="75690"/>
                  </a:lnTo>
                  <a:lnTo>
                    <a:pt x="16831" y="76740"/>
                  </a:lnTo>
                  <a:lnTo>
                    <a:pt x="10092" y="88491"/>
                  </a:lnTo>
                  <a:lnTo>
                    <a:pt x="0" y="88491"/>
                  </a:lnTo>
                  <a:lnTo>
                    <a:pt x="2641" y="50257"/>
                  </a:lnTo>
                  <a:lnTo>
                    <a:pt x="2912" y="23435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1369FFBB-2B69-9C4F-1AC9-2F6B613B7301}"/>
                </a:ext>
              </a:extLst>
            </p:cNvPr>
            <p:cNvSpPr/>
            <p:nvPr/>
          </p:nvSpPr>
          <p:spPr>
            <a:xfrm>
              <a:off x="3613313" y="3017123"/>
              <a:ext cx="458780" cy="387357"/>
            </a:xfrm>
            <a:custGeom>
              <a:avLst/>
              <a:gdLst>
                <a:gd name="csX0" fmla="*/ 425727 w 458780"/>
                <a:gd name="csY0" fmla="*/ 235774 h 387357"/>
                <a:gd name="csX1" fmla="*/ 430231 w 458780"/>
                <a:gd name="csY1" fmla="*/ 245324 h 387357"/>
                <a:gd name="csX2" fmla="*/ 417836 w 458780"/>
                <a:gd name="csY2" fmla="*/ 258261 h 387357"/>
                <a:gd name="csX3" fmla="*/ 379975 w 458780"/>
                <a:gd name="csY3" fmla="*/ 270927 h 387357"/>
                <a:gd name="csX4" fmla="*/ 355591 w 458780"/>
                <a:gd name="csY4" fmla="*/ 276176 h 387357"/>
                <a:gd name="csX5" fmla="*/ 345838 w 458780"/>
                <a:gd name="csY5" fmla="*/ 284168 h 387357"/>
                <a:gd name="csX6" fmla="*/ 318914 w 458780"/>
                <a:gd name="csY6" fmla="*/ 275702 h 387357"/>
                <a:gd name="csX7" fmla="*/ 293820 w 458780"/>
                <a:gd name="csY7" fmla="*/ 271401 h 387357"/>
                <a:gd name="csX8" fmla="*/ 287487 w 458780"/>
                <a:gd name="csY8" fmla="*/ 274516 h 387357"/>
                <a:gd name="csX9" fmla="*/ 302659 w 458780"/>
                <a:gd name="csY9" fmla="*/ 283288 h 387357"/>
                <a:gd name="csX10" fmla="*/ 301270 w 458780"/>
                <a:gd name="csY10" fmla="*/ 305978 h 387357"/>
                <a:gd name="csX11" fmla="*/ 305978 w 458780"/>
                <a:gd name="csY11" fmla="*/ 327313 h 387357"/>
                <a:gd name="csX12" fmla="*/ 334662 w 458780"/>
                <a:gd name="csY12" fmla="*/ 330226 h 387357"/>
                <a:gd name="csX13" fmla="*/ 336491 w 458780"/>
                <a:gd name="csY13" fmla="*/ 337338 h 387357"/>
                <a:gd name="csX14" fmla="*/ 312311 w 458780"/>
                <a:gd name="csY14" fmla="*/ 346989 h 387357"/>
                <a:gd name="csX15" fmla="*/ 308382 w 458780"/>
                <a:gd name="csY15" fmla="*/ 361315 h 387357"/>
                <a:gd name="csX16" fmla="*/ 294429 w 458780"/>
                <a:gd name="csY16" fmla="*/ 366868 h 387357"/>
                <a:gd name="csX17" fmla="*/ 269233 w 458780"/>
                <a:gd name="csY17" fmla="*/ 374793 h 387357"/>
                <a:gd name="csX18" fmla="*/ 262697 w 458780"/>
                <a:gd name="csY18" fmla="*/ 385156 h 387357"/>
                <a:gd name="csX19" fmla="*/ 236350 w 458780"/>
                <a:gd name="csY19" fmla="*/ 387357 h 387357"/>
                <a:gd name="csX20" fmla="*/ 217723 w 458780"/>
                <a:gd name="csY20" fmla="*/ 369442 h 387357"/>
                <a:gd name="csX21" fmla="*/ 207394 w 458780"/>
                <a:gd name="csY21" fmla="*/ 335644 h 387357"/>
                <a:gd name="csX22" fmla="*/ 198386 w 458780"/>
                <a:gd name="csY22" fmla="*/ 323825 h 387357"/>
                <a:gd name="csX23" fmla="*/ 186093 w 458780"/>
                <a:gd name="csY23" fmla="*/ 316341 h 387357"/>
                <a:gd name="csX24" fmla="*/ 203263 w 458780"/>
                <a:gd name="csY24" fmla="*/ 299509 h 387357"/>
                <a:gd name="csX25" fmla="*/ 202077 w 458780"/>
                <a:gd name="csY25" fmla="*/ 291923 h 387357"/>
                <a:gd name="csX26" fmla="*/ 192459 w 458780"/>
                <a:gd name="csY26" fmla="*/ 281865 h 387357"/>
                <a:gd name="csX27" fmla="*/ 185653 w 458780"/>
                <a:gd name="csY27" fmla="*/ 259345 h 387357"/>
                <a:gd name="csX28" fmla="*/ 188294 w 458780"/>
                <a:gd name="csY28" fmla="*/ 235063 h 387357"/>
                <a:gd name="csX29" fmla="*/ 195846 w 458780"/>
                <a:gd name="csY29" fmla="*/ 223684 h 387357"/>
                <a:gd name="csX30" fmla="*/ 201976 w 458780"/>
                <a:gd name="csY30" fmla="*/ 205464 h 387357"/>
                <a:gd name="csX31" fmla="*/ 189987 w 458780"/>
                <a:gd name="csY31" fmla="*/ 199639 h 387357"/>
                <a:gd name="csX32" fmla="*/ 170684 w 458780"/>
                <a:gd name="csY32" fmla="*/ 203500 h 387357"/>
                <a:gd name="csX33" fmla="*/ 146300 w 458780"/>
                <a:gd name="csY33" fmla="*/ 201671 h 387357"/>
                <a:gd name="csX34" fmla="*/ 132619 w 458780"/>
                <a:gd name="csY34" fmla="*/ 205295 h 387357"/>
                <a:gd name="csX35" fmla="*/ 108777 w 458780"/>
                <a:gd name="csY35" fmla="*/ 176170 h 387357"/>
                <a:gd name="csX36" fmla="*/ 89101 w 458780"/>
                <a:gd name="csY36" fmla="*/ 171835 h 387357"/>
                <a:gd name="csX37" fmla="*/ 45550 w 458780"/>
                <a:gd name="csY37" fmla="*/ 175087 h 387357"/>
                <a:gd name="csX38" fmla="*/ 37490 w 458780"/>
                <a:gd name="csY38" fmla="*/ 163301 h 387357"/>
                <a:gd name="csX39" fmla="*/ 29158 w 458780"/>
                <a:gd name="csY39" fmla="*/ 160456 h 387357"/>
                <a:gd name="csX40" fmla="*/ 27939 w 458780"/>
                <a:gd name="csY40" fmla="*/ 153378 h 387357"/>
                <a:gd name="csX41" fmla="*/ 31969 w 458780"/>
                <a:gd name="csY41" fmla="*/ 140848 h 387357"/>
                <a:gd name="csX42" fmla="*/ 29294 w 458780"/>
                <a:gd name="csY42" fmla="*/ 127234 h 387357"/>
                <a:gd name="csX43" fmla="*/ 21843 w 458780"/>
                <a:gd name="csY43" fmla="*/ 119784 h 387357"/>
                <a:gd name="csX44" fmla="*/ 17475 w 458780"/>
                <a:gd name="csY44" fmla="*/ 104205 h 387357"/>
                <a:gd name="csX45" fmla="*/ 0 w 458780"/>
                <a:gd name="csY45" fmla="*/ 101936 h 387357"/>
                <a:gd name="csX46" fmla="*/ 9381 w 458780"/>
                <a:gd name="csY46" fmla="*/ 82125 h 387357"/>
                <a:gd name="csX47" fmla="*/ 13546 w 458780"/>
                <a:gd name="csY47" fmla="*/ 57978 h 387357"/>
                <a:gd name="csX48" fmla="*/ 23367 w 458780"/>
                <a:gd name="csY48" fmla="*/ 45380 h 387357"/>
                <a:gd name="csX49" fmla="*/ 36474 w 458780"/>
                <a:gd name="csY49" fmla="*/ 35661 h 387357"/>
                <a:gd name="csX50" fmla="*/ 45075 w 458780"/>
                <a:gd name="csY50" fmla="*/ 18728 h 387357"/>
                <a:gd name="csX51" fmla="*/ 66817 w 458780"/>
                <a:gd name="csY51" fmla="*/ 13072 h 387357"/>
                <a:gd name="csX52" fmla="*/ 65869 w 458780"/>
                <a:gd name="csY52" fmla="*/ 21065 h 387357"/>
                <a:gd name="csX53" fmla="*/ 45990 w 458780"/>
                <a:gd name="csY53" fmla="*/ 25027 h 387357"/>
                <a:gd name="csX54" fmla="*/ 57030 w 458780"/>
                <a:gd name="csY54" fmla="*/ 40402 h 387357"/>
                <a:gd name="csX55" fmla="*/ 56624 w 458780"/>
                <a:gd name="csY55" fmla="*/ 58114 h 387357"/>
                <a:gd name="csX56" fmla="*/ 41689 w 458780"/>
                <a:gd name="csY56" fmla="*/ 77756 h 387357"/>
                <a:gd name="csX57" fmla="*/ 54490 w 458780"/>
                <a:gd name="csY57" fmla="*/ 104646 h 387357"/>
                <a:gd name="csX58" fmla="*/ 69086 w 458780"/>
                <a:gd name="csY58" fmla="*/ 102444 h 387357"/>
                <a:gd name="csX59" fmla="*/ 76706 w 458780"/>
                <a:gd name="csY59" fmla="*/ 77959 h 387357"/>
                <a:gd name="csX60" fmla="*/ 66208 w 458780"/>
                <a:gd name="csY60" fmla="*/ 66039 h 387357"/>
                <a:gd name="csX61" fmla="*/ 64480 w 458780"/>
                <a:gd name="csY61" fmla="*/ 40402 h 387357"/>
                <a:gd name="csX62" fmla="*/ 106677 w 458780"/>
                <a:gd name="csY62" fmla="*/ 26652 h 387357"/>
                <a:gd name="csX63" fmla="*/ 101970 w 458780"/>
                <a:gd name="csY63" fmla="*/ 10668 h 387357"/>
                <a:gd name="csX64" fmla="*/ 113857 w 458780"/>
                <a:gd name="csY64" fmla="*/ 0 h 387357"/>
                <a:gd name="csX65" fmla="*/ 126015 w 458780"/>
                <a:gd name="csY65" fmla="*/ 23774 h 387357"/>
                <a:gd name="csX66" fmla="*/ 149755 w 458780"/>
                <a:gd name="csY66" fmla="*/ 24350 h 387357"/>
                <a:gd name="csX67" fmla="*/ 171767 w 458780"/>
                <a:gd name="csY67" fmla="*/ 43213 h 387357"/>
                <a:gd name="csX68" fmla="*/ 173088 w 458780"/>
                <a:gd name="csY68" fmla="*/ 54422 h 387357"/>
                <a:gd name="csX69" fmla="*/ 203500 w 458780"/>
                <a:gd name="csY69" fmla="*/ 54727 h 387357"/>
                <a:gd name="csX70" fmla="*/ 239669 w 458780"/>
                <a:gd name="csY70" fmla="*/ 51239 h 387357"/>
                <a:gd name="csX71" fmla="*/ 259074 w 458780"/>
                <a:gd name="csY71" fmla="*/ 66411 h 387357"/>
                <a:gd name="csX72" fmla="*/ 284981 w 458780"/>
                <a:gd name="csY72" fmla="*/ 70610 h 387357"/>
                <a:gd name="csX73" fmla="*/ 303980 w 458780"/>
                <a:gd name="csY73" fmla="*/ 60010 h 387357"/>
                <a:gd name="csX74" fmla="*/ 304352 w 458780"/>
                <a:gd name="csY74" fmla="*/ 51510 h 387357"/>
                <a:gd name="csX75" fmla="*/ 346312 w 458780"/>
                <a:gd name="csY75" fmla="*/ 49444 h 387357"/>
                <a:gd name="csX76" fmla="*/ 386883 w 458780"/>
                <a:gd name="csY76" fmla="*/ 48970 h 387357"/>
                <a:gd name="csX77" fmla="*/ 358131 w 458780"/>
                <a:gd name="csY77" fmla="*/ 58994 h 387357"/>
                <a:gd name="csX78" fmla="*/ 369679 w 458780"/>
                <a:gd name="csY78" fmla="*/ 74979 h 387357"/>
                <a:gd name="csX79" fmla="*/ 396772 w 458780"/>
                <a:gd name="csY79" fmla="*/ 77519 h 387357"/>
                <a:gd name="csX80" fmla="*/ 422442 w 458780"/>
                <a:gd name="csY80" fmla="*/ 94181 h 387357"/>
                <a:gd name="csX81" fmla="*/ 427861 w 458780"/>
                <a:gd name="csY81" fmla="*/ 121307 h 387357"/>
                <a:gd name="csX82" fmla="*/ 445505 w 458780"/>
                <a:gd name="csY82" fmla="*/ 120529 h 387357"/>
                <a:gd name="csX83" fmla="*/ 458780 w 458780"/>
                <a:gd name="csY83" fmla="*/ 128521 h 387357"/>
                <a:gd name="csX84" fmla="*/ 431925 w 458780"/>
                <a:gd name="csY84" fmla="*/ 148400 h 387357"/>
                <a:gd name="csX85" fmla="*/ 428978 w 458780"/>
                <a:gd name="csY85" fmla="*/ 160761 h 387357"/>
                <a:gd name="csX86" fmla="*/ 440561 w 458780"/>
                <a:gd name="csY86" fmla="*/ 173325 h 387357"/>
                <a:gd name="csX87" fmla="*/ 432162 w 458780"/>
                <a:gd name="csY87" fmla="*/ 179658 h 387357"/>
                <a:gd name="csX88" fmla="*/ 411334 w 458780"/>
                <a:gd name="csY88" fmla="*/ 185111 h 387357"/>
                <a:gd name="csX89" fmla="*/ 412012 w 458780"/>
                <a:gd name="csY89" fmla="*/ 200757 h 387357"/>
                <a:gd name="csX90" fmla="*/ 402834 w 458780"/>
                <a:gd name="csY90" fmla="*/ 210070 h 387357"/>
                <a:gd name="csX91" fmla="*/ 425727 w 458780"/>
                <a:gd name="csY91" fmla="*/ 235774 h 387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</a:cxnLst>
              <a:rect l="l" t="t" r="r" b="b"/>
              <a:pathLst>
                <a:path w="458780" h="387357">
                  <a:moveTo>
                    <a:pt x="425727" y="235774"/>
                  </a:moveTo>
                  <a:lnTo>
                    <a:pt x="430231" y="245324"/>
                  </a:lnTo>
                  <a:lnTo>
                    <a:pt x="417836" y="258261"/>
                  </a:lnTo>
                  <a:lnTo>
                    <a:pt x="379975" y="270927"/>
                  </a:lnTo>
                  <a:lnTo>
                    <a:pt x="355591" y="276176"/>
                  </a:lnTo>
                  <a:lnTo>
                    <a:pt x="345838" y="284168"/>
                  </a:lnTo>
                  <a:lnTo>
                    <a:pt x="318914" y="275702"/>
                  </a:lnTo>
                  <a:lnTo>
                    <a:pt x="293820" y="271401"/>
                  </a:lnTo>
                  <a:lnTo>
                    <a:pt x="287487" y="274516"/>
                  </a:lnTo>
                  <a:lnTo>
                    <a:pt x="302659" y="283288"/>
                  </a:lnTo>
                  <a:lnTo>
                    <a:pt x="301270" y="305978"/>
                  </a:lnTo>
                  <a:lnTo>
                    <a:pt x="305978" y="327313"/>
                  </a:lnTo>
                  <a:lnTo>
                    <a:pt x="334662" y="330226"/>
                  </a:lnTo>
                  <a:lnTo>
                    <a:pt x="336491" y="337338"/>
                  </a:lnTo>
                  <a:lnTo>
                    <a:pt x="312311" y="346989"/>
                  </a:lnTo>
                  <a:lnTo>
                    <a:pt x="308382" y="361315"/>
                  </a:lnTo>
                  <a:lnTo>
                    <a:pt x="294429" y="366868"/>
                  </a:lnTo>
                  <a:lnTo>
                    <a:pt x="269233" y="374793"/>
                  </a:lnTo>
                  <a:lnTo>
                    <a:pt x="262697" y="385156"/>
                  </a:lnTo>
                  <a:lnTo>
                    <a:pt x="236350" y="387357"/>
                  </a:lnTo>
                  <a:lnTo>
                    <a:pt x="217723" y="369442"/>
                  </a:lnTo>
                  <a:lnTo>
                    <a:pt x="207394" y="335644"/>
                  </a:lnTo>
                  <a:lnTo>
                    <a:pt x="198386" y="323825"/>
                  </a:lnTo>
                  <a:lnTo>
                    <a:pt x="186093" y="316341"/>
                  </a:lnTo>
                  <a:lnTo>
                    <a:pt x="203263" y="299509"/>
                  </a:lnTo>
                  <a:lnTo>
                    <a:pt x="202077" y="291923"/>
                  </a:lnTo>
                  <a:lnTo>
                    <a:pt x="192459" y="281865"/>
                  </a:lnTo>
                  <a:lnTo>
                    <a:pt x="185653" y="259345"/>
                  </a:lnTo>
                  <a:lnTo>
                    <a:pt x="188294" y="235063"/>
                  </a:lnTo>
                  <a:lnTo>
                    <a:pt x="195846" y="223684"/>
                  </a:lnTo>
                  <a:lnTo>
                    <a:pt x="201976" y="205464"/>
                  </a:lnTo>
                  <a:lnTo>
                    <a:pt x="189987" y="199639"/>
                  </a:lnTo>
                  <a:lnTo>
                    <a:pt x="170684" y="203500"/>
                  </a:lnTo>
                  <a:lnTo>
                    <a:pt x="146300" y="201671"/>
                  </a:lnTo>
                  <a:lnTo>
                    <a:pt x="132619" y="205295"/>
                  </a:lnTo>
                  <a:lnTo>
                    <a:pt x="108777" y="176170"/>
                  </a:lnTo>
                  <a:lnTo>
                    <a:pt x="89101" y="171835"/>
                  </a:lnTo>
                  <a:lnTo>
                    <a:pt x="45550" y="175087"/>
                  </a:lnTo>
                  <a:lnTo>
                    <a:pt x="37490" y="163301"/>
                  </a:lnTo>
                  <a:lnTo>
                    <a:pt x="29158" y="160456"/>
                  </a:lnTo>
                  <a:lnTo>
                    <a:pt x="27939" y="153378"/>
                  </a:lnTo>
                  <a:lnTo>
                    <a:pt x="31969" y="140848"/>
                  </a:lnTo>
                  <a:lnTo>
                    <a:pt x="29294" y="127234"/>
                  </a:lnTo>
                  <a:lnTo>
                    <a:pt x="21843" y="119784"/>
                  </a:lnTo>
                  <a:lnTo>
                    <a:pt x="17475" y="104205"/>
                  </a:lnTo>
                  <a:lnTo>
                    <a:pt x="0" y="101936"/>
                  </a:lnTo>
                  <a:lnTo>
                    <a:pt x="9381" y="82125"/>
                  </a:lnTo>
                  <a:lnTo>
                    <a:pt x="13546" y="57978"/>
                  </a:lnTo>
                  <a:lnTo>
                    <a:pt x="23367" y="45380"/>
                  </a:lnTo>
                  <a:lnTo>
                    <a:pt x="36474" y="35661"/>
                  </a:lnTo>
                  <a:lnTo>
                    <a:pt x="45075" y="18728"/>
                  </a:lnTo>
                  <a:lnTo>
                    <a:pt x="66817" y="13072"/>
                  </a:lnTo>
                  <a:lnTo>
                    <a:pt x="65869" y="21065"/>
                  </a:lnTo>
                  <a:lnTo>
                    <a:pt x="45990" y="25027"/>
                  </a:lnTo>
                  <a:lnTo>
                    <a:pt x="57030" y="40402"/>
                  </a:lnTo>
                  <a:lnTo>
                    <a:pt x="56624" y="58114"/>
                  </a:lnTo>
                  <a:lnTo>
                    <a:pt x="41689" y="77756"/>
                  </a:lnTo>
                  <a:lnTo>
                    <a:pt x="54490" y="104646"/>
                  </a:lnTo>
                  <a:lnTo>
                    <a:pt x="69086" y="102444"/>
                  </a:lnTo>
                  <a:lnTo>
                    <a:pt x="76706" y="77959"/>
                  </a:lnTo>
                  <a:lnTo>
                    <a:pt x="66208" y="66039"/>
                  </a:lnTo>
                  <a:lnTo>
                    <a:pt x="64480" y="40402"/>
                  </a:lnTo>
                  <a:lnTo>
                    <a:pt x="106677" y="26652"/>
                  </a:lnTo>
                  <a:lnTo>
                    <a:pt x="101970" y="10668"/>
                  </a:lnTo>
                  <a:lnTo>
                    <a:pt x="113857" y="0"/>
                  </a:lnTo>
                  <a:lnTo>
                    <a:pt x="126015" y="23774"/>
                  </a:lnTo>
                  <a:lnTo>
                    <a:pt x="149755" y="24350"/>
                  </a:lnTo>
                  <a:lnTo>
                    <a:pt x="171767" y="43213"/>
                  </a:lnTo>
                  <a:lnTo>
                    <a:pt x="173088" y="54422"/>
                  </a:lnTo>
                  <a:lnTo>
                    <a:pt x="203500" y="54727"/>
                  </a:lnTo>
                  <a:lnTo>
                    <a:pt x="239669" y="51239"/>
                  </a:lnTo>
                  <a:lnTo>
                    <a:pt x="259074" y="66411"/>
                  </a:lnTo>
                  <a:lnTo>
                    <a:pt x="284981" y="70610"/>
                  </a:lnTo>
                  <a:lnTo>
                    <a:pt x="303980" y="60010"/>
                  </a:lnTo>
                  <a:lnTo>
                    <a:pt x="304352" y="51510"/>
                  </a:lnTo>
                  <a:lnTo>
                    <a:pt x="346312" y="49444"/>
                  </a:lnTo>
                  <a:lnTo>
                    <a:pt x="386883" y="48970"/>
                  </a:lnTo>
                  <a:lnTo>
                    <a:pt x="358131" y="58994"/>
                  </a:lnTo>
                  <a:lnTo>
                    <a:pt x="369679" y="74979"/>
                  </a:lnTo>
                  <a:lnTo>
                    <a:pt x="396772" y="77519"/>
                  </a:lnTo>
                  <a:lnTo>
                    <a:pt x="422442" y="94181"/>
                  </a:lnTo>
                  <a:lnTo>
                    <a:pt x="427861" y="121307"/>
                  </a:lnTo>
                  <a:lnTo>
                    <a:pt x="445505" y="120529"/>
                  </a:lnTo>
                  <a:lnTo>
                    <a:pt x="458780" y="128521"/>
                  </a:lnTo>
                  <a:lnTo>
                    <a:pt x="431925" y="148400"/>
                  </a:lnTo>
                  <a:lnTo>
                    <a:pt x="428978" y="160761"/>
                  </a:lnTo>
                  <a:lnTo>
                    <a:pt x="440561" y="173325"/>
                  </a:lnTo>
                  <a:lnTo>
                    <a:pt x="432162" y="179658"/>
                  </a:lnTo>
                  <a:lnTo>
                    <a:pt x="411334" y="185111"/>
                  </a:lnTo>
                  <a:lnTo>
                    <a:pt x="412012" y="200757"/>
                  </a:lnTo>
                  <a:lnTo>
                    <a:pt x="402834" y="210070"/>
                  </a:lnTo>
                  <a:lnTo>
                    <a:pt x="425727" y="235774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680784D9-D227-E041-DC07-FA15E201FBE5}"/>
                </a:ext>
              </a:extLst>
            </p:cNvPr>
            <p:cNvSpPr/>
            <p:nvPr/>
          </p:nvSpPr>
          <p:spPr>
            <a:xfrm>
              <a:off x="4016147" y="3145644"/>
              <a:ext cx="164960" cy="240413"/>
            </a:xfrm>
            <a:custGeom>
              <a:avLst/>
              <a:gdLst>
                <a:gd name="csX0" fmla="*/ 164960 w 164960"/>
                <a:gd name="csY0" fmla="*/ 219010 h 240413"/>
                <a:gd name="csX1" fmla="*/ 156697 w 164960"/>
                <a:gd name="csY1" fmla="*/ 220229 h 240413"/>
                <a:gd name="csX2" fmla="*/ 137970 w 164960"/>
                <a:gd name="csY2" fmla="*/ 217351 h 240413"/>
                <a:gd name="csX3" fmla="*/ 126963 w 164960"/>
                <a:gd name="csY3" fmla="*/ 226359 h 240413"/>
                <a:gd name="csX4" fmla="*/ 111656 w 164960"/>
                <a:gd name="csY4" fmla="*/ 232319 h 240413"/>
                <a:gd name="csX5" fmla="*/ 100954 w 164960"/>
                <a:gd name="csY5" fmla="*/ 233776 h 240413"/>
                <a:gd name="csX6" fmla="*/ 97195 w 164960"/>
                <a:gd name="csY6" fmla="*/ 240413 h 240413"/>
                <a:gd name="csX7" fmla="*/ 80567 w 164960"/>
                <a:gd name="csY7" fmla="*/ 238720 h 240413"/>
                <a:gd name="csX8" fmla="*/ 59739 w 164960"/>
                <a:gd name="csY8" fmla="*/ 222837 h 240413"/>
                <a:gd name="csX9" fmla="*/ 57267 w 164960"/>
                <a:gd name="csY9" fmla="*/ 207157 h 240413"/>
                <a:gd name="csX10" fmla="*/ 48598 w 164960"/>
                <a:gd name="csY10" fmla="*/ 190055 h 240413"/>
                <a:gd name="csX11" fmla="*/ 54016 w 164960"/>
                <a:gd name="csY11" fmla="*/ 161235 h 240413"/>
                <a:gd name="csX12" fmla="*/ 63397 w 164960"/>
                <a:gd name="csY12" fmla="*/ 149280 h 240413"/>
                <a:gd name="csX13" fmla="*/ 55642 w 164960"/>
                <a:gd name="csY13" fmla="*/ 133533 h 240413"/>
                <a:gd name="csX14" fmla="*/ 43992 w 164960"/>
                <a:gd name="csY14" fmla="*/ 128419 h 240413"/>
                <a:gd name="csX15" fmla="*/ 48394 w 164960"/>
                <a:gd name="csY15" fmla="*/ 113552 h 240413"/>
                <a:gd name="csX16" fmla="*/ 40504 w 164960"/>
                <a:gd name="csY16" fmla="*/ 105763 h 240413"/>
                <a:gd name="csX17" fmla="*/ 22893 w 164960"/>
                <a:gd name="csY17" fmla="*/ 107253 h 240413"/>
                <a:gd name="csX18" fmla="*/ 0 w 164960"/>
                <a:gd name="csY18" fmla="*/ 81549 h 240413"/>
                <a:gd name="csX19" fmla="*/ 9178 w 164960"/>
                <a:gd name="csY19" fmla="*/ 72236 h 240413"/>
                <a:gd name="csX20" fmla="*/ 8501 w 164960"/>
                <a:gd name="csY20" fmla="*/ 56590 h 240413"/>
                <a:gd name="csX21" fmla="*/ 29328 w 164960"/>
                <a:gd name="csY21" fmla="*/ 51137 h 240413"/>
                <a:gd name="csX22" fmla="*/ 37727 w 164960"/>
                <a:gd name="csY22" fmla="*/ 44804 h 240413"/>
                <a:gd name="csX23" fmla="*/ 26145 w 164960"/>
                <a:gd name="csY23" fmla="*/ 32240 h 240413"/>
                <a:gd name="csX24" fmla="*/ 29091 w 164960"/>
                <a:gd name="csY24" fmla="*/ 19879 h 240413"/>
                <a:gd name="csX25" fmla="*/ 55946 w 164960"/>
                <a:gd name="csY25" fmla="*/ 0 h 240413"/>
                <a:gd name="csX26" fmla="*/ 78163 w 164960"/>
                <a:gd name="csY26" fmla="*/ 12462 h 240413"/>
                <a:gd name="csX27" fmla="*/ 99125 w 164960"/>
                <a:gd name="csY27" fmla="*/ 34509 h 240413"/>
                <a:gd name="csX28" fmla="*/ 100074 w 164960"/>
                <a:gd name="csY28" fmla="*/ 51950 h 240413"/>
                <a:gd name="csX29" fmla="*/ 112841 w 164960"/>
                <a:gd name="csY29" fmla="*/ 52763 h 240413"/>
                <a:gd name="csX30" fmla="*/ 130993 w 164960"/>
                <a:gd name="csY30" fmla="*/ 69289 h 240413"/>
                <a:gd name="csX31" fmla="*/ 144370 w 164960"/>
                <a:gd name="csY31" fmla="*/ 81075 h 240413"/>
                <a:gd name="csX32" fmla="*/ 138952 w 164960"/>
                <a:gd name="csY32" fmla="*/ 111520 h 240413"/>
                <a:gd name="csX33" fmla="*/ 118395 w 164960"/>
                <a:gd name="csY33" fmla="*/ 120359 h 240413"/>
                <a:gd name="csX34" fmla="*/ 120224 w 164960"/>
                <a:gd name="csY34" fmla="*/ 128351 h 240413"/>
                <a:gd name="csX35" fmla="*/ 113959 w 164960"/>
                <a:gd name="csY35" fmla="*/ 145826 h 240413"/>
                <a:gd name="csX36" fmla="*/ 128961 w 164960"/>
                <a:gd name="csY36" fmla="*/ 170413 h 240413"/>
                <a:gd name="csX37" fmla="*/ 139832 w 164960"/>
                <a:gd name="csY37" fmla="*/ 170480 h 240413"/>
                <a:gd name="csX38" fmla="*/ 144268 w 164960"/>
                <a:gd name="csY38" fmla="*/ 189581 h 240413"/>
                <a:gd name="csX39" fmla="*/ 164960 w 164960"/>
                <a:gd name="csY39" fmla="*/ 219010 h 2404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164960" h="240413">
                  <a:moveTo>
                    <a:pt x="164960" y="219010"/>
                  </a:moveTo>
                  <a:lnTo>
                    <a:pt x="156697" y="220229"/>
                  </a:lnTo>
                  <a:lnTo>
                    <a:pt x="137970" y="217351"/>
                  </a:lnTo>
                  <a:lnTo>
                    <a:pt x="126963" y="226359"/>
                  </a:lnTo>
                  <a:lnTo>
                    <a:pt x="111656" y="232319"/>
                  </a:lnTo>
                  <a:lnTo>
                    <a:pt x="100954" y="233776"/>
                  </a:lnTo>
                  <a:lnTo>
                    <a:pt x="97195" y="240413"/>
                  </a:lnTo>
                  <a:lnTo>
                    <a:pt x="80567" y="238720"/>
                  </a:lnTo>
                  <a:lnTo>
                    <a:pt x="59739" y="222837"/>
                  </a:lnTo>
                  <a:lnTo>
                    <a:pt x="57267" y="207157"/>
                  </a:lnTo>
                  <a:lnTo>
                    <a:pt x="48598" y="190055"/>
                  </a:lnTo>
                  <a:lnTo>
                    <a:pt x="54016" y="161235"/>
                  </a:lnTo>
                  <a:lnTo>
                    <a:pt x="63397" y="149280"/>
                  </a:lnTo>
                  <a:lnTo>
                    <a:pt x="55642" y="133533"/>
                  </a:lnTo>
                  <a:lnTo>
                    <a:pt x="43992" y="128419"/>
                  </a:lnTo>
                  <a:lnTo>
                    <a:pt x="48394" y="113552"/>
                  </a:lnTo>
                  <a:lnTo>
                    <a:pt x="40504" y="105763"/>
                  </a:lnTo>
                  <a:lnTo>
                    <a:pt x="22893" y="107253"/>
                  </a:lnTo>
                  <a:lnTo>
                    <a:pt x="0" y="81549"/>
                  </a:lnTo>
                  <a:lnTo>
                    <a:pt x="9178" y="72236"/>
                  </a:lnTo>
                  <a:lnTo>
                    <a:pt x="8501" y="56590"/>
                  </a:lnTo>
                  <a:lnTo>
                    <a:pt x="29328" y="51137"/>
                  </a:lnTo>
                  <a:lnTo>
                    <a:pt x="37727" y="44804"/>
                  </a:lnTo>
                  <a:lnTo>
                    <a:pt x="26145" y="32240"/>
                  </a:lnTo>
                  <a:lnTo>
                    <a:pt x="29091" y="19879"/>
                  </a:lnTo>
                  <a:lnTo>
                    <a:pt x="55946" y="0"/>
                  </a:lnTo>
                  <a:lnTo>
                    <a:pt x="78163" y="12462"/>
                  </a:lnTo>
                  <a:lnTo>
                    <a:pt x="99125" y="34509"/>
                  </a:lnTo>
                  <a:lnTo>
                    <a:pt x="100074" y="51950"/>
                  </a:lnTo>
                  <a:lnTo>
                    <a:pt x="112841" y="52763"/>
                  </a:lnTo>
                  <a:lnTo>
                    <a:pt x="130993" y="69289"/>
                  </a:lnTo>
                  <a:lnTo>
                    <a:pt x="144370" y="81075"/>
                  </a:lnTo>
                  <a:lnTo>
                    <a:pt x="138952" y="111520"/>
                  </a:lnTo>
                  <a:lnTo>
                    <a:pt x="118395" y="120359"/>
                  </a:lnTo>
                  <a:lnTo>
                    <a:pt x="120224" y="128351"/>
                  </a:lnTo>
                  <a:lnTo>
                    <a:pt x="113959" y="145826"/>
                  </a:lnTo>
                  <a:lnTo>
                    <a:pt x="128961" y="170413"/>
                  </a:lnTo>
                  <a:lnTo>
                    <a:pt x="139832" y="170480"/>
                  </a:lnTo>
                  <a:lnTo>
                    <a:pt x="144268" y="189581"/>
                  </a:lnTo>
                  <a:lnTo>
                    <a:pt x="164960" y="219010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4BC768D-AF37-31D4-FF6C-6A5F34667895}"/>
                </a:ext>
              </a:extLst>
            </p:cNvPr>
            <p:cNvSpPr/>
            <p:nvPr/>
          </p:nvSpPr>
          <p:spPr>
            <a:xfrm>
              <a:off x="4130106" y="3224958"/>
              <a:ext cx="138409" cy="142473"/>
            </a:xfrm>
            <a:custGeom>
              <a:avLst/>
              <a:gdLst>
                <a:gd name="csX0" fmla="*/ 119208 w 138409"/>
                <a:gd name="csY0" fmla="*/ 125744 h 142473"/>
                <a:gd name="csX1" fmla="*/ 99803 w 138409"/>
                <a:gd name="csY1" fmla="*/ 118564 h 142473"/>
                <a:gd name="csX2" fmla="*/ 83818 w 138409"/>
                <a:gd name="csY2" fmla="*/ 122019 h 142473"/>
                <a:gd name="csX3" fmla="*/ 70170 w 138409"/>
                <a:gd name="csY3" fmla="*/ 119038 h 142473"/>
                <a:gd name="csX4" fmla="*/ 66783 w 138409"/>
                <a:gd name="csY4" fmla="*/ 128826 h 142473"/>
                <a:gd name="csX5" fmla="*/ 72439 w 138409"/>
                <a:gd name="csY5" fmla="*/ 135565 h 142473"/>
                <a:gd name="csX6" fmla="*/ 69391 w 138409"/>
                <a:gd name="csY6" fmla="*/ 142474 h 142473"/>
                <a:gd name="csX7" fmla="*/ 51002 w 138409"/>
                <a:gd name="csY7" fmla="*/ 139697 h 142473"/>
                <a:gd name="csX8" fmla="*/ 30310 w 138409"/>
                <a:gd name="csY8" fmla="*/ 110267 h 142473"/>
                <a:gd name="csX9" fmla="*/ 25873 w 138409"/>
                <a:gd name="csY9" fmla="*/ 91167 h 142473"/>
                <a:gd name="csX10" fmla="*/ 15003 w 138409"/>
                <a:gd name="csY10" fmla="*/ 91099 h 142473"/>
                <a:gd name="csX11" fmla="*/ 0 w 138409"/>
                <a:gd name="csY11" fmla="*/ 66513 h 142473"/>
                <a:gd name="csX12" fmla="*/ 6265 w 138409"/>
                <a:gd name="csY12" fmla="*/ 49038 h 142473"/>
                <a:gd name="csX13" fmla="*/ 4436 w 138409"/>
                <a:gd name="csY13" fmla="*/ 41045 h 142473"/>
                <a:gd name="csX14" fmla="*/ 24993 w 138409"/>
                <a:gd name="csY14" fmla="*/ 32207 h 142473"/>
                <a:gd name="csX15" fmla="*/ 30411 w 138409"/>
                <a:gd name="csY15" fmla="*/ 1761 h 142473"/>
                <a:gd name="csX16" fmla="*/ 70983 w 138409"/>
                <a:gd name="csY16" fmla="*/ 8534 h 142473"/>
                <a:gd name="csX17" fmla="*/ 74606 w 138409"/>
                <a:gd name="csY17" fmla="*/ 2438 h 142473"/>
                <a:gd name="csX18" fmla="*/ 102004 w 138409"/>
                <a:gd name="csY18" fmla="*/ 0 h 142473"/>
                <a:gd name="csX19" fmla="*/ 138410 w 138409"/>
                <a:gd name="csY19" fmla="*/ 9076 h 142473"/>
                <a:gd name="csX20" fmla="*/ 120766 w 138409"/>
                <a:gd name="csY20" fmla="*/ 38201 h 142473"/>
                <a:gd name="csX21" fmla="*/ 123441 w 138409"/>
                <a:gd name="csY21" fmla="*/ 61365 h 142473"/>
                <a:gd name="csX22" fmla="*/ 136750 w 138409"/>
                <a:gd name="csY22" fmla="*/ 81447 h 142473"/>
                <a:gd name="csX23" fmla="*/ 130824 w 138409"/>
                <a:gd name="csY23" fmla="*/ 96010 h 142473"/>
                <a:gd name="csX24" fmla="*/ 127844 w 138409"/>
                <a:gd name="csY24" fmla="*/ 111520 h 142473"/>
                <a:gd name="csX25" fmla="*/ 119208 w 138409"/>
                <a:gd name="csY25" fmla="*/ 125744 h 142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38409" h="142473">
                  <a:moveTo>
                    <a:pt x="119208" y="125744"/>
                  </a:moveTo>
                  <a:lnTo>
                    <a:pt x="99803" y="118564"/>
                  </a:lnTo>
                  <a:lnTo>
                    <a:pt x="83818" y="122019"/>
                  </a:lnTo>
                  <a:lnTo>
                    <a:pt x="70170" y="119038"/>
                  </a:lnTo>
                  <a:lnTo>
                    <a:pt x="66783" y="128826"/>
                  </a:lnTo>
                  <a:lnTo>
                    <a:pt x="72439" y="135565"/>
                  </a:lnTo>
                  <a:lnTo>
                    <a:pt x="69391" y="142474"/>
                  </a:lnTo>
                  <a:lnTo>
                    <a:pt x="51002" y="139697"/>
                  </a:lnTo>
                  <a:lnTo>
                    <a:pt x="30310" y="110267"/>
                  </a:lnTo>
                  <a:lnTo>
                    <a:pt x="25873" y="91167"/>
                  </a:lnTo>
                  <a:lnTo>
                    <a:pt x="15003" y="91099"/>
                  </a:lnTo>
                  <a:lnTo>
                    <a:pt x="0" y="66513"/>
                  </a:lnTo>
                  <a:lnTo>
                    <a:pt x="6265" y="49038"/>
                  </a:lnTo>
                  <a:lnTo>
                    <a:pt x="4436" y="41045"/>
                  </a:lnTo>
                  <a:lnTo>
                    <a:pt x="24993" y="32207"/>
                  </a:lnTo>
                  <a:lnTo>
                    <a:pt x="30411" y="1761"/>
                  </a:lnTo>
                  <a:lnTo>
                    <a:pt x="70983" y="8534"/>
                  </a:lnTo>
                  <a:lnTo>
                    <a:pt x="74606" y="2438"/>
                  </a:lnTo>
                  <a:lnTo>
                    <a:pt x="102004" y="0"/>
                  </a:lnTo>
                  <a:lnTo>
                    <a:pt x="138410" y="9076"/>
                  </a:lnTo>
                  <a:lnTo>
                    <a:pt x="120766" y="38201"/>
                  </a:lnTo>
                  <a:lnTo>
                    <a:pt x="123441" y="61365"/>
                  </a:lnTo>
                  <a:lnTo>
                    <a:pt x="136750" y="81447"/>
                  </a:lnTo>
                  <a:lnTo>
                    <a:pt x="130824" y="96010"/>
                  </a:lnTo>
                  <a:lnTo>
                    <a:pt x="127844" y="111520"/>
                  </a:lnTo>
                  <a:lnTo>
                    <a:pt x="119208" y="125744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748210EA-6A68-E85E-2B5B-FDE1E5A264F2}"/>
                </a:ext>
              </a:extLst>
            </p:cNvPr>
            <p:cNvSpPr/>
            <p:nvPr/>
          </p:nvSpPr>
          <p:spPr>
            <a:xfrm>
              <a:off x="4249313" y="1696797"/>
              <a:ext cx="2170291" cy="1662676"/>
            </a:xfrm>
            <a:custGeom>
              <a:avLst/>
              <a:gdLst>
                <a:gd name="csX0" fmla="*/ 97093 w 2170291"/>
                <a:gd name="csY0" fmla="*/ 1591457 h 1662676"/>
                <a:gd name="csX1" fmla="*/ 77079 w 2170291"/>
                <a:gd name="csY1" fmla="*/ 1622444 h 1662676"/>
                <a:gd name="csX2" fmla="*/ 66682 w 2170291"/>
                <a:gd name="csY2" fmla="*/ 1647369 h 1662676"/>
                <a:gd name="csX3" fmla="*/ 53677 w 2170291"/>
                <a:gd name="csY3" fmla="*/ 1660238 h 1662676"/>
                <a:gd name="csX4" fmla="*/ 37490 w 2170291"/>
                <a:gd name="csY4" fmla="*/ 1662676 h 1662676"/>
                <a:gd name="csX5" fmla="*/ 32850 w 2170291"/>
                <a:gd name="csY5" fmla="*/ 1653126 h 1662676"/>
                <a:gd name="csX6" fmla="*/ 25264 w 2170291"/>
                <a:gd name="csY6" fmla="*/ 1651704 h 1662676"/>
                <a:gd name="csX7" fmla="*/ 14800 w 2170291"/>
                <a:gd name="csY7" fmla="*/ 1660881 h 1662676"/>
                <a:gd name="csX8" fmla="*/ 0 w 2170291"/>
                <a:gd name="csY8" fmla="*/ 1653905 h 1662676"/>
                <a:gd name="csX9" fmla="*/ 8636 w 2170291"/>
                <a:gd name="csY9" fmla="*/ 1639681 h 1662676"/>
                <a:gd name="csX10" fmla="*/ 11616 w 2170291"/>
                <a:gd name="csY10" fmla="*/ 1624171 h 1662676"/>
                <a:gd name="csX11" fmla="*/ 17542 w 2170291"/>
                <a:gd name="csY11" fmla="*/ 1609609 h 1662676"/>
                <a:gd name="csX12" fmla="*/ 4233 w 2170291"/>
                <a:gd name="csY12" fmla="*/ 1589526 h 1662676"/>
                <a:gd name="csX13" fmla="*/ 1558 w 2170291"/>
                <a:gd name="csY13" fmla="*/ 1566362 h 1662676"/>
                <a:gd name="csX14" fmla="*/ 19202 w 2170291"/>
                <a:gd name="csY14" fmla="*/ 1537237 h 1662676"/>
                <a:gd name="csX15" fmla="*/ 30716 w 2170291"/>
                <a:gd name="csY15" fmla="*/ 1540963 h 1662676"/>
                <a:gd name="csX16" fmla="*/ 55641 w 2170291"/>
                <a:gd name="csY16" fmla="*/ 1548989 h 1662676"/>
                <a:gd name="csX17" fmla="*/ 91506 w 2170291"/>
                <a:gd name="csY17" fmla="*/ 1577572 h 1662676"/>
                <a:gd name="csX18" fmla="*/ 97093 w 2170291"/>
                <a:gd name="csY18" fmla="*/ 1591457 h 1662676"/>
                <a:gd name="csX19" fmla="*/ 2056028 w 2170291"/>
                <a:gd name="csY19" fmla="*/ 57064 h 1662676"/>
                <a:gd name="csX20" fmla="*/ 2072013 w 2170291"/>
                <a:gd name="csY20" fmla="*/ 65937 h 1662676"/>
                <a:gd name="csX21" fmla="*/ 2120813 w 2170291"/>
                <a:gd name="csY21" fmla="*/ 72168 h 1662676"/>
                <a:gd name="csX22" fmla="*/ 2103711 w 2170291"/>
                <a:gd name="csY22" fmla="*/ 95366 h 1662676"/>
                <a:gd name="csX23" fmla="*/ 2099410 w 2170291"/>
                <a:gd name="csY23" fmla="*/ 119479 h 1662676"/>
                <a:gd name="csX24" fmla="*/ 2090097 w 2170291"/>
                <a:gd name="csY24" fmla="*/ 125270 h 1662676"/>
                <a:gd name="csX25" fmla="*/ 2074688 w 2170291"/>
                <a:gd name="csY25" fmla="*/ 122154 h 1662676"/>
                <a:gd name="csX26" fmla="*/ 2075772 w 2170291"/>
                <a:gd name="csY26" fmla="*/ 130756 h 1662676"/>
                <a:gd name="csX27" fmla="*/ 2050982 w 2170291"/>
                <a:gd name="csY27" fmla="*/ 149788 h 1662676"/>
                <a:gd name="csX28" fmla="*/ 2050508 w 2170291"/>
                <a:gd name="csY28" fmla="*/ 165130 h 1662676"/>
                <a:gd name="csX29" fmla="*/ 2066662 w 2170291"/>
                <a:gd name="csY29" fmla="*/ 159813 h 1662676"/>
                <a:gd name="csX30" fmla="*/ 2078311 w 2170291"/>
                <a:gd name="csY30" fmla="*/ 174680 h 1662676"/>
                <a:gd name="csX31" fmla="*/ 2076889 w 2170291"/>
                <a:gd name="csY31" fmla="*/ 184230 h 1662676"/>
                <a:gd name="csX32" fmla="*/ 2086880 w 2170291"/>
                <a:gd name="csY32" fmla="*/ 196964 h 1662676"/>
                <a:gd name="csX33" fmla="*/ 2075128 w 2170291"/>
                <a:gd name="csY33" fmla="*/ 207259 h 1662676"/>
                <a:gd name="csX34" fmla="*/ 2083865 w 2170291"/>
                <a:gd name="csY34" fmla="*/ 233471 h 1662676"/>
                <a:gd name="csX35" fmla="*/ 2102221 w 2170291"/>
                <a:gd name="csY35" fmla="*/ 237772 h 1662676"/>
                <a:gd name="csX36" fmla="*/ 2098326 w 2170291"/>
                <a:gd name="csY36" fmla="*/ 252470 h 1662676"/>
                <a:gd name="csX37" fmla="*/ 2067644 w 2170291"/>
                <a:gd name="csY37" fmla="*/ 271604 h 1662676"/>
                <a:gd name="csX38" fmla="*/ 2000861 w 2170291"/>
                <a:gd name="csY38" fmla="*/ 262426 h 1662676"/>
                <a:gd name="csX39" fmla="*/ 1951518 w 2170291"/>
                <a:gd name="csY39" fmla="*/ 273433 h 1662676"/>
                <a:gd name="csX40" fmla="*/ 1947657 w 2170291"/>
                <a:gd name="csY40" fmla="*/ 293820 h 1662676"/>
                <a:gd name="csX41" fmla="*/ 1908407 w 2170291"/>
                <a:gd name="csY41" fmla="*/ 298222 h 1662676"/>
                <a:gd name="csX42" fmla="*/ 1870308 w 2170291"/>
                <a:gd name="csY42" fmla="*/ 282881 h 1662676"/>
                <a:gd name="csX43" fmla="*/ 1857980 w 2170291"/>
                <a:gd name="csY43" fmla="*/ 290196 h 1662676"/>
                <a:gd name="csX44" fmla="*/ 1795633 w 2170291"/>
                <a:gd name="csY44" fmla="*/ 274821 h 1662676"/>
                <a:gd name="csX45" fmla="*/ 1782155 w 2170291"/>
                <a:gd name="csY45" fmla="*/ 261647 h 1662676"/>
                <a:gd name="csX46" fmla="*/ 1799664 w 2170291"/>
                <a:gd name="csY46" fmla="*/ 241328 h 1662676"/>
                <a:gd name="csX47" fmla="*/ 1806098 w 2170291"/>
                <a:gd name="csY47" fmla="*/ 173867 h 1662676"/>
                <a:gd name="csX48" fmla="*/ 1771149 w 2170291"/>
                <a:gd name="csY48" fmla="*/ 138342 h 1662676"/>
                <a:gd name="csX49" fmla="*/ 1746190 w 2170291"/>
                <a:gd name="csY49" fmla="*/ 121206 h 1662676"/>
                <a:gd name="csX50" fmla="*/ 1694409 w 2170291"/>
                <a:gd name="csY50" fmla="*/ 108167 h 1662676"/>
                <a:gd name="csX51" fmla="*/ 1691022 w 2170291"/>
                <a:gd name="csY51" fmla="*/ 83479 h 1662676"/>
                <a:gd name="csX52" fmla="*/ 1734912 w 2170291"/>
                <a:gd name="csY52" fmla="*/ 76096 h 1662676"/>
                <a:gd name="csX53" fmla="*/ 1791773 w 2170291"/>
                <a:gd name="csY53" fmla="*/ 84834 h 1662676"/>
                <a:gd name="csX54" fmla="*/ 1781071 w 2170291"/>
                <a:gd name="csY54" fmla="*/ 46498 h 1662676"/>
                <a:gd name="csX55" fmla="*/ 1813041 w 2170291"/>
                <a:gd name="csY55" fmla="*/ 61026 h 1662676"/>
                <a:gd name="csX56" fmla="*/ 1891880 w 2170291"/>
                <a:gd name="csY56" fmla="*/ 34611 h 1662676"/>
                <a:gd name="csX57" fmla="*/ 1902040 w 2170291"/>
                <a:gd name="csY57" fmla="*/ 6841 h 1662676"/>
                <a:gd name="csX58" fmla="*/ 1931673 w 2170291"/>
                <a:gd name="csY58" fmla="*/ 0 h 1662676"/>
                <a:gd name="csX59" fmla="*/ 1936549 w 2170291"/>
                <a:gd name="csY59" fmla="*/ 11921 h 1662676"/>
                <a:gd name="csX60" fmla="*/ 1952297 w 2170291"/>
                <a:gd name="csY60" fmla="*/ 12496 h 1662676"/>
                <a:gd name="csX61" fmla="*/ 1968044 w 2170291"/>
                <a:gd name="csY61" fmla="*/ 26077 h 1662676"/>
                <a:gd name="csX62" fmla="*/ 1991683 w 2170291"/>
                <a:gd name="csY62" fmla="*/ 42061 h 1662676"/>
                <a:gd name="csX63" fmla="*/ 2009056 w 2170291"/>
                <a:gd name="csY63" fmla="*/ 39420 h 1662676"/>
                <a:gd name="csX64" fmla="*/ 2038688 w 2170291"/>
                <a:gd name="csY64" fmla="*/ 54863 h 1662676"/>
                <a:gd name="csX65" fmla="*/ 2046274 w 2170291"/>
                <a:gd name="csY65" fmla="*/ 57775 h 1662676"/>
                <a:gd name="csX66" fmla="*/ 2056028 w 2170291"/>
                <a:gd name="csY66" fmla="*/ 57064 h 1662676"/>
                <a:gd name="csX67" fmla="*/ 2142725 w 2170291"/>
                <a:gd name="csY67" fmla="*/ 288571 h 1662676"/>
                <a:gd name="csX68" fmla="*/ 2164534 w 2170291"/>
                <a:gd name="csY68" fmla="*/ 275634 h 1662676"/>
                <a:gd name="csX69" fmla="*/ 2170291 w 2170291"/>
                <a:gd name="csY69" fmla="*/ 304691 h 1662676"/>
                <a:gd name="csX70" fmla="*/ 2159115 w 2170291"/>
                <a:gd name="csY70" fmla="*/ 330835 h 1662676"/>
                <a:gd name="csX71" fmla="*/ 2143740 w 2170291"/>
                <a:gd name="csY71" fmla="*/ 323927 h 1662676"/>
                <a:gd name="csX72" fmla="*/ 2135884 w 2170291"/>
                <a:gd name="csY72" fmla="*/ 301135 h 1662676"/>
                <a:gd name="csX73" fmla="*/ 2142725 w 2170291"/>
                <a:gd name="csY73" fmla="*/ 288571 h 1662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</a:cxnLst>
              <a:rect l="l" t="t" r="r" b="b"/>
              <a:pathLst>
                <a:path w="2170291" h="1662676">
                  <a:moveTo>
                    <a:pt x="97093" y="1591457"/>
                  </a:moveTo>
                  <a:lnTo>
                    <a:pt x="77079" y="1622444"/>
                  </a:lnTo>
                  <a:lnTo>
                    <a:pt x="66682" y="1647369"/>
                  </a:lnTo>
                  <a:lnTo>
                    <a:pt x="53677" y="1660238"/>
                  </a:lnTo>
                  <a:lnTo>
                    <a:pt x="37490" y="1662676"/>
                  </a:lnTo>
                  <a:lnTo>
                    <a:pt x="32850" y="1653126"/>
                  </a:lnTo>
                  <a:lnTo>
                    <a:pt x="25264" y="1651704"/>
                  </a:lnTo>
                  <a:lnTo>
                    <a:pt x="14800" y="1660881"/>
                  </a:lnTo>
                  <a:lnTo>
                    <a:pt x="0" y="1653905"/>
                  </a:lnTo>
                  <a:lnTo>
                    <a:pt x="8636" y="1639681"/>
                  </a:lnTo>
                  <a:lnTo>
                    <a:pt x="11616" y="1624171"/>
                  </a:lnTo>
                  <a:lnTo>
                    <a:pt x="17542" y="1609609"/>
                  </a:lnTo>
                  <a:lnTo>
                    <a:pt x="4233" y="1589526"/>
                  </a:lnTo>
                  <a:lnTo>
                    <a:pt x="1558" y="1566362"/>
                  </a:lnTo>
                  <a:lnTo>
                    <a:pt x="19202" y="1537237"/>
                  </a:lnTo>
                  <a:lnTo>
                    <a:pt x="30716" y="1540963"/>
                  </a:lnTo>
                  <a:lnTo>
                    <a:pt x="55641" y="1548989"/>
                  </a:lnTo>
                  <a:lnTo>
                    <a:pt x="91506" y="1577572"/>
                  </a:lnTo>
                  <a:lnTo>
                    <a:pt x="97093" y="1591457"/>
                  </a:lnTo>
                  <a:close/>
                  <a:moveTo>
                    <a:pt x="2056028" y="57064"/>
                  </a:moveTo>
                  <a:lnTo>
                    <a:pt x="2072013" y="65937"/>
                  </a:lnTo>
                  <a:lnTo>
                    <a:pt x="2120813" y="72168"/>
                  </a:lnTo>
                  <a:lnTo>
                    <a:pt x="2103711" y="95366"/>
                  </a:lnTo>
                  <a:lnTo>
                    <a:pt x="2099410" y="119479"/>
                  </a:lnTo>
                  <a:lnTo>
                    <a:pt x="2090097" y="125270"/>
                  </a:lnTo>
                  <a:lnTo>
                    <a:pt x="2074688" y="122154"/>
                  </a:lnTo>
                  <a:lnTo>
                    <a:pt x="2075772" y="130756"/>
                  </a:lnTo>
                  <a:lnTo>
                    <a:pt x="2050982" y="149788"/>
                  </a:lnTo>
                  <a:lnTo>
                    <a:pt x="2050508" y="165130"/>
                  </a:lnTo>
                  <a:lnTo>
                    <a:pt x="2066662" y="159813"/>
                  </a:lnTo>
                  <a:lnTo>
                    <a:pt x="2078311" y="174680"/>
                  </a:lnTo>
                  <a:lnTo>
                    <a:pt x="2076889" y="184230"/>
                  </a:lnTo>
                  <a:lnTo>
                    <a:pt x="2086880" y="196964"/>
                  </a:lnTo>
                  <a:lnTo>
                    <a:pt x="2075128" y="207259"/>
                  </a:lnTo>
                  <a:lnTo>
                    <a:pt x="2083865" y="233471"/>
                  </a:lnTo>
                  <a:lnTo>
                    <a:pt x="2102221" y="237772"/>
                  </a:lnTo>
                  <a:lnTo>
                    <a:pt x="2098326" y="252470"/>
                  </a:lnTo>
                  <a:lnTo>
                    <a:pt x="2067644" y="271604"/>
                  </a:lnTo>
                  <a:lnTo>
                    <a:pt x="2000861" y="262426"/>
                  </a:lnTo>
                  <a:lnTo>
                    <a:pt x="1951518" y="273433"/>
                  </a:lnTo>
                  <a:lnTo>
                    <a:pt x="1947657" y="293820"/>
                  </a:lnTo>
                  <a:lnTo>
                    <a:pt x="1908407" y="298222"/>
                  </a:lnTo>
                  <a:lnTo>
                    <a:pt x="1870308" y="282881"/>
                  </a:lnTo>
                  <a:lnTo>
                    <a:pt x="1857980" y="290196"/>
                  </a:lnTo>
                  <a:lnTo>
                    <a:pt x="1795633" y="274821"/>
                  </a:lnTo>
                  <a:lnTo>
                    <a:pt x="1782155" y="261647"/>
                  </a:lnTo>
                  <a:lnTo>
                    <a:pt x="1799664" y="241328"/>
                  </a:lnTo>
                  <a:lnTo>
                    <a:pt x="1806098" y="173867"/>
                  </a:lnTo>
                  <a:lnTo>
                    <a:pt x="1771149" y="138342"/>
                  </a:lnTo>
                  <a:lnTo>
                    <a:pt x="1746190" y="121206"/>
                  </a:lnTo>
                  <a:lnTo>
                    <a:pt x="1694409" y="108167"/>
                  </a:lnTo>
                  <a:lnTo>
                    <a:pt x="1691022" y="83479"/>
                  </a:lnTo>
                  <a:lnTo>
                    <a:pt x="1734912" y="76096"/>
                  </a:lnTo>
                  <a:lnTo>
                    <a:pt x="1791773" y="84834"/>
                  </a:lnTo>
                  <a:lnTo>
                    <a:pt x="1781071" y="46498"/>
                  </a:lnTo>
                  <a:lnTo>
                    <a:pt x="1813041" y="61026"/>
                  </a:lnTo>
                  <a:lnTo>
                    <a:pt x="1891880" y="34611"/>
                  </a:lnTo>
                  <a:lnTo>
                    <a:pt x="1902040" y="6841"/>
                  </a:lnTo>
                  <a:lnTo>
                    <a:pt x="1931673" y="0"/>
                  </a:lnTo>
                  <a:lnTo>
                    <a:pt x="1936549" y="11921"/>
                  </a:lnTo>
                  <a:lnTo>
                    <a:pt x="1952297" y="12496"/>
                  </a:lnTo>
                  <a:lnTo>
                    <a:pt x="1968044" y="26077"/>
                  </a:lnTo>
                  <a:lnTo>
                    <a:pt x="1991683" y="42061"/>
                  </a:lnTo>
                  <a:lnTo>
                    <a:pt x="2009056" y="39420"/>
                  </a:lnTo>
                  <a:lnTo>
                    <a:pt x="2038688" y="54863"/>
                  </a:lnTo>
                  <a:lnTo>
                    <a:pt x="2046274" y="57775"/>
                  </a:lnTo>
                  <a:lnTo>
                    <a:pt x="2056028" y="57064"/>
                  </a:lnTo>
                  <a:close/>
                  <a:moveTo>
                    <a:pt x="2142725" y="288571"/>
                  </a:moveTo>
                  <a:lnTo>
                    <a:pt x="2164534" y="275634"/>
                  </a:lnTo>
                  <a:lnTo>
                    <a:pt x="2170291" y="304691"/>
                  </a:lnTo>
                  <a:lnTo>
                    <a:pt x="2159115" y="330835"/>
                  </a:lnTo>
                  <a:lnTo>
                    <a:pt x="2143740" y="323927"/>
                  </a:lnTo>
                  <a:lnTo>
                    <a:pt x="2135884" y="301135"/>
                  </a:lnTo>
                  <a:lnTo>
                    <a:pt x="2142725" y="288571"/>
                  </a:lnTo>
                  <a:close/>
                </a:path>
              </a:pathLst>
            </a:custGeom>
            <a:noFill/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8EEBD584-A7C6-F5F5-184B-5C144BA27CF2}"/>
                </a:ext>
              </a:extLst>
            </p:cNvPr>
            <p:cNvSpPr/>
            <p:nvPr/>
          </p:nvSpPr>
          <p:spPr>
            <a:xfrm>
              <a:off x="3353799" y="3382231"/>
              <a:ext cx="194186" cy="214709"/>
            </a:xfrm>
            <a:custGeom>
              <a:avLst/>
              <a:gdLst>
                <a:gd name="csX0" fmla="*/ 189479 w 194186"/>
                <a:gd name="csY0" fmla="*/ 51916 h 214709"/>
                <a:gd name="csX1" fmla="*/ 194187 w 194186"/>
                <a:gd name="csY1" fmla="*/ 77620 h 214709"/>
                <a:gd name="csX2" fmla="*/ 183654 w 194186"/>
                <a:gd name="csY2" fmla="*/ 99667 h 214709"/>
                <a:gd name="csX3" fmla="*/ 146741 w 194186"/>
                <a:gd name="csY3" fmla="*/ 135125 h 214709"/>
                <a:gd name="csX4" fmla="*/ 106000 w 194186"/>
                <a:gd name="csY4" fmla="*/ 148468 h 214709"/>
                <a:gd name="csX5" fmla="*/ 85240 w 194186"/>
                <a:gd name="csY5" fmla="*/ 177931 h 214709"/>
                <a:gd name="csX6" fmla="*/ 78840 w 194186"/>
                <a:gd name="csY6" fmla="*/ 200790 h 214709"/>
                <a:gd name="csX7" fmla="*/ 59705 w 194186"/>
                <a:gd name="csY7" fmla="*/ 214709 h 214709"/>
                <a:gd name="csX8" fmla="*/ 45482 w 194186"/>
                <a:gd name="csY8" fmla="*/ 197607 h 214709"/>
                <a:gd name="csX9" fmla="*/ 31800 w 194186"/>
                <a:gd name="csY9" fmla="*/ 193949 h 214709"/>
                <a:gd name="csX10" fmla="*/ 17813 w 194186"/>
                <a:gd name="csY10" fmla="*/ 196659 h 214709"/>
                <a:gd name="csX11" fmla="*/ 16899 w 194186"/>
                <a:gd name="csY11" fmla="*/ 184230 h 214709"/>
                <a:gd name="csX12" fmla="*/ 26551 w 194186"/>
                <a:gd name="csY12" fmla="*/ 176170 h 214709"/>
                <a:gd name="csX13" fmla="*/ 22521 w 194186"/>
                <a:gd name="csY13" fmla="*/ 162082 h 214709"/>
                <a:gd name="csX14" fmla="*/ 40571 w 194186"/>
                <a:gd name="csY14" fmla="*/ 136784 h 214709"/>
                <a:gd name="csX15" fmla="*/ 33222 w 194186"/>
                <a:gd name="csY15" fmla="*/ 121985 h 214709"/>
                <a:gd name="csX16" fmla="*/ 20286 w 194186"/>
                <a:gd name="csY16" fmla="*/ 137698 h 214709"/>
                <a:gd name="csX17" fmla="*/ 0 w 194186"/>
                <a:gd name="csY17" fmla="*/ 122865 h 214709"/>
                <a:gd name="csX18" fmla="*/ 6875 w 194186"/>
                <a:gd name="csY18" fmla="*/ 113315 h 214709"/>
                <a:gd name="csX19" fmla="*/ 1152 w 194186"/>
                <a:gd name="csY19" fmla="*/ 82565 h 214709"/>
                <a:gd name="csX20" fmla="*/ 13038 w 194186"/>
                <a:gd name="csY20" fmla="*/ 77485 h 214709"/>
                <a:gd name="csX21" fmla="*/ 19270 w 194186"/>
                <a:gd name="csY21" fmla="*/ 56386 h 214709"/>
                <a:gd name="csX22" fmla="*/ 32071 w 194186"/>
                <a:gd name="csY22" fmla="*/ 34577 h 214709"/>
                <a:gd name="csX23" fmla="*/ 29700 w 194186"/>
                <a:gd name="csY23" fmla="*/ 20760 h 214709"/>
                <a:gd name="csX24" fmla="*/ 48259 w 194186"/>
                <a:gd name="csY24" fmla="*/ 13478 h 214709"/>
                <a:gd name="csX25" fmla="*/ 71558 w 194186"/>
                <a:gd name="csY25" fmla="*/ 0 h 214709"/>
                <a:gd name="csX26" fmla="*/ 105424 w 194186"/>
                <a:gd name="csY26" fmla="*/ 19337 h 214709"/>
                <a:gd name="csX27" fmla="*/ 111723 w 194186"/>
                <a:gd name="csY27" fmla="*/ 18796 h 214709"/>
                <a:gd name="csX28" fmla="*/ 119987 w 194186"/>
                <a:gd name="csY28" fmla="*/ 33358 h 214709"/>
                <a:gd name="csX29" fmla="*/ 148739 w 194186"/>
                <a:gd name="csY29" fmla="*/ 38065 h 214709"/>
                <a:gd name="csX30" fmla="*/ 158357 w 194186"/>
                <a:gd name="csY30" fmla="*/ 32680 h 214709"/>
                <a:gd name="csX31" fmla="*/ 174985 w 194186"/>
                <a:gd name="csY31" fmla="*/ 43890 h 214709"/>
                <a:gd name="csX32" fmla="*/ 189479 w 194186"/>
                <a:gd name="csY32" fmla="*/ 51916 h 2147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94186" h="214709">
                  <a:moveTo>
                    <a:pt x="189479" y="51916"/>
                  </a:moveTo>
                  <a:lnTo>
                    <a:pt x="194187" y="77620"/>
                  </a:lnTo>
                  <a:lnTo>
                    <a:pt x="183654" y="99667"/>
                  </a:lnTo>
                  <a:lnTo>
                    <a:pt x="146741" y="135125"/>
                  </a:lnTo>
                  <a:lnTo>
                    <a:pt x="106000" y="148468"/>
                  </a:lnTo>
                  <a:lnTo>
                    <a:pt x="85240" y="177931"/>
                  </a:lnTo>
                  <a:lnTo>
                    <a:pt x="78840" y="200790"/>
                  </a:lnTo>
                  <a:lnTo>
                    <a:pt x="59705" y="214709"/>
                  </a:lnTo>
                  <a:lnTo>
                    <a:pt x="45482" y="197607"/>
                  </a:lnTo>
                  <a:lnTo>
                    <a:pt x="31800" y="193949"/>
                  </a:lnTo>
                  <a:lnTo>
                    <a:pt x="17813" y="196659"/>
                  </a:lnTo>
                  <a:lnTo>
                    <a:pt x="16899" y="184230"/>
                  </a:lnTo>
                  <a:lnTo>
                    <a:pt x="26551" y="176170"/>
                  </a:lnTo>
                  <a:lnTo>
                    <a:pt x="22521" y="162082"/>
                  </a:lnTo>
                  <a:lnTo>
                    <a:pt x="40571" y="136784"/>
                  </a:lnTo>
                  <a:lnTo>
                    <a:pt x="33222" y="121985"/>
                  </a:lnTo>
                  <a:lnTo>
                    <a:pt x="20286" y="137698"/>
                  </a:lnTo>
                  <a:lnTo>
                    <a:pt x="0" y="122865"/>
                  </a:lnTo>
                  <a:lnTo>
                    <a:pt x="6875" y="113315"/>
                  </a:lnTo>
                  <a:lnTo>
                    <a:pt x="1152" y="82565"/>
                  </a:lnTo>
                  <a:lnTo>
                    <a:pt x="13038" y="77485"/>
                  </a:lnTo>
                  <a:lnTo>
                    <a:pt x="19270" y="56386"/>
                  </a:lnTo>
                  <a:lnTo>
                    <a:pt x="32071" y="34577"/>
                  </a:lnTo>
                  <a:lnTo>
                    <a:pt x="29700" y="20760"/>
                  </a:lnTo>
                  <a:lnTo>
                    <a:pt x="48259" y="13478"/>
                  </a:lnTo>
                  <a:lnTo>
                    <a:pt x="71558" y="0"/>
                  </a:lnTo>
                  <a:lnTo>
                    <a:pt x="105424" y="19337"/>
                  </a:lnTo>
                  <a:lnTo>
                    <a:pt x="111723" y="18796"/>
                  </a:lnTo>
                  <a:lnTo>
                    <a:pt x="119987" y="33358"/>
                  </a:lnTo>
                  <a:lnTo>
                    <a:pt x="148739" y="38065"/>
                  </a:lnTo>
                  <a:lnTo>
                    <a:pt x="158357" y="32680"/>
                  </a:lnTo>
                  <a:lnTo>
                    <a:pt x="174985" y="43890"/>
                  </a:lnTo>
                  <a:lnTo>
                    <a:pt x="189479" y="51916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89677C55-3A78-7DE2-AD06-1C0EE27BD51B}"/>
                </a:ext>
              </a:extLst>
            </p:cNvPr>
            <p:cNvSpPr/>
            <p:nvPr/>
          </p:nvSpPr>
          <p:spPr>
            <a:xfrm>
              <a:off x="3818642" y="2801770"/>
              <a:ext cx="55912" cy="19439"/>
            </a:xfrm>
            <a:custGeom>
              <a:avLst/>
              <a:gdLst>
                <a:gd name="csX0" fmla="*/ 32511 w 55912"/>
                <a:gd name="csY0" fmla="*/ 203 h 19439"/>
                <a:gd name="csX1" fmla="*/ 49816 w 55912"/>
                <a:gd name="csY1" fmla="*/ 3183 h 19439"/>
                <a:gd name="csX2" fmla="*/ 55912 w 55912"/>
                <a:gd name="csY2" fmla="*/ 9923 h 19439"/>
                <a:gd name="csX3" fmla="*/ 47243 w 55912"/>
                <a:gd name="csY3" fmla="*/ 18457 h 19439"/>
                <a:gd name="csX4" fmla="*/ 21742 w 55912"/>
                <a:gd name="csY4" fmla="*/ 18254 h 19439"/>
                <a:gd name="csX5" fmla="*/ 1964 w 55912"/>
                <a:gd name="csY5" fmla="*/ 19439 h 19439"/>
                <a:gd name="csX6" fmla="*/ 0 w 55912"/>
                <a:gd name="csY6" fmla="*/ 4978 h 19439"/>
                <a:gd name="csX7" fmla="*/ 4775 w 55912"/>
                <a:gd name="csY7" fmla="*/ 0 h 19439"/>
                <a:gd name="csX8" fmla="*/ 32511 w 55912"/>
                <a:gd name="csY8" fmla="*/ 203 h 19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912" h="19439">
                  <a:moveTo>
                    <a:pt x="32511" y="203"/>
                  </a:moveTo>
                  <a:lnTo>
                    <a:pt x="49816" y="3183"/>
                  </a:lnTo>
                  <a:lnTo>
                    <a:pt x="55912" y="9923"/>
                  </a:lnTo>
                  <a:lnTo>
                    <a:pt x="47243" y="18457"/>
                  </a:lnTo>
                  <a:lnTo>
                    <a:pt x="21742" y="18254"/>
                  </a:lnTo>
                  <a:lnTo>
                    <a:pt x="1964" y="19439"/>
                  </a:lnTo>
                  <a:lnTo>
                    <a:pt x="0" y="4978"/>
                  </a:lnTo>
                  <a:lnTo>
                    <a:pt x="4775" y="0"/>
                  </a:lnTo>
                  <a:lnTo>
                    <a:pt x="32511" y="20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54F4DD8F-E2C2-3428-1DD5-D055EFACCAC9}"/>
                </a:ext>
              </a:extLst>
            </p:cNvPr>
            <p:cNvSpPr/>
            <p:nvPr/>
          </p:nvSpPr>
          <p:spPr>
            <a:xfrm>
              <a:off x="3442867" y="2801669"/>
              <a:ext cx="72405" cy="27871"/>
            </a:xfrm>
            <a:custGeom>
              <a:avLst/>
              <a:gdLst>
                <a:gd name="csX0" fmla="*/ 26009 w 72405"/>
                <a:gd name="csY0" fmla="*/ 1118 h 27871"/>
                <a:gd name="csX1" fmla="*/ 48800 w 72405"/>
                <a:gd name="csY1" fmla="*/ 4166 h 27871"/>
                <a:gd name="csX2" fmla="*/ 66817 w 72405"/>
                <a:gd name="csY2" fmla="*/ 12293 h 27871"/>
                <a:gd name="csX3" fmla="*/ 72405 w 72405"/>
                <a:gd name="csY3" fmla="*/ 21573 h 27871"/>
                <a:gd name="csX4" fmla="*/ 48597 w 72405"/>
                <a:gd name="csY4" fmla="*/ 22216 h 27871"/>
                <a:gd name="csX5" fmla="*/ 38336 w 72405"/>
                <a:gd name="csY5" fmla="*/ 27872 h 27871"/>
                <a:gd name="csX6" fmla="*/ 19371 w 72405"/>
                <a:gd name="csY6" fmla="*/ 22419 h 27871"/>
                <a:gd name="csX7" fmla="*/ 0 w 72405"/>
                <a:gd name="csY7" fmla="*/ 10092 h 27871"/>
                <a:gd name="csX8" fmla="*/ 4064 w 72405"/>
                <a:gd name="csY8" fmla="*/ 2337 h 27871"/>
                <a:gd name="csX9" fmla="*/ 18321 w 72405"/>
                <a:gd name="csY9" fmla="*/ 0 h 27871"/>
                <a:gd name="csX10" fmla="*/ 26009 w 72405"/>
                <a:gd name="csY10" fmla="*/ 1118 h 278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72405" h="27871">
                  <a:moveTo>
                    <a:pt x="26009" y="1118"/>
                  </a:moveTo>
                  <a:lnTo>
                    <a:pt x="48800" y="4166"/>
                  </a:lnTo>
                  <a:lnTo>
                    <a:pt x="66817" y="12293"/>
                  </a:lnTo>
                  <a:lnTo>
                    <a:pt x="72405" y="21573"/>
                  </a:lnTo>
                  <a:lnTo>
                    <a:pt x="48597" y="22216"/>
                  </a:lnTo>
                  <a:lnTo>
                    <a:pt x="38336" y="27872"/>
                  </a:lnTo>
                  <a:lnTo>
                    <a:pt x="19371" y="22419"/>
                  </a:lnTo>
                  <a:lnTo>
                    <a:pt x="0" y="10092"/>
                  </a:lnTo>
                  <a:lnTo>
                    <a:pt x="4064" y="2337"/>
                  </a:lnTo>
                  <a:lnTo>
                    <a:pt x="18321" y="0"/>
                  </a:lnTo>
                  <a:lnTo>
                    <a:pt x="26009" y="111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AC151032-9727-1083-E795-F4215C1D8743}"/>
                </a:ext>
              </a:extLst>
            </p:cNvPr>
            <p:cNvSpPr/>
            <p:nvPr/>
          </p:nvSpPr>
          <p:spPr>
            <a:xfrm>
              <a:off x="3218099" y="2643685"/>
              <a:ext cx="365649" cy="112908"/>
            </a:xfrm>
            <a:custGeom>
              <a:avLst/>
              <a:gdLst>
                <a:gd name="csX0" fmla="*/ 91675 w 365649"/>
                <a:gd name="csY0" fmla="*/ 0 h 112908"/>
                <a:gd name="csX1" fmla="*/ 120935 w 365649"/>
                <a:gd name="csY1" fmla="*/ 2439 h 112908"/>
                <a:gd name="csX2" fmla="*/ 147519 w 365649"/>
                <a:gd name="csY2" fmla="*/ 2811 h 112908"/>
                <a:gd name="csX3" fmla="*/ 179319 w 365649"/>
                <a:gd name="csY3" fmla="*/ 14359 h 112908"/>
                <a:gd name="csX4" fmla="*/ 192832 w 365649"/>
                <a:gd name="csY4" fmla="*/ 26754 h 112908"/>
                <a:gd name="csX5" fmla="*/ 224463 w 365649"/>
                <a:gd name="csY5" fmla="*/ 22927 h 112908"/>
                <a:gd name="csX6" fmla="*/ 236451 w 365649"/>
                <a:gd name="csY6" fmla="*/ 30886 h 112908"/>
                <a:gd name="csX7" fmla="*/ 265135 w 365649"/>
                <a:gd name="csY7" fmla="*/ 51849 h 112908"/>
                <a:gd name="csX8" fmla="*/ 286200 w 365649"/>
                <a:gd name="csY8" fmla="*/ 67122 h 112908"/>
                <a:gd name="csX9" fmla="*/ 297342 w 365649"/>
                <a:gd name="csY9" fmla="*/ 66648 h 112908"/>
                <a:gd name="csX10" fmla="*/ 317560 w 365649"/>
                <a:gd name="csY10" fmla="*/ 73557 h 112908"/>
                <a:gd name="csX11" fmla="*/ 315088 w 365649"/>
                <a:gd name="csY11" fmla="*/ 83107 h 112908"/>
                <a:gd name="csX12" fmla="*/ 340047 w 365649"/>
                <a:gd name="csY12" fmla="*/ 84495 h 112908"/>
                <a:gd name="csX13" fmla="*/ 365649 w 365649"/>
                <a:gd name="csY13" fmla="*/ 98346 h 112908"/>
                <a:gd name="csX14" fmla="*/ 361619 w 365649"/>
                <a:gd name="csY14" fmla="*/ 106305 h 112908"/>
                <a:gd name="csX15" fmla="*/ 339098 w 365649"/>
                <a:gd name="csY15" fmla="*/ 110606 h 112908"/>
                <a:gd name="csX16" fmla="*/ 316307 w 365649"/>
                <a:gd name="csY16" fmla="*/ 112265 h 112908"/>
                <a:gd name="csX17" fmla="*/ 292973 w 365649"/>
                <a:gd name="csY17" fmla="*/ 109590 h 112908"/>
                <a:gd name="csX18" fmla="*/ 244511 w 365649"/>
                <a:gd name="csY18" fmla="*/ 112909 h 112908"/>
                <a:gd name="csX19" fmla="*/ 267201 w 365649"/>
                <a:gd name="csY19" fmla="*/ 94012 h 112908"/>
                <a:gd name="csX20" fmla="*/ 253384 w 365649"/>
                <a:gd name="csY20" fmla="*/ 85207 h 112908"/>
                <a:gd name="csX21" fmla="*/ 231574 w 365649"/>
                <a:gd name="csY21" fmla="*/ 82938 h 112908"/>
                <a:gd name="csX22" fmla="*/ 219857 w 365649"/>
                <a:gd name="csY22" fmla="*/ 73150 h 112908"/>
                <a:gd name="csX23" fmla="*/ 211831 w 365649"/>
                <a:gd name="csY23" fmla="*/ 53881 h 112908"/>
                <a:gd name="csX24" fmla="*/ 192696 w 365649"/>
                <a:gd name="csY24" fmla="*/ 55201 h 112908"/>
                <a:gd name="csX25" fmla="*/ 161133 w 365649"/>
                <a:gd name="csY25" fmla="*/ 46125 h 112908"/>
                <a:gd name="csX26" fmla="*/ 150940 w 365649"/>
                <a:gd name="csY26" fmla="*/ 39013 h 112908"/>
                <a:gd name="csX27" fmla="*/ 106813 w 365649"/>
                <a:gd name="csY27" fmla="*/ 33764 h 112908"/>
                <a:gd name="csX28" fmla="*/ 94994 w 365649"/>
                <a:gd name="csY28" fmla="*/ 27160 h 112908"/>
                <a:gd name="csX29" fmla="*/ 107693 w 365649"/>
                <a:gd name="csY29" fmla="*/ 18694 h 112908"/>
                <a:gd name="csX30" fmla="*/ 74471 w 365649"/>
                <a:gd name="csY30" fmla="*/ 16967 h 112908"/>
                <a:gd name="csX31" fmla="*/ 50155 w 365649"/>
                <a:gd name="csY31" fmla="*/ 34543 h 112908"/>
                <a:gd name="csX32" fmla="*/ 36101 w 365649"/>
                <a:gd name="csY32" fmla="*/ 35017 h 112908"/>
                <a:gd name="csX33" fmla="*/ 31258 w 365649"/>
                <a:gd name="csY33" fmla="*/ 43281 h 112908"/>
                <a:gd name="csX34" fmla="*/ 14495 w 365649"/>
                <a:gd name="csY34" fmla="*/ 47006 h 112908"/>
                <a:gd name="csX35" fmla="*/ 0 w 365649"/>
                <a:gd name="csY35" fmla="*/ 43788 h 112908"/>
                <a:gd name="csX36" fmla="*/ 17881 w 365649"/>
                <a:gd name="csY36" fmla="*/ 33324 h 112908"/>
                <a:gd name="csX37" fmla="*/ 25230 w 365649"/>
                <a:gd name="csY37" fmla="*/ 21098 h 112908"/>
                <a:gd name="csX38" fmla="*/ 40537 w 365649"/>
                <a:gd name="csY38" fmla="*/ 13580 h 112908"/>
                <a:gd name="csX39" fmla="*/ 57809 w 365649"/>
                <a:gd name="csY39" fmla="*/ 6976 h 112908"/>
                <a:gd name="csX40" fmla="*/ 83479 w 365649"/>
                <a:gd name="csY40" fmla="*/ 3725 h 112908"/>
                <a:gd name="csX41" fmla="*/ 91675 w 365649"/>
                <a:gd name="csY41" fmla="*/ 0 h 112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</a:cxnLst>
              <a:rect l="l" t="t" r="r" b="b"/>
              <a:pathLst>
                <a:path w="365649" h="112908">
                  <a:moveTo>
                    <a:pt x="91675" y="0"/>
                  </a:moveTo>
                  <a:lnTo>
                    <a:pt x="120935" y="2439"/>
                  </a:lnTo>
                  <a:lnTo>
                    <a:pt x="147519" y="2811"/>
                  </a:lnTo>
                  <a:lnTo>
                    <a:pt x="179319" y="14359"/>
                  </a:lnTo>
                  <a:lnTo>
                    <a:pt x="192832" y="26754"/>
                  </a:lnTo>
                  <a:lnTo>
                    <a:pt x="224463" y="22927"/>
                  </a:lnTo>
                  <a:lnTo>
                    <a:pt x="236451" y="30886"/>
                  </a:lnTo>
                  <a:lnTo>
                    <a:pt x="265135" y="51849"/>
                  </a:lnTo>
                  <a:lnTo>
                    <a:pt x="286200" y="67122"/>
                  </a:lnTo>
                  <a:lnTo>
                    <a:pt x="297342" y="66648"/>
                  </a:lnTo>
                  <a:lnTo>
                    <a:pt x="317560" y="73557"/>
                  </a:lnTo>
                  <a:lnTo>
                    <a:pt x="315088" y="83107"/>
                  </a:lnTo>
                  <a:lnTo>
                    <a:pt x="340047" y="84495"/>
                  </a:lnTo>
                  <a:lnTo>
                    <a:pt x="365649" y="98346"/>
                  </a:lnTo>
                  <a:lnTo>
                    <a:pt x="361619" y="106305"/>
                  </a:lnTo>
                  <a:lnTo>
                    <a:pt x="339098" y="110606"/>
                  </a:lnTo>
                  <a:lnTo>
                    <a:pt x="316307" y="112265"/>
                  </a:lnTo>
                  <a:lnTo>
                    <a:pt x="292973" y="109590"/>
                  </a:lnTo>
                  <a:lnTo>
                    <a:pt x="244511" y="112909"/>
                  </a:lnTo>
                  <a:lnTo>
                    <a:pt x="267201" y="94012"/>
                  </a:lnTo>
                  <a:lnTo>
                    <a:pt x="253384" y="85207"/>
                  </a:lnTo>
                  <a:lnTo>
                    <a:pt x="231574" y="82938"/>
                  </a:lnTo>
                  <a:lnTo>
                    <a:pt x="219857" y="73150"/>
                  </a:lnTo>
                  <a:lnTo>
                    <a:pt x="211831" y="53881"/>
                  </a:lnTo>
                  <a:lnTo>
                    <a:pt x="192696" y="55201"/>
                  </a:lnTo>
                  <a:lnTo>
                    <a:pt x="161133" y="46125"/>
                  </a:lnTo>
                  <a:lnTo>
                    <a:pt x="150940" y="39013"/>
                  </a:lnTo>
                  <a:lnTo>
                    <a:pt x="106813" y="33764"/>
                  </a:lnTo>
                  <a:lnTo>
                    <a:pt x="94994" y="27160"/>
                  </a:lnTo>
                  <a:lnTo>
                    <a:pt x="107693" y="18694"/>
                  </a:lnTo>
                  <a:lnTo>
                    <a:pt x="74471" y="16967"/>
                  </a:lnTo>
                  <a:lnTo>
                    <a:pt x="50155" y="34543"/>
                  </a:lnTo>
                  <a:lnTo>
                    <a:pt x="36101" y="35017"/>
                  </a:lnTo>
                  <a:lnTo>
                    <a:pt x="31258" y="43281"/>
                  </a:lnTo>
                  <a:lnTo>
                    <a:pt x="14495" y="47006"/>
                  </a:lnTo>
                  <a:lnTo>
                    <a:pt x="0" y="43788"/>
                  </a:lnTo>
                  <a:lnTo>
                    <a:pt x="17881" y="33324"/>
                  </a:lnTo>
                  <a:lnTo>
                    <a:pt x="25230" y="21098"/>
                  </a:lnTo>
                  <a:lnTo>
                    <a:pt x="40537" y="13580"/>
                  </a:lnTo>
                  <a:lnTo>
                    <a:pt x="57809" y="6976"/>
                  </a:lnTo>
                  <a:lnTo>
                    <a:pt x="83479" y="3725"/>
                  </a:lnTo>
                  <a:lnTo>
                    <a:pt x="91675" y="0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2" name="Forma libre: forma 51">
              <a:extLst>
                <a:ext uri="{FF2B5EF4-FFF2-40B4-BE49-F238E27FC236}">
                  <a16:creationId xmlns:a16="http://schemas.microsoft.com/office/drawing/2014/main" id="{46C2B922-43C8-1C14-784B-6ACBB81B5770}"/>
                </a:ext>
              </a:extLst>
            </p:cNvPr>
            <p:cNvSpPr/>
            <p:nvPr/>
          </p:nvSpPr>
          <p:spPr>
            <a:xfrm>
              <a:off x="6951433" y="3954191"/>
              <a:ext cx="256906" cy="229068"/>
            </a:xfrm>
            <a:custGeom>
              <a:avLst/>
              <a:gdLst>
                <a:gd name="csX0" fmla="*/ 200722 w 256906"/>
                <a:gd name="csY0" fmla="*/ 228391 h 229068"/>
                <a:gd name="csX1" fmla="*/ 182740 w 256906"/>
                <a:gd name="csY1" fmla="*/ 225004 h 229068"/>
                <a:gd name="csX2" fmla="*/ 171327 w 256906"/>
                <a:gd name="csY2" fmla="*/ 229068 h 229068"/>
                <a:gd name="csX3" fmla="*/ 154936 w 256906"/>
                <a:gd name="csY3" fmla="*/ 223311 h 229068"/>
                <a:gd name="csX4" fmla="*/ 141153 w 256906"/>
                <a:gd name="csY4" fmla="*/ 222939 h 229068"/>
                <a:gd name="csX5" fmla="*/ 119580 w 256906"/>
                <a:gd name="csY5" fmla="*/ 207631 h 229068"/>
                <a:gd name="csX6" fmla="*/ 93368 w 256906"/>
                <a:gd name="csY6" fmla="*/ 202450 h 229068"/>
                <a:gd name="csX7" fmla="*/ 83411 w 256906"/>
                <a:gd name="csY7" fmla="*/ 180979 h 229068"/>
                <a:gd name="csX8" fmla="*/ 83344 w 256906"/>
                <a:gd name="csY8" fmla="*/ 169024 h 229068"/>
                <a:gd name="csX9" fmla="*/ 68849 w 256906"/>
                <a:gd name="csY9" fmla="*/ 165401 h 229068"/>
                <a:gd name="csX10" fmla="*/ 30513 w 256906"/>
                <a:gd name="csY10" fmla="*/ 128182 h 229068"/>
                <a:gd name="csX11" fmla="*/ 19845 w 256906"/>
                <a:gd name="csY11" fmla="*/ 108574 h 229068"/>
                <a:gd name="csX12" fmla="*/ 13038 w 256906"/>
                <a:gd name="csY12" fmla="*/ 102546 h 229068"/>
                <a:gd name="csX13" fmla="*/ 0 w 256906"/>
                <a:gd name="csY13" fmla="*/ 75487 h 229068"/>
                <a:gd name="csX14" fmla="*/ 37862 w 256906"/>
                <a:gd name="csY14" fmla="*/ 79178 h 229068"/>
                <a:gd name="csX15" fmla="*/ 48868 w 256906"/>
                <a:gd name="csY15" fmla="*/ 83073 h 229068"/>
                <a:gd name="csX16" fmla="*/ 60281 w 256906"/>
                <a:gd name="csY16" fmla="*/ 82294 h 229068"/>
                <a:gd name="csX17" fmla="*/ 79043 w 256906"/>
                <a:gd name="csY17" fmla="*/ 60383 h 229068"/>
                <a:gd name="csX18" fmla="*/ 108506 w 256906"/>
                <a:gd name="csY18" fmla="*/ 32511 h 229068"/>
                <a:gd name="csX19" fmla="*/ 120630 w 256906"/>
                <a:gd name="csY19" fmla="*/ 29870 h 229068"/>
                <a:gd name="csX20" fmla="*/ 124728 w 256906"/>
                <a:gd name="csY20" fmla="*/ 18118 h 229068"/>
                <a:gd name="csX21" fmla="*/ 144031 w 256906"/>
                <a:gd name="csY21" fmla="*/ 4639 h 229068"/>
                <a:gd name="csX22" fmla="*/ 169668 w 256906"/>
                <a:gd name="csY22" fmla="*/ 0 h 229068"/>
                <a:gd name="csX23" fmla="*/ 171869 w 256906"/>
                <a:gd name="csY23" fmla="*/ 12632 h 229068"/>
                <a:gd name="csX24" fmla="*/ 200113 w 256906"/>
                <a:gd name="csY24" fmla="*/ 11955 h 229068"/>
                <a:gd name="csX25" fmla="*/ 215793 w 256906"/>
                <a:gd name="csY25" fmla="*/ 19100 h 229068"/>
                <a:gd name="csX26" fmla="*/ 223108 w 256906"/>
                <a:gd name="csY26" fmla="*/ 27465 h 229068"/>
                <a:gd name="csX27" fmla="*/ 239228 w 256906"/>
                <a:gd name="csY27" fmla="*/ 29937 h 229068"/>
                <a:gd name="csX28" fmla="*/ 256838 w 256906"/>
                <a:gd name="csY28" fmla="*/ 40808 h 229068"/>
                <a:gd name="csX29" fmla="*/ 256906 w 256906"/>
                <a:gd name="csY29" fmla="*/ 83682 h 229068"/>
                <a:gd name="csX30" fmla="*/ 250302 w 256906"/>
                <a:gd name="csY30" fmla="*/ 107151 h 229068"/>
                <a:gd name="csX31" fmla="*/ 248846 w 256906"/>
                <a:gd name="csY31" fmla="*/ 132449 h 229068"/>
                <a:gd name="csX32" fmla="*/ 254298 w 256906"/>
                <a:gd name="csY32" fmla="*/ 142507 h 229068"/>
                <a:gd name="csX33" fmla="*/ 250471 w 256906"/>
                <a:gd name="csY33" fmla="*/ 162420 h 229068"/>
                <a:gd name="csX34" fmla="*/ 245358 w 256906"/>
                <a:gd name="csY34" fmla="*/ 165502 h 229068"/>
                <a:gd name="csX35" fmla="*/ 236417 w 256906"/>
                <a:gd name="csY35" fmla="*/ 189919 h 229068"/>
                <a:gd name="csX36" fmla="*/ 200722 w 256906"/>
                <a:gd name="csY36" fmla="*/ 228391 h 2290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56906" h="229068">
                  <a:moveTo>
                    <a:pt x="200722" y="228391"/>
                  </a:moveTo>
                  <a:lnTo>
                    <a:pt x="182740" y="225004"/>
                  </a:lnTo>
                  <a:lnTo>
                    <a:pt x="171327" y="229068"/>
                  </a:lnTo>
                  <a:lnTo>
                    <a:pt x="154936" y="223311"/>
                  </a:lnTo>
                  <a:lnTo>
                    <a:pt x="141153" y="222939"/>
                  </a:lnTo>
                  <a:lnTo>
                    <a:pt x="119580" y="207631"/>
                  </a:lnTo>
                  <a:lnTo>
                    <a:pt x="93368" y="202450"/>
                  </a:lnTo>
                  <a:lnTo>
                    <a:pt x="83411" y="180979"/>
                  </a:lnTo>
                  <a:lnTo>
                    <a:pt x="83344" y="169024"/>
                  </a:lnTo>
                  <a:lnTo>
                    <a:pt x="68849" y="165401"/>
                  </a:lnTo>
                  <a:lnTo>
                    <a:pt x="30513" y="128182"/>
                  </a:lnTo>
                  <a:lnTo>
                    <a:pt x="19845" y="108574"/>
                  </a:lnTo>
                  <a:lnTo>
                    <a:pt x="13038" y="102546"/>
                  </a:lnTo>
                  <a:lnTo>
                    <a:pt x="0" y="75487"/>
                  </a:lnTo>
                  <a:lnTo>
                    <a:pt x="37862" y="79178"/>
                  </a:lnTo>
                  <a:lnTo>
                    <a:pt x="48868" y="83073"/>
                  </a:lnTo>
                  <a:lnTo>
                    <a:pt x="60281" y="82294"/>
                  </a:lnTo>
                  <a:lnTo>
                    <a:pt x="79043" y="60383"/>
                  </a:lnTo>
                  <a:lnTo>
                    <a:pt x="108506" y="32511"/>
                  </a:lnTo>
                  <a:lnTo>
                    <a:pt x="120630" y="29870"/>
                  </a:lnTo>
                  <a:lnTo>
                    <a:pt x="124728" y="18118"/>
                  </a:lnTo>
                  <a:lnTo>
                    <a:pt x="144031" y="4639"/>
                  </a:lnTo>
                  <a:lnTo>
                    <a:pt x="169668" y="0"/>
                  </a:lnTo>
                  <a:lnTo>
                    <a:pt x="171869" y="12632"/>
                  </a:lnTo>
                  <a:lnTo>
                    <a:pt x="200113" y="11955"/>
                  </a:lnTo>
                  <a:lnTo>
                    <a:pt x="215793" y="19100"/>
                  </a:lnTo>
                  <a:lnTo>
                    <a:pt x="223108" y="27465"/>
                  </a:lnTo>
                  <a:lnTo>
                    <a:pt x="239228" y="29937"/>
                  </a:lnTo>
                  <a:lnTo>
                    <a:pt x="256838" y="40808"/>
                  </a:lnTo>
                  <a:lnTo>
                    <a:pt x="256906" y="83682"/>
                  </a:lnTo>
                  <a:lnTo>
                    <a:pt x="250302" y="107151"/>
                  </a:lnTo>
                  <a:lnTo>
                    <a:pt x="248846" y="132449"/>
                  </a:lnTo>
                  <a:lnTo>
                    <a:pt x="254298" y="142507"/>
                  </a:lnTo>
                  <a:lnTo>
                    <a:pt x="250471" y="162420"/>
                  </a:lnTo>
                  <a:lnTo>
                    <a:pt x="245358" y="165502"/>
                  </a:lnTo>
                  <a:lnTo>
                    <a:pt x="236417" y="189919"/>
                  </a:lnTo>
                  <a:lnTo>
                    <a:pt x="200722" y="22839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3" name="Forma libre: forma 52">
              <a:extLst>
                <a:ext uri="{FF2B5EF4-FFF2-40B4-BE49-F238E27FC236}">
                  <a16:creationId xmlns:a16="http://schemas.microsoft.com/office/drawing/2014/main" id="{AAC2E08A-E62D-D8C1-8CF8-1CBC4F1508DB}"/>
                </a:ext>
              </a:extLst>
            </p:cNvPr>
            <p:cNvSpPr/>
            <p:nvPr/>
          </p:nvSpPr>
          <p:spPr>
            <a:xfrm>
              <a:off x="6769608" y="4027138"/>
              <a:ext cx="322978" cy="310447"/>
            </a:xfrm>
            <a:custGeom>
              <a:avLst/>
              <a:gdLst>
                <a:gd name="csX0" fmla="*/ 322978 w 322978"/>
                <a:gd name="csY0" fmla="*/ 149992 h 310447"/>
                <a:gd name="csX1" fmla="*/ 275058 w 322978"/>
                <a:gd name="csY1" fmla="*/ 174951 h 310447"/>
                <a:gd name="csX2" fmla="*/ 244647 w 322978"/>
                <a:gd name="csY2" fmla="*/ 200215 h 310447"/>
                <a:gd name="csX3" fmla="*/ 233369 w 322978"/>
                <a:gd name="csY3" fmla="*/ 222803 h 310447"/>
                <a:gd name="csX4" fmla="*/ 223209 w 322978"/>
                <a:gd name="csY4" fmla="*/ 235503 h 310447"/>
                <a:gd name="csX5" fmla="*/ 204787 w 322978"/>
                <a:gd name="csY5" fmla="*/ 238212 h 310447"/>
                <a:gd name="csX6" fmla="*/ 198826 w 322978"/>
                <a:gd name="csY6" fmla="*/ 254434 h 310447"/>
                <a:gd name="csX7" fmla="*/ 195405 w 322978"/>
                <a:gd name="csY7" fmla="*/ 265000 h 310447"/>
                <a:gd name="csX8" fmla="*/ 173731 w 322978"/>
                <a:gd name="csY8" fmla="*/ 272891 h 310447"/>
                <a:gd name="csX9" fmla="*/ 146165 w 322978"/>
                <a:gd name="csY9" fmla="*/ 271197 h 310447"/>
                <a:gd name="csX10" fmla="*/ 130011 w 322978"/>
                <a:gd name="csY10" fmla="*/ 261715 h 310447"/>
                <a:gd name="csX11" fmla="*/ 115719 w 322978"/>
                <a:gd name="csY11" fmla="*/ 257617 h 310447"/>
                <a:gd name="csX12" fmla="*/ 99193 w 322978"/>
                <a:gd name="csY12" fmla="*/ 265440 h 310447"/>
                <a:gd name="csX13" fmla="*/ 90930 w 322978"/>
                <a:gd name="csY13" fmla="*/ 281662 h 310447"/>
                <a:gd name="csX14" fmla="*/ 74877 w 322978"/>
                <a:gd name="csY14" fmla="*/ 291856 h 310447"/>
                <a:gd name="csX15" fmla="*/ 57944 w 322978"/>
                <a:gd name="csY15" fmla="*/ 306994 h 310447"/>
                <a:gd name="csX16" fmla="*/ 33696 w 322978"/>
                <a:gd name="csY16" fmla="*/ 310448 h 310447"/>
                <a:gd name="csX17" fmla="*/ 26110 w 322978"/>
                <a:gd name="csY17" fmla="*/ 298527 h 310447"/>
                <a:gd name="csX18" fmla="*/ 29260 w 322978"/>
                <a:gd name="csY18" fmla="*/ 277903 h 310447"/>
                <a:gd name="csX19" fmla="*/ 9178 w 322978"/>
                <a:gd name="csY19" fmla="*/ 245730 h 310447"/>
                <a:gd name="csX20" fmla="*/ 34 w 322978"/>
                <a:gd name="csY20" fmla="*/ 240650 h 310447"/>
                <a:gd name="csX21" fmla="*/ 0 w 322978"/>
                <a:gd name="csY21" fmla="*/ 141796 h 310447"/>
                <a:gd name="csX22" fmla="*/ 33391 w 322978"/>
                <a:gd name="csY22" fmla="*/ 140611 h 310447"/>
                <a:gd name="csX23" fmla="*/ 34407 w 322978"/>
                <a:gd name="csY23" fmla="*/ 19981 h 310447"/>
                <a:gd name="csX24" fmla="*/ 59604 w 322978"/>
                <a:gd name="csY24" fmla="*/ 18863 h 310447"/>
                <a:gd name="csX25" fmla="*/ 111825 w 322978"/>
                <a:gd name="csY25" fmla="*/ 7010 h 310447"/>
                <a:gd name="csX26" fmla="*/ 124761 w 322978"/>
                <a:gd name="csY26" fmla="*/ 20963 h 310447"/>
                <a:gd name="csX27" fmla="*/ 146368 w 322978"/>
                <a:gd name="csY27" fmla="*/ 7687 h 310447"/>
                <a:gd name="csX28" fmla="*/ 156663 w 322978"/>
                <a:gd name="csY28" fmla="*/ 7620 h 310447"/>
                <a:gd name="csX29" fmla="*/ 175730 w 322978"/>
                <a:gd name="csY29" fmla="*/ 0 h 310447"/>
                <a:gd name="csX30" fmla="*/ 181826 w 322978"/>
                <a:gd name="csY30" fmla="*/ 2540 h 310447"/>
                <a:gd name="csX31" fmla="*/ 194864 w 322978"/>
                <a:gd name="csY31" fmla="*/ 29599 h 310447"/>
                <a:gd name="csX32" fmla="*/ 201671 w 322978"/>
                <a:gd name="csY32" fmla="*/ 35627 h 310447"/>
                <a:gd name="csX33" fmla="*/ 212338 w 322978"/>
                <a:gd name="csY33" fmla="*/ 55235 h 310447"/>
                <a:gd name="csX34" fmla="*/ 250675 w 322978"/>
                <a:gd name="csY34" fmla="*/ 92454 h 310447"/>
                <a:gd name="csX35" fmla="*/ 265169 w 322978"/>
                <a:gd name="csY35" fmla="*/ 96077 h 310447"/>
                <a:gd name="csX36" fmla="*/ 265237 w 322978"/>
                <a:gd name="csY36" fmla="*/ 108032 h 310447"/>
                <a:gd name="csX37" fmla="*/ 275193 w 322978"/>
                <a:gd name="csY37" fmla="*/ 129503 h 310447"/>
                <a:gd name="csX38" fmla="*/ 301406 w 322978"/>
                <a:gd name="csY38" fmla="*/ 134684 h 310447"/>
                <a:gd name="csX39" fmla="*/ 322978 w 322978"/>
                <a:gd name="csY39" fmla="*/ 149992 h 3104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322978" h="310447">
                  <a:moveTo>
                    <a:pt x="322978" y="149992"/>
                  </a:moveTo>
                  <a:lnTo>
                    <a:pt x="275058" y="174951"/>
                  </a:lnTo>
                  <a:lnTo>
                    <a:pt x="244647" y="200215"/>
                  </a:lnTo>
                  <a:lnTo>
                    <a:pt x="233369" y="222803"/>
                  </a:lnTo>
                  <a:lnTo>
                    <a:pt x="223209" y="235503"/>
                  </a:lnTo>
                  <a:lnTo>
                    <a:pt x="204787" y="238212"/>
                  </a:lnTo>
                  <a:lnTo>
                    <a:pt x="198826" y="254434"/>
                  </a:lnTo>
                  <a:lnTo>
                    <a:pt x="195405" y="265000"/>
                  </a:lnTo>
                  <a:lnTo>
                    <a:pt x="173731" y="272891"/>
                  </a:lnTo>
                  <a:lnTo>
                    <a:pt x="146165" y="271197"/>
                  </a:lnTo>
                  <a:lnTo>
                    <a:pt x="130011" y="261715"/>
                  </a:lnTo>
                  <a:lnTo>
                    <a:pt x="115719" y="257617"/>
                  </a:lnTo>
                  <a:lnTo>
                    <a:pt x="99193" y="265440"/>
                  </a:lnTo>
                  <a:lnTo>
                    <a:pt x="90930" y="281662"/>
                  </a:lnTo>
                  <a:lnTo>
                    <a:pt x="74877" y="291856"/>
                  </a:lnTo>
                  <a:lnTo>
                    <a:pt x="57944" y="306994"/>
                  </a:lnTo>
                  <a:lnTo>
                    <a:pt x="33696" y="310448"/>
                  </a:lnTo>
                  <a:lnTo>
                    <a:pt x="26110" y="298527"/>
                  </a:lnTo>
                  <a:lnTo>
                    <a:pt x="29260" y="277903"/>
                  </a:lnTo>
                  <a:lnTo>
                    <a:pt x="9178" y="245730"/>
                  </a:lnTo>
                  <a:lnTo>
                    <a:pt x="34" y="240650"/>
                  </a:lnTo>
                  <a:lnTo>
                    <a:pt x="0" y="141796"/>
                  </a:lnTo>
                  <a:lnTo>
                    <a:pt x="33391" y="140611"/>
                  </a:lnTo>
                  <a:lnTo>
                    <a:pt x="34407" y="19981"/>
                  </a:lnTo>
                  <a:lnTo>
                    <a:pt x="59604" y="18863"/>
                  </a:lnTo>
                  <a:lnTo>
                    <a:pt x="111825" y="7010"/>
                  </a:lnTo>
                  <a:lnTo>
                    <a:pt x="124761" y="20963"/>
                  </a:lnTo>
                  <a:lnTo>
                    <a:pt x="146368" y="7687"/>
                  </a:lnTo>
                  <a:lnTo>
                    <a:pt x="156663" y="7620"/>
                  </a:lnTo>
                  <a:lnTo>
                    <a:pt x="175730" y="0"/>
                  </a:lnTo>
                  <a:lnTo>
                    <a:pt x="181826" y="2540"/>
                  </a:lnTo>
                  <a:lnTo>
                    <a:pt x="194864" y="29599"/>
                  </a:lnTo>
                  <a:lnTo>
                    <a:pt x="201671" y="35627"/>
                  </a:lnTo>
                  <a:lnTo>
                    <a:pt x="212338" y="55235"/>
                  </a:lnTo>
                  <a:lnTo>
                    <a:pt x="250675" y="92454"/>
                  </a:lnTo>
                  <a:lnTo>
                    <a:pt x="265169" y="96077"/>
                  </a:lnTo>
                  <a:lnTo>
                    <a:pt x="265237" y="108032"/>
                  </a:lnTo>
                  <a:lnTo>
                    <a:pt x="275193" y="129503"/>
                  </a:lnTo>
                  <a:lnTo>
                    <a:pt x="301406" y="134684"/>
                  </a:lnTo>
                  <a:lnTo>
                    <a:pt x="322978" y="14999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4" name="Forma libre: forma 53">
              <a:extLst>
                <a:ext uri="{FF2B5EF4-FFF2-40B4-BE49-F238E27FC236}">
                  <a16:creationId xmlns:a16="http://schemas.microsoft.com/office/drawing/2014/main" id="{455A3DAF-5C10-09D3-9DFC-C5F2DA5ADED7}"/>
                </a:ext>
              </a:extLst>
            </p:cNvPr>
            <p:cNvSpPr/>
            <p:nvPr/>
          </p:nvSpPr>
          <p:spPr>
            <a:xfrm>
              <a:off x="6493228" y="4002720"/>
              <a:ext cx="452108" cy="409911"/>
            </a:xfrm>
            <a:custGeom>
              <a:avLst/>
              <a:gdLst>
                <a:gd name="csX0" fmla="*/ 276413 w 452108"/>
                <a:gd name="csY0" fmla="*/ 265068 h 409911"/>
                <a:gd name="csX1" fmla="*/ 276379 w 452108"/>
                <a:gd name="csY1" fmla="*/ 390134 h 409911"/>
                <a:gd name="csX2" fmla="*/ 246137 w 452108"/>
                <a:gd name="csY2" fmla="*/ 407440 h 409911"/>
                <a:gd name="csX3" fmla="*/ 227951 w 452108"/>
                <a:gd name="csY3" fmla="*/ 409912 h 409911"/>
                <a:gd name="csX4" fmla="*/ 206649 w 452108"/>
                <a:gd name="csY4" fmla="*/ 403511 h 409911"/>
                <a:gd name="csX5" fmla="*/ 191443 w 452108"/>
                <a:gd name="csY5" fmla="*/ 401073 h 409911"/>
                <a:gd name="csX6" fmla="*/ 185754 w 452108"/>
                <a:gd name="csY6" fmla="*/ 386578 h 409911"/>
                <a:gd name="csX7" fmla="*/ 172377 w 452108"/>
                <a:gd name="csY7" fmla="*/ 377299 h 409911"/>
                <a:gd name="csX8" fmla="*/ 156156 w 452108"/>
                <a:gd name="csY8" fmla="*/ 394063 h 409911"/>
                <a:gd name="csX9" fmla="*/ 130993 w 452108"/>
                <a:gd name="csY9" fmla="*/ 368460 h 409911"/>
                <a:gd name="csX10" fmla="*/ 117718 w 452108"/>
                <a:gd name="csY10" fmla="*/ 343738 h 409911"/>
                <a:gd name="csX11" fmla="*/ 110268 w 452108"/>
                <a:gd name="csY11" fmla="*/ 310753 h 409911"/>
                <a:gd name="csX12" fmla="*/ 101902 w 452108"/>
                <a:gd name="csY12" fmla="*/ 286234 h 409911"/>
                <a:gd name="csX13" fmla="*/ 90558 w 452108"/>
                <a:gd name="csY13" fmla="*/ 234080 h 409911"/>
                <a:gd name="csX14" fmla="*/ 89812 w 452108"/>
                <a:gd name="csY14" fmla="*/ 193577 h 409911"/>
                <a:gd name="csX15" fmla="*/ 85477 w 452108"/>
                <a:gd name="csY15" fmla="*/ 175086 h 409911"/>
                <a:gd name="csX16" fmla="*/ 72304 w 452108"/>
                <a:gd name="csY16" fmla="*/ 161133 h 409911"/>
                <a:gd name="csX17" fmla="*/ 54795 w 452108"/>
                <a:gd name="csY17" fmla="*/ 133160 h 409911"/>
                <a:gd name="csX18" fmla="*/ 37015 w 452108"/>
                <a:gd name="csY18" fmla="*/ 92521 h 409911"/>
                <a:gd name="csX19" fmla="*/ 29633 w 452108"/>
                <a:gd name="csY19" fmla="*/ 71254 h 409911"/>
                <a:gd name="csX20" fmla="*/ 2066 w 452108"/>
                <a:gd name="csY20" fmla="*/ 38201 h 409911"/>
                <a:gd name="csX21" fmla="*/ 0 w 452108"/>
                <a:gd name="csY21" fmla="*/ 12226 h 409911"/>
                <a:gd name="csX22" fmla="*/ 16290 w 452108"/>
                <a:gd name="csY22" fmla="*/ 5791 h 409911"/>
                <a:gd name="csX23" fmla="*/ 36575 w 452108"/>
                <a:gd name="csY23" fmla="*/ 0 h 409911"/>
                <a:gd name="csX24" fmla="*/ 58521 w 452108"/>
                <a:gd name="csY24" fmla="*/ 1016 h 409911"/>
                <a:gd name="csX25" fmla="*/ 78738 w 452108"/>
                <a:gd name="csY25" fmla="*/ 16323 h 409911"/>
                <a:gd name="csX26" fmla="*/ 83852 w 452108"/>
                <a:gd name="csY26" fmla="*/ 13953 h 409911"/>
                <a:gd name="csX27" fmla="*/ 221110 w 452108"/>
                <a:gd name="csY27" fmla="*/ 12496 h 409911"/>
                <a:gd name="csX28" fmla="*/ 244579 w 452108"/>
                <a:gd name="csY28" fmla="*/ 28718 h 409911"/>
                <a:gd name="csX29" fmla="*/ 326568 w 452108"/>
                <a:gd name="csY29" fmla="*/ 33527 h 409911"/>
                <a:gd name="csX30" fmla="*/ 388814 w 452108"/>
                <a:gd name="csY30" fmla="*/ 19710 h 409911"/>
                <a:gd name="csX31" fmla="*/ 416550 w 452108"/>
                <a:gd name="csY31" fmla="*/ 12022 h 409911"/>
                <a:gd name="csX32" fmla="*/ 438495 w 452108"/>
                <a:gd name="csY32" fmla="*/ 13953 h 409911"/>
                <a:gd name="csX33" fmla="*/ 451872 w 452108"/>
                <a:gd name="csY33" fmla="*/ 21606 h 409911"/>
                <a:gd name="csX34" fmla="*/ 452109 w 452108"/>
                <a:gd name="csY34" fmla="*/ 24417 h 409911"/>
                <a:gd name="csX35" fmla="*/ 433042 w 452108"/>
                <a:gd name="csY35" fmla="*/ 32037 h 409911"/>
                <a:gd name="csX36" fmla="*/ 422747 w 452108"/>
                <a:gd name="csY36" fmla="*/ 32105 h 409911"/>
                <a:gd name="csX37" fmla="*/ 401141 w 452108"/>
                <a:gd name="csY37" fmla="*/ 45380 h 409911"/>
                <a:gd name="csX38" fmla="*/ 388204 w 452108"/>
                <a:gd name="csY38" fmla="*/ 31428 h 409911"/>
                <a:gd name="csX39" fmla="*/ 335983 w 452108"/>
                <a:gd name="csY39" fmla="*/ 43281 h 409911"/>
                <a:gd name="csX40" fmla="*/ 310787 w 452108"/>
                <a:gd name="csY40" fmla="*/ 44398 h 409911"/>
                <a:gd name="csX41" fmla="*/ 309771 w 452108"/>
                <a:gd name="csY41" fmla="*/ 165028 h 409911"/>
                <a:gd name="csX42" fmla="*/ 276379 w 452108"/>
                <a:gd name="csY42" fmla="*/ 166213 h 409911"/>
                <a:gd name="csX43" fmla="*/ 276413 w 452108"/>
                <a:gd name="csY43" fmla="*/ 265068 h 409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52108" h="409911">
                  <a:moveTo>
                    <a:pt x="276413" y="265068"/>
                  </a:moveTo>
                  <a:lnTo>
                    <a:pt x="276379" y="390134"/>
                  </a:lnTo>
                  <a:lnTo>
                    <a:pt x="246137" y="407440"/>
                  </a:lnTo>
                  <a:lnTo>
                    <a:pt x="227951" y="409912"/>
                  </a:lnTo>
                  <a:lnTo>
                    <a:pt x="206649" y="403511"/>
                  </a:lnTo>
                  <a:lnTo>
                    <a:pt x="191443" y="401073"/>
                  </a:lnTo>
                  <a:lnTo>
                    <a:pt x="185754" y="386578"/>
                  </a:lnTo>
                  <a:lnTo>
                    <a:pt x="172377" y="377299"/>
                  </a:lnTo>
                  <a:lnTo>
                    <a:pt x="156156" y="394063"/>
                  </a:lnTo>
                  <a:lnTo>
                    <a:pt x="130993" y="368460"/>
                  </a:lnTo>
                  <a:lnTo>
                    <a:pt x="117718" y="343738"/>
                  </a:lnTo>
                  <a:lnTo>
                    <a:pt x="110268" y="310753"/>
                  </a:lnTo>
                  <a:lnTo>
                    <a:pt x="101902" y="286234"/>
                  </a:lnTo>
                  <a:lnTo>
                    <a:pt x="90558" y="234080"/>
                  </a:lnTo>
                  <a:lnTo>
                    <a:pt x="89812" y="193577"/>
                  </a:lnTo>
                  <a:lnTo>
                    <a:pt x="85477" y="175086"/>
                  </a:lnTo>
                  <a:lnTo>
                    <a:pt x="72304" y="161133"/>
                  </a:lnTo>
                  <a:lnTo>
                    <a:pt x="54795" y="133160"/>
                  </a:lnTo>
                  <a:lnTo>
                    <a:pt x="37015" y="92521"/>
                  </a:lnTo>
                  <a:lnTo>
                    <a:pt x="29633" y="71254"/>
                  </a:lnTo>
                  <a:lnTo>
                    <a:pt x="2066" y="38201"/>
                  </a:lnTo>
                  <a:lnTo>
                    <a:pt x="0" y="12226"/>
                  </a:lnTo>
                  <a:lnTo>
                    <a:pt x="16290" y="5791"/>
                  </a:lnTo>
                  <a:lnTo>
                    <a:pt x="36575" y="0"/>
                  </a:lnTo>
                  <a:lnTo>
                    <a:pt x="58521" y="1016"/>
                  </a:lnTo>
                  <a:lnTo>
                    <a:pt x="78738" y="16323"/>
                  </a:lnTo>
                  <a:lnTo>
                    <a:pt x="83852" y="13953"/>
                  </a:lnTo>
                  <a:lnTo>
                    <a:pt x="221110" y="12496"/>
                  </a:lnTo>
                  <a:lnTo>
                    <a:pt x="244579" y="28718"/>
                  </a:lnTo>
                  <a:lnTo>
                    <a:pt x="326568" y="33527"/>
                  </a:lnTo>
                  <a:lnTo>
                    <a:pt x="388814" y="19710"/>
                  </a:lnTo>
                  <a:lnTo>
                    <a:pt x="416550" y="12022"/>
                  </a:lnTo>
                  <a:lnTo>
                    <a:pt x="438495" y="13953"/>
                  </a:lnTo>
                  <a:lnTo>
                    <a:pt x="451872" y="21606"/>
                  </a:lnTo>
                  <a:lnTo>
                    <a:pt x="452109" y="24417"/>
                  </a:lnTo>
                  <a:lnTo>
                    <a:pt x="433042" y="32037"/>
                  </a:lnTo>
                  <a:lnTo>
                    <a:pt x="422747" y="32105"/>
                  </a:lnTo>
                  <a:lnTo>
                    <a:pt x="401141" y="45380"/>
                  </a:lnTo>
                  <a:lnTo>
                    <a:pt x="388204" y="31428"/>
                  </a:lnTo>
                  <a:lnTo>
                    <a:pt x="335983" y="43281"/>
                  </a:lnTo>
                  <a:lnTo>
                    <a:pt x="310787" y="44398"/>
                  </a:lnTo>
                  <a:lnTo>
                    <a:pt x="309771" y="165028"/>
                  </a:lnTo>
                  <a:lnTo>
                    <a:pt x="276379" y="166213"/>
                  </a:lnTo>
                  <a:lnTo>
                    <a:pt x="276413" y="26506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5" name="Forma libre: forma 54">
              <a:extLst>
                <a:ext uri="{FF2B5EF4-FFF2-40B4-BE49-F238E27FC236}">
                  <a16:creationId xmlns:a16="http://schemas.microsoft.com/office/drawing/2014/main" id="{0E871DCF-B0EF-BA48-2D0C-B8306757F465}"/>
                </a:ext>
              </a:extLst>
            </p:cNvPr>
            <p:cNvSpPr/>
            <p:nvPr/>
          </p:nvSpPr>
          <p:spPr>
            <a:xfrm>
              <a:off x="5498962" y="2866895"/>
              <a:ext cx="208511" cy="144471"/>
            </a:xfrm>
            <a:custGeom>
              <a:avLst/>
              <a:gdLst>
                <a:gd name="csX0" fmla="*/ 30852 w 208511"/>
                <a:gd name="csY0" fmla="*/ 101699 h 144471"/>
                <a:gd name="csX1" fmla="*/ 16899 w 208511"/>
                <a:gd name="csY1" fmla="*/ 75318 h 144471"/>
                <a:gd name="csX2" fmla="*/ 0 w 208511"/>
                <a:gd name="csY2" fmla="*/ 63261 h 144471"/>
                <a:gd name="csX3" fmla="*/ 14901 w 208511"/>
                <a:gd name="csY3" fmla="*/ 56861 h 144471"/>
                <a:gd name="csX4" fmla="*/ 31292 w 208511"/>
                <a:gd name="csY4" fmla="*/ 33053 h 144471"/>
                <a:gd name="csX5" fmla="*/ 39352 w 208511"/>
                <a:gd name="csY5" fmla="*/ 15680 h 144471"/>
                <a:gd name="csX6" fmla="*/ 50934 w 208511"/>
                <a:gd name="csY6" fmla="*/ 4809 h 144471"/>
                <a:gd name="csX7" fmla="*/ 67766 w 208511"/>
                <a:gd name="csY7" fmla="*/ 7755 h 144471"/>
                <a:gd name="csX8" fmla="*/ 84292 w 208511"/>
                <a:gd name="csY8" fmla="*/ 373 h 144471"/>
                <a:gd name="csX9" fmla="*/ 103223 w 208511"/>
                <a:gd name="csY9" fmla="*/ 0 h 144471"/>
                <a:gd name="csX10" fmla="*/ 119377 w 208511"/>
                <a:gd name="csY10" fmla="*/ 9957 h 144471"/>
                <a:gd name="csX11" fmla="*/ 141864 w 208511"/>
                <a:gd name="csY11" fmla="*/ 18931 h 144471"/>
                <a:gd name="csX12" fmla="*/ 162353 w 208511"/>
                <a:gd name="csY12" fmla="*/ 43822 h 144471"/>
                <a:gd name="csX13" fmla="*/ 184704 w 208511"/>
                <a:gd name="csY13" fmla="*/ 67088 h 144471"/>
                <a:gd name="csX14" fmla="*/ 186262 w 208511"/>
                <a:gd name="csY14" fmla="*/ 88153 h 144471"/>
                <a:gd name="csX15" fmla="*/ 192934 w 208511"/>
                <a:gd name="csY15" fmla="*/ 107558 h 144471"/>
                <a:gd name="csX16" fmla="*/ 205633 w 208511"/>
                <a:gd name="csY16" fmla="*/ 117074 h 144471"/>
                <a:gd name="csX17" fmla="*/ 208512 w 208511"/>
                <a:gd name="csY17" fmla="*/ 130146 h 144471"/>
                <a:gd name="csX18" fmla="*/ 206954 w 208511"/>
                <a:gd name="csY18" fmla="*/ 140712 h 144471"/>
                <a:gd name="csX19" fmla="*/ 202077 w 208511"/>
                <a:gd name="csY19" fmla="*/ 142609 h 144471"/>
                <a:gd name="csX20" fmla="*/ 183587 w 208511"/>
                <a:gd name="csY20" fmla="*/ 139933 h 144471"/>
                <a:gd name="csX21" fmla="*/ 181046 w 208511"/>
                <a:gd name="csY21" fmla="*/ 143727 h 144471"/>
                <a:gd name="csX22" fmla="*/ 173596 w 208511"/>
                <a:gd name="csY22" fmla="*/ 144472 h 144471"/>
                <a:gd name="csX23" fmla="*/ 149247 w 208511"/>
                <a:gd name="csY23" fmla="*/ 136208 h 144471"/>
                <a:gd name="csX24" fmla="*/ 132923 w 208511"/>
                <a:gd name="csY24" fmla="*/ 135870 h 144471"/>
                <a:gd name="csX25" fmla="*/ 70339 w 208511"/>
                <a:gd name="csY25" fmla="*/ 134447 h 144471"/>
                <a:gd name="csX26" fmla="*/ 61229 w 208511"/>
                <a:gd name="csY26" fmla="*/ 138240 h 144471"/>
                <a:gd name="csX27" fmla="*/ 50020 w 208511"/>
                <a:gd name="csY27" fmla="*/ 137157 h 144471"/>
                <a:gd name="csX28" fmla="*/ 32105 w 208511"/>
                <a:gd name="csY28" fmla="*/ 142677 h 144471"/>
                <a:gd name="csX29" fmla="*/ 26517 w 208511"/>
                <a:gd name="csY29" fmla="*/ 116735 h 144471"/>
                <a:gd name="csX30" fmla="*/ 57369 w 208511"/>
                <a:gd name="csY30" fmla="*/ 117447 h 144471"/>
                <a:gd name="csX31" fmla="*/ 65497 w 208511"/>
                <a:gd name="csY31" fmla="*/ 112706 h 144471"/>
                <a:gd name="csX32" fmla="*/ 71559 w 208511"/>
                <a:gd name="csY32" fmla="*/ 112401 h 144471"/>
                <a:gd name="csX33" fmla="*/ 84122 w 208511"/>
                <a:gd name="csY33" fmla="*/ 104578 h 144471"/>
                <a:gd name="csX34" fmla="*/ 98651 w 208511"/>
                <a:gd name="csY34" fmla="*/ 111757 h 144471"/>
                <a:gd name="csX35" fmla="*/ 113349 w 208511"/>
                <a:gd name="csY35" fmla="*/ 112333 h 144471"/>
                <a:gd name="csX36" fmla="*/ 128013 w 208511"/>
                <a:gd name="csY36" fmla="*/ 104747 h 144471"/>
                <a:gd name="csX37" fmla="*/ 121172 w 208511"/>
                <a:gd name="csY37" fmla="*/ 94960 h 144471"/>
                <a:gd name="csX38" fmla="*/ 109996 w 208511"/>
                <a:gd name="csY38" fmla="*/ 100649 h 144471"/>
                <a:gd name="csX39" fmla="*/ 99498 w 208511"/>
                <a:gd name="csY39" fmla="*/ 100514 h 144471"/>
                <a:gd name="csX40" fmla="*/ 86121 w 208511"/>
                <a:gd name="csY40" fmla="*/ 92183 h 144471"/>
                <a:gd name="csX41" fmla="*/ 75385 w 208511"/>
                <a:gd name="csY41" fmla="*/ 92725 h 144471"/>
                <a:gd name="csX42" fmla="*/ 67732 w 208511"/>
                <a:gd name="csY42" fmla="*/ 100717 h 144471"/>
                <a:gd name="csX43" fmla="*/ 30852 w 208511"/>
                <a:gd name="csY43" fmla="*/ 101699 h 144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208511" h="144471">
                  <a:moveTo>
                    <a:pt x="30852" y="101699"/>
                  </a:moveTo>
                  <a:lnTo>
                    <a:pt x="16899" y="75318"/>
                  </a:lnTo>
                  <a:lnTo>
                    <a:pt x="0" y="63261"/>
                  </a:lnTo>
                  <a:lnTo>
                    <a:pt x="14901" y="56861"/>
                  </a:lnTo>
                  <a:lnTo>
                    <a:pt x="31292" y="33053"/>
                  </a:lnTo>
                  <a:lnTo>
                    <a:pt x="39352" y="15680"/>
                  </a:lnTo>
                  <a:lnTo>
                    <a:pt x="50934" y="4809"/>
                  </a:lnTo>
                  <a:lnTo>
                    <a:pt x="67766" y="7755"/>
                  </a:lnTo>
                  <a:lnTo>
                    <a:pt x="84292" y="373"/>
                  </a:lnTo>
                  <a:lnTo>
                    <a:pt x="103223" y="0"/>
                  </a:lnTo>
                  <a:lnTo>
                    <a:pt x="119377" y="9957"/>
                  </a:lnTo>
                  <a:lnTo>
                    <a:pt x="141864" y="18931"/>
                  </a:lnTo>
                  <a:lnTo>
                    <a:pt x="162353" y="43822"/>
                  </a:lnTo>
                  <a:lnTo>
                    <a:pt x="184704" y="67088"/>
                  </a:lnTo>
                  <a:lnTo>
                    <a:pt x="186262" y="88153"/>
                  </a:lnTo>
                  <a:lnTo>
                    <a:pt x="192934" y="107558"/>
                  </a:lnTo>
                  <a:lnTo>
                    <a:pt x="205633" y="117074"/>
                  </a:lnTo>
                  <a:lnTo>
                    <a:pt x="208512" y="130146"/>
                  </a:lnTo>
                  <a:lnTo>
                    <a:pt x="206954" y="140712"/>
                  </a:lnTo>
                  <a:lnTo>
                    <a:pt x="202077" y="142609"/>
                  </a:lnTo>
                  <a:lnTo>
                    <a:pt x="183587" y="139933"/>
                  </a:lnTo>
                  <a:lnTo>
                    <a:pt x="181046" y="143727"/>
                  </a:lnTo>
                  <a:lnTo>
                    <a:pt x="173596" y="144472"/>
                  </a:lnTo>
                  <a:lnTo>
                    <a:pt x="149247" y="136208"/>
                  </a:lnTo>
                  <a:lnTo>
                    <a:pt x="132923" y="135870"/>
                  </a:lnTo>
                  <a:lnTo>
                    <a:pt x="70339" y="134447"/>
                  </a:lnTo>
                  <a:lnTo>
                    <a:pt x="61229" y="138240"/>
                  </a:lnTo>
                  <a:lnTo>
                    <a:pt x="50020" y="137157"/>
                  </a:lnTo>
                  <a:lnTo>
                    <a:pt x="32105" y="142677"/>
                  </a:lnTo>
                  <a:lnTo>
                    <a:pt x="26517" y="116735"/>
                  </a:lnTo>
                  <a:lnTo>
                    <a:pt x="57369" y="117447"/>
                  </a:lnTo>
                  <a:lnTo>
                    <a:pt x="65497" y="112706"/>
                  </a:lnTo>
                  <a:lnTo>
                    <a:pt x="71559" y="112401"/>
                  </a:lnTo>
                  <a:lnTo>
                    <a:pt x="84122" y="104578"/>
                  </a:lnTo>
                  <a:lnTo>
                    <a:pt x="98651" y="111757"/>
                  </a:lnTo>
                  <a:lnTo>
                    <a:pt x="113349" y="112333"/>
                  </a:lnTo>
                  <a:lnTo>
                    <a:pt x="128013" y="104747"/>
                  </a:lnTo>
                  <a:lnTo>
                    <a:pt x="121172" y="94960"/>
                  </a:lnTo>
                  <a:lnTo>
                    <a:pt x="109996" y="100649"/>
                  </a:lnTo>
                  <a:lnTo>
                    <a:pt x="99498" y="100514"/>
                  </a:lnTo>
                  <a:lnTo>
                    <a:pt x="86121" y="92183"/>
                  </a:lnTo>
                  <a:lnTo>
                    <a:pt x="75385" y="92725"/>
                  </a:lnTo>
                  <a:lnTo>
                    <a:pt x="67732" y="100717"/>
                  </a:lnTo>
                  <a:lnTo>
                    <a:pt x="30852" y="10169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6" name="Forma libre: forma 55">
              <a:extLst>
                <a:ext uri="{FF2B5EF4-FFF2-40B4-BE49-F238E27FC236}">
                  <a16:creationId xmlns:a16="http://schemas.microsoft.com/office/drawing/2014/main" id="{8429711C-6AB2-59A0-C23D-D206BE7E7545}"/>
                </a:ext>
              </a:extLst>
            </p:cNvPr>
            <p:cNvSpPr/>
            <p:nvPr/>
          </p:nvSpPr>
          <p:spPr>
            <a:xfrm>
              <a:off x="5683666" y="2583201"/>
              <a:ext cx="556788" cy="503889"/>
            </a:xfrm>
            <a:custGeom>
              <a:avLst/>
              <a:gdLst>
                <a:gd name="csX0" fmla="*/ 22250 w 556788"/>
                <a:gd name="csY0" fmla="*/ 424406 h 503889"/>
                <a:gd name="csX1" fmla="*/ 23808 w 556788"/>
                <a:gd name="csY1" fmla="*/ 413840 h 503889"/>
                <a:gd name="csX2" fmla="*/ 20929 w 556788"/>
                <a:gd name="csY2" fmla="*/ 400768 h 503889"/>
                <a:gd name="csX3" fmla="*/ 8230 w 556788"/>
                <a:gd name="csY3" fmla="*/ 391252 h 503889"/>
                <a:gd name="csX4" fmla="*/ 1558 w 556788"/>
                <a:gd name="csY4" fmla="*/ 371847 h 503889"/>
                <a:gd name="csX5" fmla="*/ 0 w 556788"/>
                <a:gd name="csY5" fmla="*/ 350782 h 503889"/>
                <a:gd name="csX6" fmla="*/ 11413 w 556788"/>
                <a:gd name="csY6" fmla="*/ 344618 h 503889"/>
                <a:gd name="csX7" fmla="*/ 17102 w 556788"/>
                <a:gd name="csY7" fmla="*/ 324672 h 503889"/>
                <a:gd name="csX8" fmla="*/ 27838 w 556788"/>
                <a:gd name="csY8" fmla="*/ 323893 h 503889"/>
                <a:gd name="csX9" fmla="*/ 51476 w 556788"/>
                <a:gd name="csY9" fmla="*/ 333307 h 503889"/>
                <a:gd name="csX10" fmla="*/ 70576 w 556788"/>
                <a:gd name="csY10" fmla="*/ 326636 h 503889"/>
                <a:gd name="csX11" fmla="*/ 83683 w 556788"/>
                <a:gd name="csY11" fmla="*/ 328871 h 503889"/>
                <a:gd name="csX12" fmla="*/ 88762 w 556788"/>
                <a:gd name="csY12" fmla="*/ 321353 h 503889"/>
                <a:gd name="csX13" fmla="*/ 224632 w 556788"/>
                <a:gd name="csY13" fmla="*/ 320811 h 503889"/>
                <a:gd name="csX14" fmla="*/ 232184 w 556788"/>
                <a:gd name="csY14" fmla="*/ 297105 h 503889"/>
                <a:gd name="csX15" fmla="*/ 226292 w 556788"/>
                <a:gd name="csY15" fmla="*/ 292939 h 503889"/>
                <a:gd name="csX16" fmla="*/ 209969 w 556788"/>
                <a:gd name="csY16" fmla="*/ 146774 h 503889"/>
                <a:gd name="csX17" fmla="*/ 193611 w 556788"/>
                <a:gd name="csY17" fmla="*/ 610 h 503889"/>
                <a:gd name="csX18" fmla="*/ 245460 w 556788"/>
                <a:gd name="csY18" fmla="*/ 0 h 503889"/>
                <a:gd name="csX19" fmla="*/ 359689 w 556788"/>
                <a:gd name="csY19" fmla="*/ 73895 h 503889"/>
                <a:gd name="csX20" fmla="*/ 473918 w 556788"/>
                <a:gd name="csY20" fmla="*/ 147790 h 503889"/>
                <a:gd name="csX21" fmla="*/ 481979 w 556788"/>
                <a:gd name="csY21" fmla="*/ 163674 h 503889"/>
                <a:gd name="csX22" fmla="*/ 503077 w 556788"/>
                <a:gd name="csY22" fmla="*/ 173359 h 503889"/>
                <a:gd name="csX23" fmla="*/ 518757 w 556788"/>
                <a:gd name="csY23" fmla="*/ 178845 h 503889"/>
                <a:gd name="csX24" fmla="*/ 519130 w 556788"/>
                <a:gd name="csY24" fmla="*/ 200418 h 503889"/>
                <a:gd name="csX25" fmla="*/ 556686 w 556788"/>
                <a:gd name="csY25" fmla="*/ 197099 h 503889"/>
                <a:gd name="csX26" fmla="*/ 556788 w 556788"/>
                <a:gd name="csY26" fmla="*/ 275092 h 503889"/>
                <a:gd name="csX27" fmla="*/ 538264 w 556788"/>
                <a:gd name="csY27" fmla="*/ 297714 h 503889"/>
                <a:gd name="csX28" fmla="*/ 535385 w 556788"/>
                <a:gd name="csY28" fmla="*/ 318576 h 503889"/>
                <a:gd name="csX29" fmla="*/ 505312 w 556788"/>
                <a:gd name="csY29" fmla="*/ 323926 h 503889"/>
                <a:gd name="csX30" fmla="*/ 459119 w 556788"/>
                <a:gd name="csY30" fmla="*/ 326839 h 503889"/>
                <a:gd name="csX31" fmla="*/ 446589 w 556788"/>
                <a:gd name="csY31" fmla="*/ 338895 h 503889"/>
                <a:gd name="csX32" fmla="*/ 424881 w 556788"/>
                <a:gd name="csY32" fmla="*/ 340216 h 503889"/>
                <a:gd name="csX33" fmla="*/ 403173 w 556788"/>
                <a:gd name="csY33" fmla="*/ 340385 h 503889"/>
                <a:gd name="csX34" fmla="*/ 394706 w 556788"/>
                <a:gd name="csY34" fmla="*/ 333883 h 503889"/>
                <a:gd name="csX35" fmla="*/ 376080 w 556788"/>
                <a:gd name="csY35" fmla="*/ 338692 h 503889"/>
                <a:gd name="csX36" fmla="*/ 344415 w 556788"/>
                <a:gd name="csY36" fmla="*/ 352746 h 503889"/>
                <a:gd name="csX37" fmla="*/ 337947 w 556788"/>
                <a:gd name="csY37" fmla="*/ 363346 h 503889"/>
                <a:gd name="csX38" fmla="*/ 311667 w 556788"/>
                <a:gd name="csY38" fmla="*/ 378518 h 503889"/>
                <a:gd name="csX39" fmla="*/ 307061 w 556788"/>
                <a:gd name="csY39" fmla="*/ 387222 h 503889"/>
                <a:gd name="csX40" fmla="*/ 292872 w 556788"/>
                <a:gd name="csY40" fmla="*/ 394097 h 503889"/>
                <a:gd name="csX41" fmla="*/ 276515 w 556788"/>
                <a:gd name="csY41" fmla="*/ 389559 h 503889"/>
                <a:gd name="csX42" fmla="*/ 267235 w 556788"/>
                <a:gd name="csY42" fmla="*/ 397822 h 503889"/>
                <a:gd name="csX43" fmla="*/ 262257 w 556788"/>
                <a:gd name="csY43" fmla="*/ 421020 h 503889"/>
                <a:gd name="csX44" fmla="*/ 235368 w 556788"/>
                <a:gd name="csY44" fmla="*/ 449095 h 503889"/>
                <a:gd name="csX45" fmla="*/ 236147 w 556788"/>
                <a:gd name="csY45" fmla="*/ 460575 h 503889"/>
                <a:gd name="csX46" fmla="*/ 226901 w 556788"/>
                <a:gd name="csY46" fmla="*/ 474934 h 503889"/>
                <a:gd name="csX47" fmla="*/ 229170 w 556788"/>
                <a:gd name="csY47" fmla="*/ 494576 h 503889"/>
                <a:gd name="csX48" fmla="*/ 215184 w 556788"/>
                <a:gd name="csY48" fmla="*/ 499589 h 503889"/>
                <a:gd name="csX49" fmla="*/ 207293 w 556788"/>
                <a:gd name="csY49" fmla="*/ 503890 h 503889"/>
                <a:gd name="csX50" fmla="*/ 202044 w 556788"/>
                <a:gd name="csY50" fmla="*/ 489395 h 503889"/>
                <a:gd name="csX51" fmla="*/ 192256 w 556788"/>
                <a:gd name="csY51" fmla="*/ 493222 h 503889"/>
                <a:gd name="csX52" fmla="*/ 186432 w 556788"/>
                <a:gd name="csY52" fmla="*/ 492544 h 503889"/>
                <a:gd name="csX53" fmla="*/ 180166 w 556788"/>
                <a:gd name="csY53" fmla="*/ 502433 h 503889"/>
                <a:gd name="csX54" fmla="*/ 154022 w 556788"/>
                <a:gd name="csY54" fmla="*/ 502162 h 503889"/>
                <a:gd name="csX55" fmla="*/ 144641 w 556788"/>
                <a:gd name="csY55" fmla="*/ 497083 h 503889"/>
                <a:gd name="csX56" fmla="*/ 140239 w 556788"/>
                <a:gd name="csY56" fmla="*/ 500130 h 503889"/>
                <a:gd name="csX57" fmla="*/ 129909 w 556788"/>
                <a:gd name="csY57" fmla="*/ 490377 h 503889"/>
                <a:gd name="csX58" fmla="*/ 131704 w 556788"/>
                <a:gd name="csY58" fmla="*/ 480285 h 503889"/>
                <a:gd name="csX59" fmla="*/ 127471 w 556788"/>
                <a:gd name="csY59" fmla="*/ 476357 h 503889"/>
                <a:gd name="csX60" fmla="*/ 120258 w 556788"/>
                <a:gd name="csY60" fmla="*/ 479676 h 503889"/>
                <a:gd name="csX61" fmla="*/ 121579 w 556788"/>
                <a:gd name="csY61" fmla="*/ 468669 h 503889"/>
                <a:gd name="csX62" fmla="*/ 128521 w 556788"/>
                <a:gd name="csY62" fmla="*/ 459932 h 503889"/>
                <a:gd name="csX63" fmla="*/ 114636 w 556788"/>
                <a:gd name="csY63" fmla="*/ 445742 h 503889"/>
                <a:gd name="csX64" fmla="*/ 110606 w 556788"/>
                <a:gd name="csY64" fmla="*/ 436429 h 503889"/>
                <a:gd name="csX65" fmla="*/ 103088 w 556788"/>
                <a:gd name="csY65" fmla="*/ 428978 h 503889"/>
                <a:gd name="csX66" fmla="*/ 96281 w 556788"/>
                <a:gd name="csY66" fmla="*/ 428098 h 503889"/>
                <a:gd name="csX67" fmla="*/ 88153 w 556788"/>
                <a:gd name="csY67" fmla="*/ 432839 h 503889"/>
                <a:gd name="csX68" fmla="*/ 77214 w 556788"/>
                <a:gd name="csY68" fmla="*/ 437377 h 503889"/>
                <a:gd name="csX69" fmla="*/ 67935 w 556788"/>
                <a:gd name="csY69" fmla="*/ 444692 h 503889"/>
                <a:gd name="csX70" fmla="*/ 53440 w 556788"/>
                <a:gd name="csY70" fmla="*/ 441983 h 503889"/>
                <a:gd name="csX71" fmla="*/ 44026 w 556788"/>
                <a:gd name="csY71" fmla="*/ 433381 h 503889"/>
                <a:gd name="csX72" fmla="*/ 38404 w 556788"/>
                <a:gd name="csY72" fmla="*/ 432263 h 503889"/>
                <a:gd name="csX73" fmla="*/ 29565 w 556788"/>
                <a:gd name="csY73" fmla="*/ 436767 h 503889"/>
                <a:gd name="csX74" fmla="*/ 24214 w 556788"/>
                <a:gd name="csY74" fmla="*/ 436801 h 503889"/>
                <a:gd name="csX75" fmla="*/ 22250 w 556788"/>
                <a:gd name="csY75" fmla="*/ 424406 h 503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556788" h="503889">
                  <a:moveTo>
                    <a:pt x="22250" y="424406"/>
                  </a:moveTo>
                  <a:lnTo>
                    <a:pt x="23808" y="413840"/>
                  </a:lnTo>
                  <a:lnTo>
                    <a:pt x="20929" y="400768"/>
                  </a:lnTo>
                  <a:lnTo>
                    <a:pt x="8230" y="391252"/>
                  </a:lnTo>
                  <a:lnTo>
                    <a:pt x="1558" y="371847"/>
                  </a:lnTo>
                  <a:lnTo>
                    <a:pt x="0" y="350782"/>
                  </a:lnTo>
                  <a:lnTo>
                    <a:pt x="11413" y="344618"/>
                  </a:lnTo>
                  <a:lnTo>
                    <a:pt x="17102" y="324672"/>
                  </a:lnTo>
                  <a:lnTo>
                    <a:pt x="27838" y="323893"/>
                  </a:lnTo>
                  <a:lnTo>
                    <a:pt x="51476" y="333307"/>
                  </a:lnTo>
                  <a:lnTo>
                    <a:pt x="70576" y="326636"/>
                  </a:lnTo>
                  <a:lnTo>
                    <a:pt x="83683" y="328871"/>
                  </a:lnTo>
                  <a:lnTo>
                    <a:pt x="88762" y="321353"/>
                  </a:lnTo>
                  <a:lnTo>
                    <a:pt x="224632" y="320811"/>
                  </a:lnTo>
                  <a:lnTo>
                    <a:pt x="232184" y="297105"/>
                  </a:lnTo>
                  <a:lnTo>
                    <a:pt x="226292" y="292939"/>
                  </a:lnTo>
                  <a:lnTo>
                    <a:pt x="209969" y="146774"/>
                  </a:lnTo>
                  <a:lnTo>
                    <a:pt x="193611" y="610"/>
                  </a:lnTo>
                  <a:lnTo>
                    <a:pt x="245460" y="0"/>
                  </a:lnTo>
                  <a:lnTo>
                    <a:pt x="359689" y="73895"/>
                  </a:lnTo>
                  <a:lnTo>
                    <a:pt x="473918" y="147790"/>
                  </a:lnTo>
                  <a:lnTo>
                    <a:pt x="481979" y="163674"/>
                  </a:lnTo>
                  <a:lnTo>
                    <a:pt x="503077" y="173359"/>
                  </a:lnTo>
                  <a:lnTo>
                    <a:pt x="518757" y="178845"/>
                  </a:lnTo>
                  <a:lnTo>
                    <a:pt x="519130" y="200418"/>
                  </a:lnTo>
                  <a:lnTo>
                    <a:pt x="556686" y="197099"/>
                  </a:lnTo>
                  <a:lnTo>
                    <a:pt x="556788" y="275092"/>
                  </a:lnTo>
                  <a:lnTo>
                    <a:pt x="538264" y="297714"/>
                  </a:lnTo>
                  <a:lnTo>
                    <a:pt x="535385" y="318576"/>
                  </a:lnTo>
                  <a:lnTo>
                    <a:pt x="505312" y="323926"/>
                  </a:lnTo>
                  <a:lnTo>
                    <a:pt x="459119" y="326839"/>
                  </a:lnTo>
                  <a:lnTo>
                    <a:pt x="446589" y="338895"/>
                  </a:lnTo>
                  <a:lnTo>
                    <a:pt x="424881" y="340216"/>
                  </a:lnTo>
                  <a:lnTo>
                    <a:pt x="403173" y="340385"/>
                  </a:lnTo>
                  <a:lnTo>
                    <a:pt x="394706" y="333883"/>
                  </a:lnTo>
                  <a:lnTo>
                    <a:pt x="376080" y="338692"/>
                  </a:lnTo>
                  <a:lnTo>
                    <a:pt x="344415" y="352746"/>
                  </a:lnTo>
                  <a:lnTo>
                    <a:pt x="337947" y="363346"/>
                  </a:lnTo>
                  <a:lnTo>
                    <a:pt x="311667" y="378518"/>
                  </a:lnTo>
                  <a:lnTo>
                    <a:pt x="307061" y="387222"/>
                  </a:lnTo>
                  <a:lnTo>
                    <a:pt x="292872" y="394097"/>
                  </a:lnTo>
                  <a:lnTo>
                    <a:pt x="276515" y="389559"/>
                  </a:lnTo>
                  <a:lnTo>
                    <a:pt x="267235" y="397822"/>
                  </a:lnTo>
                  <a:lnTo>
                    <a:pt x="262257" y="421020"/>
                  </a:lnTo>
                  <a:lnTo>
                    <a:pt x="235368" y="449095"/>
                  </a:lnTo>
                  <a:lnTo>
                    <a:pt x="236147" y="460575"/>
                  </a:lnTo>
                  <a:lnTo>
                    <a:pt x="226901" y="474934"/>
                  </a:lnTo>
                  <a:lnTo>
                    <a:pt x="229170" y="494576"/>
                  </a:lnTo>
                  <a:lnTo>
                    <a:pt x="215184" y="499589"/>
                  </a:lnTo>
                  <a:lnTo>
                    <a:pt x="207293" y="503890"/>
                  </a:lnTo>
                  <a:lnTo>
                    <a:pt x="202044" y="489395"/>
                  </a:lnTo>
                  <a:lnTo>
                    <a:pt x="192256" y="493222"/>
                  </a:lnTo>
                  <a:lnTo>
                    <a:pt x="186432" y="492544"/>
                  </a:lnTo>
                  <a:lnTo>
                    <a:pt x="180166" y="502433"/>
                  </a:lnTo>
                  <a:lnTo>
                    <a:pt x="154022" y="502162"/>
                  </a:lnTo>
                  <a:lnTo>
                    <a:pt x="144641" y="497083"/>
                  </a:lnTo>
                  <a:lnTo>
                    <a:pt x="140239" y="500130"/>
                  </a:lnTo>
                  <a:lnTo>
                    <a:pt x="129909" y="490377"/>
                  </a:lnTo>
                  <a:lnTo>
                    <a:pt x="131704" y="480285"/>
                  </a:lnTo>
                  <a:lnTo>
                    <a:pt x="127471" y="476357"/>
                  </a:lnTo>
                  <a:lnTo>
                    <a:pt x="120258" y="479676"/>
                  </a:lnTo>
                  <a:lnTo>
                    <a:pt x="121579" y="468669"/>
                  </a:lnTo>
                  <a:lnTo>
                    <a:pt x="128521" y="459932"/>
                  </a:lnTo>
                  <a:lnTo>
                    <a:pt x="114636" y="445742"/>
                  </a:lnTo>
                  <a:lnTo>
                    <a:pt x="110606" y="436429"/>
                  </a:lnTo>
                  <a:lnTo>
                    <a:pt x="103088" y="428978"/>
                  </a:lnTo>
                  <a:lnTo>
                    <a:pt x="96281" y="428098"/>
                  </a:lnTo>
                  <a:lnTo>
                    <a:pt x="88153" y="432839"/>
                  </a:lnTo>
                  <a:lnTo>
                    <a:pt x="77214" y="437377"/>
                  </a:lnTo>
                  <a:lnTo>
                    <a:pt x="67935" y="444692"/>
                  </a:lnTo>
                  <a:lnTo>
                    <a:pt x="53440" y="441983"/>
                  </a:lnTo>
                  <a:lnTo>
                    <a:pt x="44026" y="433381"/>
                  </a:lnTo>
                  <a:lnTo>
                    <a:pt x="38404" y="432263"/>
                  </a:lnTo>
                  <a:lnTo>
                    <a:pt x="29565" y="436767"/>
                  </a:lnTo>
                  <a:lnTo>
                    <a:pt x="24214" y="436801"/>
                  </a:lnTo>
                  <a:lnTo>
                    <a:pt x="22250" y="42440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7" name="Forma libre: forma 56">
              <a:extLst>
                <a:ext uri="{FF2B5EF4-FFF2-40B4-BE49-F238E27FC236}">
                  <a16:creationId xmlns:a16="http://schemas.microsoft.com/office/drawing/2014/main" id="{BF23C603-5110-E86E-B79F-107D48F31060}"/>
                </a:ext>
              </a:extLst>
            </p:cNvPr>
            <p:cNvSpPr/>
            <p:nvPr/>
          </p:nvSpPr>
          <p:spPr>
            <a:xfrm>
              <a:off x="5517994" y="2501211"/>
              <a:ext cx="411131" cy="432771"/>
            </a:xfrm>
            <a:custGeom>
              <a:avLst/>
              <a:gdLst>
                <a:gd name="csX0" fmla="*/ 0 w 411131"/>
                <a:gd name="csY0" fmla="*/ 216606 h 432771"/>
                <a:gd name="csX1" fmla="*/ 7383 w 411131"/>
                <a:gd name="csY1" fmla="*/ 205328 h 432771"/>
                <a:gd name="csX2" fmla="*/ 140001 w 411131"/>
                <a:gd name="csY2" fmla="*/ 205532 h 432771"/>
                <a:gd name="csX3" fmla="*/ 133567 w 411131"/>
                <a:gd name="csY3" fmla="*/ 156629 h 432771"/>
                <a:gd name="csX4" fmla="*/ 141864 w 411131"/>
                <a:gd name="csY4" fmla="*/ 139222 h 432771"/>
                <a:gd name="csX5" fmla="*/ 173596 w 411131"/>
                <a:gd name="csY5" fmla="*/ 136174 h 432771"/>
                <a:gd name="csX6" fmla="*/ 172513 w 411131"/>
                <a:gd name="csY6" fmla="*/ 49546 h 432771"/>
                <a:gd name="csX7" fmla="*/ 283660 w 411131"/>
                <a:gd name="csY7" fmla="*/ 51307 h 432771"/>
                <a:gd name="csX8" fmla="*/ 283762 w 411131"/>
                <a:gd name="csY8" fmla="*/ 0 h 432771"/>
                <a:gd name="csX9" fmla="*/ 411131 w 411131"/>
                <a:gd name="csY9" fmla="*/ 81989 h 432771"/>
                <a:gd name="csX10" fmla="*/ 359283 w 411131"/>
                <a:gd name="csY10" fmla="*/ 82599 h 432771"/>
                <a:gd name="csX11" fmla="*/ 375640 w 411131"/>
                <a:gd name="csY11" fmla="*/ 228764 h 432771"/>
                <a:gd name="csX12" fmla="*/ 391963 w 411131"/>
                <a:gd name="csY12" fmla="*/ 374929 h 432771"/>
                <a:gd name="csX13" fmla="*/ 397856 w 411131"/>
                <a:gd name="csY13" fmla="*/ 379094 h 432771"/>
                <a:gd name="csX14" fmla="*/ 390304 w 411131"/>
                <a:gd name="csY14" fmla="*/ 402800 h 432771"/>
                <a:gd name="csX15" fmla="*/ 254434 w 411131"/>
                <a:gd name="csY15" fmla="*/ 403342 h 432771"/>
                <a:gd name="csX16" fmla="*/ 249354 w 411131"/>
                <a:gd name="csY16" fmla="*/ 410860 h 432771"/>
                <a:gd name="csX17" fmla="*/ 236248 w 411131"/>
                <a:gd name="csY17" fmla="*/ 408625 h 432771"/>
                <a:gd name="csX18" fmla="*/ 217148 w 411131"/>
                <a:gd name="csY18" fmla="*/ 415296 h 432771"/>
                <a:gd name="csX19" fmla="*/ 193509 w 411131"/>
                <a:gd name="csY19" fmla="*/ 405882 h 432771"/>
                <a:gd name="csX20" fmla="*/ 182774 w 411131"/>
                <a:gd name="csY20" fmla="*/ 406661 h 432771"/>
                <a:gd name="csX21" fmla="*/ 177085 w 411131"/>
                <a:gd name="csY21" fmla="*/ 426608 h 432771"/>
                <a:gd name="csX22" fmla="*/ 165672 w 411131"/>
                <a:gd name="csY22" fmla="*/ 432771 h 432771"/>
                <a:gd name="csX23" fmla="*/ 143320 w 411131"/>
                <a:gd name="csY23" fmla="*/ 409506 h 432771"/>
                <a:gd name="csX24" fmla="*/ 122831 w 411131"/>
                <a:gd name="csY24" fmla="*/ 384614 h 432771"/>
                <a:gd name="csX25" fmla="*/ 100344 w 411131"/>
                <a:gd name="csY25" fmla="*/ 375640 h 432771"/>
                <a:gd name="csX26" fmla="*/ 84191 w 411131"/>
                <a:gd name="csY26" fmla="*/ 365683 h 432771"/>
                <a:gd name="csX27" fmla="*/ 65260 w 411131"/>
                <a:gd name="csY27" fmla="*/ 366056 h 432771"/>
                <a:gd name="csX28" fmla="*/ 48733 w 411131"/>
                <a:gd name="csY28" fmla="*/ 373438 h 432771"/>
                <a:gd name="csX29" fmla="*/ 31902 w 411131"/>
                <a:gd name="csY29" fmla="*/ 370492 h 432771"/>
                <a:gd name="csX30" fmla="*/ 20320 w 411131"/>
                <a:gd name="csY30" fmla="*/ 381363 h 432771"/>
                <a:gd name="csX31" fmla="*/ 17373 w 411131"/>
                <a:gd name="csY31" fmla="*/ 363109 h 432771"/>
                <a:gd name="csX32" fmla="*/ 26822 w 411131"/>
                <a:gd name="csY32" fmla="*/ 346414 h 432771"/>
                <a:gd name="csX33" fmla="*/ 31055 w 411131"/>
                <a:gd name="csY33" fmla="*/ 314546 h 432771"/>
                <a:gd name="csX34" fmla="*/ 27296 w 411131"/>
                <a:gd name="csY34" fmla="*/ 281052 h 432771"/>
                <a:gd name="csX35" fmla="*/ 23198 w 411131"/>
                <a:gd name="csY35" fmla="*/ 264221 h 432771"/>
                <a:gd name="csX36" fmla="*/ 26585 w 411131"/>
                <a:gd name="csY36" fmla="*/ 247322 h 432771"/>
                <a:gd name="csX37" fmla="*/ 17848 w 411131"/>
                <a:gd name="csY37" fmla="*/ 231236 h 432771"/>
                <a:gd name="csX38" fmla="*/ 0 w 411131"/>
                <a:gd name="csY38" fmla="*/ 216606 h 4327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411131" h="432771">
                  <a:moveTo>
                    <a:pt x="0" y="216606"/>
                  </a:moveTo>
                  <a:lnTo>
                    <a:pt x="7383" y="205328"/>
                  </a:lnTo>
                  <a:lnTo>
                    <a:pt x="140001" y="205532"/>
                  </a:lnTo>
                  <a:lnTo>
                    <a:pt x="133567" y="156629"/>
                  </a:lnTo>
                  <a:lnTo>
                    <a:pt x="141864" y="139222"/>
                  </a:lnTo>
                  <a:lnTo>
                    <a:pt x="173596" y="136174"/>
                  </a:lnTo>
                  <a:lnTo>
                    <a:pt x="172513" y="49546"/>
                  </a:lnTo>
                  <a:lnTo>
                    <a:pt x="283660" y="51307"/>
                  </a:lnTo>
                  <a:lnTo>
                    <a:pt x="283762" y="0"/>
                  </a:lnTo>
                  <a:lnTo>
                    <a:pt x="411131" y="81989"/>
                  </a:lnTo>
                  <a:lnTo>
                    <a:pt x="359283" y="82599"/>
                  </a:lnTo>
                  <a:lnTo>
                    <a:pt x="375640" y="228764"/>
                  </a:lnTo>
                  <a:lnTo>
                    <a:pt x="391963" y="374929"/>
                  </a:lnTo>
                  <a:lnTo>
                    <a:pt x="397856" y="379094"/>
                  </a:lnTo>
                  <a:lnTo>
                    <a:pt x="390304" y="402800"/>
                  </a:lnTo>
                  <a:lnTo>
                    <a:pt x="254434" y="403342"/>
                  </a:lnTo>
                  <a:lnTo>
                    <a:pt x="249354" y="410860"/>
                  </a:lnTo>
                  <a:lnTo>
                    <a:pt x="236248" y="408625"/>
                  </a:lnTo>
                  <a:lnTo>
                    <a:pt x="217148" y="415296"/>
                  </a:lnTo>
                  <a:lnTo>
                    <a:pt x="193509" y="405882"/>
                  </a:lnTo>
                  <a:lnTo>
                    <a:pt x="182774" y="406661"/>
                  </a:lnTo>
                  <a:lnTo>
                    <a:pt x="177085" y="426608"/>
                  </a:lnTo>
                  <a:lnTo>
                    <a:pt x="165672" y="432771"/>
                  </a:lnTo>
                  <a:lnTo>
                    <a:pt x="143320" y="409506"/>
                  </a:lnTo>
                  <a:lnTo>
                    <a:pt x="122831" y="384614"/>
                  </a:lnTo>
                  <a:lnTo>
                    <a:pt x="100344" y="375640"/>
                  </a:lnTo>
                  <a:lnTo>
                    <a:pt x="84191" y="365683"/>
                  </a:lnTo>
                  <a:lnTo>
                    <a:pt x="65260" y="366056"/>
                  </a:lnTo>
                  <a:lnTo>
                    <a:pt x="48733" y="373438"/>
                  </a:lnTo>
                  <a:lnTo>
                    <a:pt x="31902" y="370492"/>
                  </a:lnTo>
                  <a:lnTo>
                    <a:pt x="20320" y="381363"/>
                  </a:lnTo>
                  <a:lnTo>
                    <a:pt x="17373" y="363109"/>
                  </a:lnTo>
                  <a:lnTo>
                    <a:pt x="26822" y="346414"/>
                  </a:lnTo>
                  <a:lnTo>
                    <a:pt x="31055" y="314546"/>
                  </a:lnTo>
                  <a:lnTo>
                    <a:pt x="27296" y="281052"/>
                  </a:lnTo>
                  <a:lnTo>
                    <a:pt x="23198" y="264221"/>
                  </a:lnTo>
                  <a:lnTo>
                    <a:pt x="26585" y="247322"/>
                  </a:lnTo>
                  <a:lnTo>
                    <a:pt x="17848" y="231236"/>
                  </a:lnTo>
                  <a:lnTo>
                    <a:pt x="0" y="21660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8" name="Forma libre: forma 57">
              <a:extLst>
                <a:ext uri="{FF2B5EF4-FFF2-40B4-BE49-F238E27FC236}">
                  <a16:creationId xmlns:a16="http://schemas.microsoft.com/office/drawing/2014/main" id="{48B4912F-C52D-3643-9E25-19A7F94A1BB4}"/>
                </a:ext>
              </a:extLst>
            </p:cNvPr>
            <p:cNvSpPr/>
            <p:nvPr/>
          </p:nvSpPr>
          <p:spPr>
            <a:xfrm>
              <a:off x="6121992" y="3014617"/>
              <a:ext cx="102443" cy="206378"/>
            </a:xfrm>
            <a:custGeom>
              <a:avLst/>
              <a:gdLst>
                <a:gd name="csX0" fmla="*/ 65022 w 102443"/>
                <a:gd name="csY0" fmla="*/ 202416 h 206378"/>
                <a:gd name="csX1" fmla="*/ 37015 w 102443"/>
                <a:gd name="csY1" fmla="*/ 206378 h 206378"/>
                <a:gd name="csX2" fmla="*/ 28684 w 102443"/>
                <a:gd name="csY2" fmla="*/ 183011 h 206378"/>
                <a:gd name="csX3" fmla="*/ 30208 w 102443"/>
                <a:gd name="csY3" fmla="*/ 105221 h 206378"/>
                <a:gd name="csX4" fmla="*/ 23401 w 102443"/>
                <a:gd name="csY4" fmla="*/ 98245 h 206378"/>
                <a:gd name="csX5" fmla="*/ 22114 w 102443"/>
                <a:gd name="csY5" fmla="*/ 81651 h 206378"/>
                <a:gd name="csX6" fmla="*/ 10363 w 102443"/>
                <a:gd name="csY6" fmla="*/ 69764 h 206378"/>
                <a:gd name="csX7" fmla="*/ 0 w 102443"/>
                <a:gd name="csY7" fmla="*/ 59773 h 206378"/>
                <a:gd name="csX8" fmla="*/ 4335 w 102443"/>
                <a:gd name="csY8" fmla="*/ 41960 h 206378"/>
                <a:gd name="csX9" fmla="*/ 15951 w 102443"/>
                <a:gd name="csY9" fmla="*/ 38099 h 206378"/>
                <a:gd name="csX10" fmla="*/ 22860 w 102443"/>
                <a:gd name="csY10" fmla="*/ 23300 h 206378"/>
                <a:gd name="csX11" fmla="*/ 39420 w 102443"/>
                <a:gd name="csY11" fmla="*/ 20150 h 206378"/>
                <a:gd name="csX12" fmla="*/ 46803 w 102443"/>
                <a:gd name="csY12" fmla="*/ 10024 h 206378"/>
                <a:gd name="csX13" fmla="*/ 58182 w 102443"/>
                <a:gd name="csY13" fmla="*/ 102 h 206378"/>
                <a:gd name="csX14" fmla="*/ 70339 w 102443"/>
                <a:gd name="csY14" fmla="*/ 0 h 206378"/>
                <a:gd name="csX15" fmla="*/ 96145 w 102443"/>
                <a:gd name="csY15" fmla="*/ 19507 h 206378"/>
                <a:gd name="csX16" fmla="*/ 94824 w 102443"/>
                <a:gd name="csY16" fmla="*/ 30750 h 206378"/>
                <a:gd name="csX17" fmla="*/ 102444 w 102443"/>
                <a:gd name="csY17" fmla="*/ 50833 h 206378"/>
                <a:gd name="csX18" fmla="*/ 95773 w 102443"/>
                <a:gd name="csY18" fmla="*/ 64481 h 206378"/>
                <a:gd name="csX19" fmla="*/ 99328 w 102443"/>
                <a:gd name="csY19" fmla="*/ 73590 h 206378"/>
                <a:gd name="csX20" fmla="*/ 82903 w 102443"/>
                <a:gd name="csY20" fmla="*/ 94553 h 206378"/>
                <a:gd name="csX21" fmla="*/ 72473 w 102443"/>
                <a:gd name="csY21" fmla="*/ 104916 h 206378"/>
                <a:gd name="csX22" fmla="*/ 66106 w 102443"/>
                <a:gd name="csY22" fmla="*/ 126286 h 206378"/>
                <a:gd name="csX23" fmla="*/ 66952 w 102443"/>
                <a:gd name="csY23" fmla="*/ 147824 h 206378"/>
                <a:gd name="csX24" fmla="*/ 65022 w 102443"/>
                <a:gd name="csY24" fmla="*/ 202416 h 206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02443" h="206378">
                  <a:moveTo>
                    <a:pt x="65022" y="202416"/>
                  </a:moveTo>
                  <a:lnTo>
                    <a:pt x="37015" y="206378"/>
                  </a:lnTo>
                  <a:lnTo>
                    <a:pt x="28684" y="183011"/>
                  </a:lnTo>
                  <a:lnTo>
                    <a:pt x="30208" y="105221"/>
                  </a:lnTo>
                  <a:lnTo>
                    <a:pt x="23401" y="98245"/>
                  </a:lnTo>
                  <a:lnTo>
                    <a:pt x="22114" y="81651"/>
                  </a:lnTo>
                  <a:lnTo>
                    <a:pt x="10363" y="69764"/>
                  </a:lnTo>
                  <a:lnTo>
                    <a:pt x="0" y="59773"/>
                  </a:lnTo>
                  <a:lnTo>
                    <a:pt x="4335" y="41960"/>
                  </a:lnTo>
                  <a:lnTo>
                    <a:pt x="15951" y="38099"/>
                  </a:lnTo>
                  <a:lnTo>
                    <a:pt x="22860" y="23300"/>
                  </a:lnTo>
                  <a:lnTo>
                    <a:pt x="39420" y="20150"/>
                  </a:lnTo>
                  <a:lnTo>
                    <a:pt x="46803" y="10024"/>
                  </a:lnTo>
                  <a:lnTo>
                    <a:pt x="58182" y="102"/>
                  </a:lnTo>
                  <a:lnTo>
                    <a:pt x="70339" y="0"/>
                  </a:lnTo>
                  <a:lnTo>
                    <a:pt x="96145" y="19507"/>
                  </a:lnTo>
                  <a:lnTo>
                    <a:pt x="94824" y="30750"/>
                  </a:lnTo>
                  <a:lnTo>
                    <a:pt x="102444" y="50833"/>
                  </a:lnTo>
                  <a:lnTo>
                    <a:pt x="95773" y="64481"/>
                  </a:lnTo>
                  <a:lnTo>
                    <a:pt x="99328" y="73590"/>
                  </a:lnTo>
                  <a:lnTo>
                    <a:pt x="82903" y="94553"/>
                  </a:lnTo>
                  <a:lnTo>
                    <a:pt x="72473" y="104916"/>
                  </a:lnTo>
                  <a:lnTo>
                    <a:pt x="66106" y="126286"/>
                  </a:lnTo>
                  <a:lnTo>
                    <a:pt x="66952" y="147824"/>
                  </a:lnTo>
                  <a:lnTo>
                    <a:pt x="65022" y="20241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9" name="Forma libre: forma 58">
              <a:extLst>
                <a:ext uri="{FF2B5EF4-FFF2-40B4-BE49-F238E27FC236}">
                  <a16:creationId xmlns:a16="http://schemas.microsoft.com/office/drawing/2014/main" id="{D5A577D6-D0A1-451B-9989-456A70E59033}"/>
                </a:ext>
              </a:extLst>
            </p:cNvPr>
            <p:cNvSpPr/>
            <p:nvPr/>
          </p:nvSpPr>
          <p:spPr>
            <a:xfrm>
              <a:off x="6105871" y="2634101"/>
              <a:ext cx="528543" cy="400022"/>
            </a:xfrm>
            <a:custGeom>
              <a:avLst/>
              <a:gdLst>
                <a:gd name="csX0" fmla="*/ 492917 w 528543"/>
                <a:gd name="csY0" fmla="*/ 20624 h 400022"/>
                <a:gd name="csX1" fmla="*/ 501248 w 528543"/>
                <a:gd name="csY1" fmla="*/ 73252 h 400022"/>
                <a:gd name="csX2" fmla="*/ 513913 w 528543"/>
                <a:gd name="csY2" fmla="*/ 82091 h 400022"/>
                <a:gd name="csX3" fmla="*/ 514455 w 528543"/>
                <a:gd name="csY3" fmla="*/ 92860 h 400022"/>
                <a:gd name="csX4" fmla="*/ 528544 w 528543"/>
                <a:gd name="csY4" fmla="*/ 104442 h 400022"/>
                <a:gd name="csX5" fmla="*/ 521195 w 528543"/>
                <a:gd name="csY5" fmla="*/ 119038 h 400022"/>
                <a:gd name="csX6" fmla="*/ 508123 w 528543"/>
                <a:gd name="csY6" fmla="*/ 187752 h 400022"/>
                <a:gd name="csX7" fmla="*/ 506362 w 528543"/>
                <a:gd name="csY7" fmla="*/ 231812 h 400022"/>
                <a:gd name="csX8" fmla="*/ 463149 w 528543"/>
                <a:gd name="csY8" fmla="*/ 263747 h 400022"/>
                <a:gd name="csX9" fmla="*/ 448519 w 528543"/>
                <a:gd name="csY9" fmla="*/ 308348 h 400022"/>
                <a:gd name="csX10" fmla="*/ 462641 w 528543"/>
                <a:gd name="csY10" fmla="*/ 320879 h 400022"/>
                <a:gd name="csX11" fmla="*/ 462539 w 528543"/>
                <a:gd name="csY11" fmla="*/ 342688 h 400022"/>
                <a:gd name="csX12" fmla="*/ 484281 w 528543"/>
                <a:gd name="csY12" fmla="*/ 343467 h 400022"/>
                <a:gd name="csX13" fmla="*/ 480895 w 528543"/>
                <a:gd name="csY13" fmla="*/ 359418 h 400022"/>
                <a:gd name="csX14" fmla="*/ 471344 w 528543"/>
                <a:gd name="csY14" fmla="*/ 361348 h 400022"/>
                <a:gd name="csX15" fmla="*/ 470227 w 528543"/>
                <a:gd name="csY15" fmla="*/ 372118 h 400022"/>
                <a:gd name="csX16" fmla="*/ 463928 w 528543"/>
                <a:gd name="csY16" fmla="*/ 372863 h 400022"/>
                <a:gd name="csX17" fmla="*/ 441034 w 528543"/>
                <a:gd name="csY17" fmla="*/ 335814 h 400022"/>
                <a:gd name="csX18" fmla="*/ 433076 w 528543"/>
                <a:gd name="csY18" fmla="*/ 334459 h 400022"/>
                <a:gd name="csX19" fmla="*/ 406593 w 528543"/>
                <a:gd name="csY19" fmla="*/ 353390 h 400022"/>
                <a:gd name="csX20" fmla="*/ 380381 w 528543"/>
                <a:gd name="csY20" fmla="*/ 343501 h 400022"/>
                <a:gd name="csX21" fmla="*/ 362161 w 528543"/>
                <a:gd name="csY21" fmla="*/ 341537 h 400022"/>
                <a:gd name="csX22" fmla="*/ 352374 w 528543"/>
                <a:gd name="csY22" fmla="*/ 346278 h 400022"/>
                <a:gd name="csX23" fmla="*/ 332529 w 528543"/>
                <a:gd name="csY23" fmla="*/ 345262 h 400022"/>
                <a:gd name="csX24" fmla="*/ 312547 w 528543"/>
                <a:gd name="csY24" fmla="*/ 359689 h 400022"/>
                <a:gd name="csX25" fmla="*/ 295276 w 528543"/>
                <a:gd name="csY25" fmla="*/ 360502 h 400022"/>
                <a:gd name="csX26" fmla="*/ 254298 w 528543"/>
                <a:gd name="csY26" fmla="*/ 342993 h 400022"/>
                <a:gd name="csX27" fmla="*/ 238246 w 528543"/>
                <a:gd name="csY27" fmla="*/ 351324 h 400022"/>
                <a:gd name="csX28" fmla="*/ 220941 w 528543"/>
                <a:gd name="csY28" fmla="*/ 350748 h 400022"/>
                <a:gd name="csX29" fmla="*/ 208241 w 528543"/>
                <a:gd name="csY29" fmla="*/ 337947 h 400022"/>
                <a:gd name="csX30" fmla="*/ 174307 w 528543"/>
                <a:gd name="csY30" fmla="*/ 325315 h 400022"/>
                <a:gd name="csX31" fmla="*/ 137901 w 528543"/>
                <a:gd name="csY31" fmla="*/ 329345 h 400022"/>
                <a:gd name="csX32" fmla="*/ 129096 w 528543"/>
                <a:gd name="csY32" fmla="*/ 336660 h 400022"/>
                <a:gd name="csX33" fmla="*/ 124321 w 528543"/>
                <a:gd name="csY33" fmla="*/ 356133 h 400022"/>
                <a:gd name="csX34" fmla="*/ 114636 w 528543"/>
                <a:gd name="csY34" fmla="*/ 369781 h 400022"/>
                <a:gd name="csX35" fmla="*/ 112265 w 528543"/>
                <a:gd name="csY35" fmla="*/ 400023 h 400022"/>
                <a:gd name="csX36" fmla="*/ 86459 w 528543"/>
                <a:gd name="csY36" fmla="*/ 380516 h 400022"/>
                <a:gd name="csX37" fmla="*/ 74302 w 528543"/>
                <a:gd name="csY37" fmla="*/ 380618 h 400022"/>
                <a:gd name="csX38" fmla="*/ 62923 w 528543"/>
                <a:gd name="csY38" fmla="*/ 390541 h 400022"/>
                <a:gd name="csX39" fmla="*/ 63701 w 528543"/>
                <a:gd name="csY39" fmla="*/ 367343 h 400022"/>
                <a:gd name="csX40" fmla="*/ 24654 w 528543"/>
                <a:gd name="csY40" fmla="*/ 359655 h 400022"/>
                <a:gd name="csX41" fmla="*/ 23604 w 528543"/>
                <a:gd name="csY41" fmla="*/ 343264 h 400022"/>
                <a:gd name="csX42" fmla="*/ 4538 w 528543"/>
                <a:gd name="csY42" fmla="*/ 321150 h 400022"/>
                <a:gd name="csX43" fmla="*/ 0 w 528543"/>
                <a:gd name="csY43" fmla="*/ 305741 h 400022"/>
                <a:gd name="csX44" fmla="*/ 2675 w 528543"/>
                <a:gd name="csY44" fmla="*/ 289316 h 400022"/>
                <a:gd name="csX45" fmla="*/ 24383 w 528543"/>
                <a:gd name="csY45" fmla="*/ 287995 h 400022"/>
                <a:gd name="csX46" fmla="*/ 36914 w 528543"/>
                <a:gd name="csY46" fmla="*/ 275939 h 400022"/>
                <a:gd name="csX47" fmla="*/ 83107 w 528543"/>
                <a:gd name="csY47" fmla="*/ 273026 h 400022"/>
                <a:gd name="csX48" fmla="*/ 113179 w 528543"/>
                <a:gd name="csY48" fmla="*/ 267675 h 400022"/>
                <a:gd name="csX49" fmla="*/ 116058 w 528543"/>
                <a:gd name="csY49" fmla="*/ 246814 h 400022"/>
                <a:gd name="csX50" fmla="*/ 134583 w 528543"/>
                <a:gd name="csY50" fmla="*/ 224192 h 400022"/>
                <a:gd name="csX51" fmla="*/ 134481 w 528543"/>
                <a:gd name="csY51" fmla="*/ 146199 h 400022"/>
                <a:gd name="csX52" fmla="*/ 182265 w 528543"/>
                <a:gd name="csY52" fmla="*/ 131095 h 400022"/>
                <a:gd name="csX53" fmla="*/ 280307 w 528543"/>
                <a:gd name="csY53" fmla="*/ 64548 h 400022"/>
                <a:gd name="csX54" fmla="*/ 396365 w 528543"/>
                <a:gd name="csY54" fmla="*/ 0 h 400022"/>
                <a:gd name="csX55" fmla="*/ 449907 w 528543"/>
                <a:gd name="csY55" fmla="*/ 14596 h 400022"/>
                <a:gd name="csX56" fmla="*/ 468974 w 528543"/>
                <a:gd name="csY56" fmla="*/ 33222 h 400022"/>
                <a:gd name="csX57" fmla="*/ 492917 w 528543"/>
                <a:gd name="csY57" fmla="*/ 20624 h 400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528543" h="400022">
                  <a:moveTo>
                    <a:pt x="492917" y="20624"/>
                  </a:moveTo>
                  <a:lnTo>
                    <a:pt x="501248" y="73252"/>
                  </a:lnTo>
                  <a:lnTo>
                    <a:pt x="513913" y="82091"/>
                  </a:lnTo>
                  <a:lnTo>
                    <a:pt x="514455" y="92860"/>
                  </a:lnTo>
                  <a:lnTo>
                    <a:pt x="528544" y="104442"/>
                  </a:lnTo>
                  <a:lnTo>
                    <a:pt x="521195" y="119038"/>
                  </a:lnTo>
                  <a:lnTo>
                    <a:pt x="508123" y="187752"/>
                  </a:lnTo>
                  <a:lnTo>
                    <a:pt x="506362" y="231812"/>
                  </a:lnTo>
                  <a:lnTo>
                    <a:pt x="463149" y="263747"/>
                  </a:lnTo>
                  <a:lnTo>
                    <a:pt x="448519" y="308348"/>
                  </a:lnTo>
                  <a:lnTo>
                    <a:pt x="462641" y="320879"/>
                  </a:lnTo>
                  <a:lnTo>
                    <a:pt x="462539" y="342688"/>
                  </a:lnTo>
                  <a:lnTo>
                    <a:pt x="484281" y="343467"/>
                  </a:lnTo>
                  <a:lnTo>
                    <a:pt x="480895" y="359418"/>
                  </a:lnTo>
                  <a:lnTo>
                    <a:pt x="471344" y="361348"/>
                  </a:lnTo>
                  <a:lnTo>
                    <a:pt x="470227" y="372118"/>
                  </a:lnTo>
                  <a:lnTo>
                    <a:pt x="463928" y="372863"/>
                  </a:lnTo>
                  <a:lnTo>
                    <a:pt x="441034" y="335814"/>
                  </a:lnTo>
                  <a:lnTo>
                    <a:pt x="433076" y="334459"/>
                  </a:lnTo>
                  <a:lnTo>
                    <a:pt x="406593" y="353390"/>
                  </a:lnTo>
                  <a:lnTo>
                    <a:pt x="380381" y="343501"/>
                  </a:lnTo>
                  <a:lnTo>
                    <a:pt x="362161" y="341537"/>
                  </a:lnTo>
                  <a:lnTo>
                    <a:pt x="352374" y="346278"/>
                  </a:lnTo>
                  <a:lnTo>
                    <a:pt x="332529" y="345262"/>
                  </a:lnTo>
                  <a:lnTo>
                    <a:pt x="312547" y="359689"/>
                  </a:lnTo>
                  <a:lnTo>
                    <a:pt x="295276" y="360502"/>
                  </a:lnTo>
                  <a:lnTo>
                    <a:pt x="254298" y="342993"/>
                  </a:lnTo>
                  <a:lnTo>
                    <a:pt x="238246" y="351324"/>
                  </a:lnTo>
                  <a:lnTo>
                    <a:pt x="220941" y="350748"/>
                  </a:lnTo>
                  <a:lnTo>
                    <a:pt x="208241" y="337947"/>
                  </a:lnTo>
                  <a:lnTo>
                    <a:pt x="174307" y="325315"/>
                  </a:lnTo>
                  <a:lnTo>
                    <a:pt x="137901" y="329345"/>
                  </a:lnTo>
                  <a:lnTo>
                    <a:pt x="129096" y="336660"/>
                  </a:lnTo>
                  <a:lnTo>
                    <a:pt x="124321" y="356133"/>
                  </a:lnTo>
                  <a:lnTo>
                    <a:pt x="114636" y="369781"/>
                  </a:lnTo>
                  <a:lnTo>
                    <a:pt x="112265" y="400023"/>
                  </a:lnTo>
                  <a:lnTo>
                    <a:pt x="86459" y="380516"/>
                  </a:lnTo>
                  <a:lnTo>
                    <a:pt x="74302" y="380618"/>
                  </a:lnTo>
                  <a:lnTo>
                    <a:pt x="62923" y="390541"/>
                  </a:lnTo>
                  <a:lnTo>
                    <a:pt x="63701" y="367343"/>
                  </a:lnTo>
                  <a:lnTo>
                    <a:pt x="24654" y="359655"/>
                  </a:lnTo>
                  <a:lnTo>
                    <a:pt x="23604" y="343264"/>
                  </a:lnTo>
                  <a:lnTo>
                    <a:pt x="4538" y="321150"/>
                  </a:lnTo>
                  <a:lnTo>
                    <a:pt x="0" y="305741"/>
                  </a:lnTo>
                  <a:lnTo>
                    <a:pt x="2675" y="289316"/>
                  </a:lnTo>
                  <a:lnTo>
                    <a:pt x="24383" y="287995"/>
                  </a:lnTo>
                  <a:lnTo>
                    <a:pt x="36914" y="275939"/>
                  </a:lnTo>
                  <a:lnTo>
                    <a:pt x="83107" y="273026"/>
                  </a:lnTo>
                  <a:lnTo>
                    <a:pt x="113179" y="267675"/>
                  </a:lnTo>
                  <a:lnTo>
                    <a:pt x="116058" y="246814"/>
                  </a:lnTo>
                  <a:lnTo>
                    <a:pt x="134583" y="224192"/>
                  </a:lnTo>
                  <a:lnTo>
                    <a:pt x="134481" y="146199"/>
                  </a:lnTo>
                  <a:lnTo>
                    <a:pt x="182265" y="131095"/>
                  </a:lnTo>
                  <a:lnTo>
                    <a:pt x="280307" y="64548"/>
                  </a:lnTo>
                  <a:lnTo>
                    <a:pt x="396365" y="0"/>
                  </a:lnTo>
                  <a:lnTo>
                    <a:pt x="449907" y="14596"/>
                  </a:lnTo>
                  <a:lnTo>
                    <a:pt x="468974" y="33222"/>
                  </a:lnTo>
                  <a:lnTo>
                    <a:pt x="492917" y="2062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0" name="Forma libre: forma 59">
              <a:extLst>
                <a:ext uri="{FF2B5EF4-FFF2-40B4-BE49-F238E27FC236}">
                  <a16:creationId xmlns:a16="http://schemas.microsoft.com/office/drawing/2014/main" id="{3605836C-EE98-DF43-BC71-66224A63CAD7}"/>
                </a:ext>
              </a:extLst>
            </p:cNvPr>
            <p:cNvSpPr/>
            <p:nvPr/>
          </p:nvSpPr>
          <p:spPr>
            <a:xfrm>
              <a:off x="6187014" y="2959416"/>
              <a:ext cx="402495" cy="325958"/>
            </a:xfrm>
            <a:custGeom>
              <a:avLst/>
              <a:gdLst>
                <a:gd name="csX0" fmla="*/ 0 w 402495"/>
                <a:gd name="csY0" fmla="*/ 257617 h 325958"/>
                <a:gd name="csX1" fmla="*/ 1930 w 402495"/>
                <a:gd name="csY1" fmla="*/ 203025 h 325958"/>
                <a:gd name="csX2" fmla="*/ 1084 w 402495"/>
                <a:gd name="csY2" fmla="*/ 181487 h 325958"/>
                <a:gd name="csX3" fmla="*/ 7451 w 402495"/>
                <a:gd name="csY3" fmla="*/ 160118 h 325958"/>
                <a:gd name="csX4" fmla="*/ 17881 w 402495"/>
                <a:gd name="csY4" fmla="*/ 149755 h 325958"/>
                <a:gd name="csX5" fmla="*/ 34306 w 402495"/>
                <a:gd name="csY5" fmla="*/ 128792 h 325958"/>
                <a:gd name="csX6" fmla="*/ 30750 w 402495"/>
                <a:gd name="csY6" fmla="*/ 119682 h 325958"/>
                <a:gd name="csX7" fmla="*/ 37422 w 402495"/>
                <a:gd name="csY7" fmla="*/ 106034 h 325958"/>
                <a:gd name="csX8" fmla="*/ 29802 w 402495"/>
                <a:gd name="csY8" fmla="*/ 85951 h 325958"/>
                <a:gd name="csX9" fmla="*/ 31122 w 402495"/>
                <a:gd name="csY9" fmla="*/ 74708 h 325958"/>
                <a:gd name="csX10" fmla="*/ 33493 w 402495"/>
                <a:gd name="csY10" fmla="*/ 44466 h 325958"/>
                <a:gd name="csX11" fmla="*/ 43179 w 402495"/>
                <a:gd name="csY11" fmla="*/ 30818 h 325958"/>
                <a:gd name="csX12" fmla="*/ 47954 w 402495"/>
                <a:gd name="csY12" fmla="*/ 11345 h 325958"/>
                <a:gd name="csX13" fmla="*/ 56759 w 402495"/>
                <a:gd name="csY13" fmla="*/ 4030 h 325958"/>
                <a:gd name="csX14" fmla="*/ 93165 w 402495"/>
                <a:gd name="csY14" fmla="*/ 0 h 325958"/>
                <a:gd name="csX15" fmla="*/ 127099 w 402495"/>
                <a:gd name="csY15" fmla="*/ 12632 h 325958"/>
                <a:gd name="csX16" fmla="*/ 139798 w 402495"/>
                <a:gd name="csY16" fmla="*/ 25433 h 325958"/>
                <a:gd name="csX17" fmla="*/ 157103 w 402495"/>
                <a:gd name="csY17" fmla="*/ 26009 h 325958"/>
                <a:gd name="csX18" fmla="*/ 173156 w 402495"/>
                <a:gd name="csY18" fmla="*/ 17678 h 325958"/>
                <a:gd name="csX19" fmla="*/ 214134 w 402495"/>
                <a:gd name="csY19" fmla="*/ 35186 h 325958"/>
                <a:gd name="csX20" fmla="*/ 231405 w 402495"/>
                <a:gd name="csY20" fmla="*/ 34374 h 325958"/>
                <a:gd name="csX21" fmla="*/ 251386 w 402495"/>
                <a:gd name="csY21" fmla="*/ 19947 h 325958"/>
                <a:gd name="csX22" fmla="*/ 271231 w 402495"/>
                <a:gd name="csY22" fmla="*/ 20963 h 325958"/>
                <a:gd name="csX23" fmla="*/ 281019 w 402495"/>
                <a:gd name="csY23" fmla="*/ 16222 h 325958"/>
                <a:gd name="csX24" fmla="*/ 299238 w 402495"/>
                <a:gd name="csY24" fmla="*/ 18186 h 325958"/>
                <a:gd name="csX25" fmla="*/ 325451 w 402495"/>
                <a:gd name="csY25" fmla="*/ 28075 h 325958"/>
                <a:gd name="csX26" fmla="*/ 351934 w 402495"/>
                <a:gd name="csY26" fmla="*/ 9144 h 325958"/>
                <a:gd name="csX27" fmla="*/ 359892 w 402495"/>
                <a:gd name="csY27" fmla="*/ 10498 h 325958"/>
                <a:gd name="csX28" fmla="*/ 382785 w 402495"/>
                <a:gd name="csY28" fmla="*/ 47548 h 325958"/>
                <a:gd name="csX29" fmla="*/ 389084 w 402495"/>
                <a:gd name="csY29" fmla="*/ 46802 h 325958"/>
                <a:gd name="csX30" fmla="*/ 402495 w 402495"/>
                <a:gd name="csY30" fmla="*/ 60315 h 325958"/>
                <a:gd name="csX31" fmla="*/ 398804 w 402495"/>
                <a:gd name="csY31" fmla="*/ 66411 h 325958"/>
                <a:gd name="csX32" fmla="*/ 397009 w 402495"/>
                <a:gd name="csY32" fmla="*/ 77688 h 325958"/>
                <a:gd name="csX33" fmla="*/ 368494 w 402495"/>
                <a:gd name="csY33" fmla="*/ 103866 h 325958"/>
                <a:gd name="csX34" fmla="*/ 359554 w 402495"/>
                <a:gd name="csY34" fmla="*/ 125507 h 325958"/>
                <a:gd name="csX35" fmla="*/ 354778 w 402495"/>
                <a:gd name="csY35" fmla="*/ 143083 h 325958"/>
                <a:gd name="csX36" fmla="*/ 347565 w 402495"/>
                <a:gd name="csY36" fmla="*/ 150635 h 325958"/>
                <a:gd name="csX37" fmla="*/ 340758 w 402495"/>
                <a:gd name="csY37" fmla="*/ 174341 h 325958"/>
                <a:gd name="csX38" fmla="*/ 322639 w 402495"/>
                <a:gd name="csY38" fmla="*/ 188294 h 325958"/>
                <a:gd name="csX39" fmla="*/ 317390 w 402495"/>
                <a:gd name="csY39" fmla="*/ 205430 h 325958"/>
                <a:gd name="csX40" fmla="*/ 309771 w 402495"/>
                <a:gd name="csY40" fmla="*/ 219078 h 325958"/>
                <a:gd name="csX41" fmla="*/ 306621 w 402495"/>
                <a:gd name="csY41" fmla="*/ 233166 h 325958"/>
                <a:gd name="csX42" fmla="*/ 283355 w 402495"/>
                <a:gd name="csY42" fmla="*/ 244579 h 325958"/>
                <a:gd name="csX43" fmla="*/ 264322 w 402495"/>
                <a:gd name="csY43" fmla="*/ 230660 h 325958"/>
                <a:gd name="csX44" fmla="*/ 251487 w 402495"/>
                <a:gd name="csY44" fmla="*/ 231202 h 325958"/>
                <a:gd name="csX45" fmla="*/ 231337 w 402495"/>
                <a:gd name="csY45" fmla="*/ 251047 h 325958"/>
                <a:gd name="csX46" fmla="*/ 221516 w 402495"/>
                <a:gd name="csY46" fmla="*/ 251352 h 325958"/>
                <a:gd name="csX47" fmla="*/ 205430 w 402495"/>
                <a:gd name="csY47" fmla="*/ 283999 h 325958"/>
                <a:gd name="csX48" fmla="*/ 196693 w 402495"/>
                <a:gd name="csY48" fmla="*/ 307976 h 325958"/>
                <a:gd name="csX49" fmla="*/ 161540 w 402495"/>
                <a:gd name="csY49" fmla="*/ 320167 h 325958"/>
                <a:gd name="csX50" fmla="*/ 148705 w 402495"/>
                <a:gd name="csY50" fmla="*/ 318373 h 325958"/>
                <a:gd name="csX51" fmla="*/ 135666 w 402495"/>
                <a:gd name="csY51" fmla="*/ 325959 h 325958"/>
                <a:gd name="csX52" fmla="*/ 108574 w 402495"/>
                <a:gd name="csY52" fmla="*/ 325247 h 325958"/>
                <a:gd name="csX53" fmla="*/ 90456 w 402495"/>
                <a:gd name="csY53" fmla="*/ 304047 h 325958"/>
                <a:gd name="csX54" fmla="*/ 79314 w 402495"/>
                <a:gd name="csY54" fmla="*/ 279528 h 325958"/>
                <a:gd name="csX55" fmla="*/ 55337 w 402495"/>
                <a:gd name="csY55" fmla="*/ 257211 h 325958"/>
                <a:gd name="csX56" fmla="*/ 29870 w 402495"/>
                <a:gd name="csY56" fmla="*/ 257651 h 325958"/>
                <a:gd name="csX57" fmla="*/ 0 w 402495"/>
                <a:gd name="csY57" fmla="*/ 257617 h 32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402495" h="325958">
                  <a:moveTo>
                    <a:pt x="0" y="257617"/>
                  </a:moveTo>
                  <a:lnTo>
                    <a:pt x="1930" y="203025"/>
                  </a:lnTo>
                  <a:lnTo>
                    <a:pt x="1084" y="181487"/>
                  </a:lnTo>
                  <a:lnTo>
                    <a:pt x="7451" y="160118"/>
                  </a:lnTo>
                  <a:lnTo>
                    <a:pt x="17881" y="149755"/>
                  </a:lnTo>
                  <a:lnTo>
                    <a:pt x="34306" y="128792"/>
                  </a:lnTo>
                  <a:lnTo>
                    <a:pt x="30750" y="119682"/>
                  </a:lnTo>
                  <a:lnTo>
                    <a:pt x="37422" y="106034"/>
                  </a:lnTo>
                  <a:lnTo>
                    <a:pt x="29802" y="85951"/>
                  </a:lnTo>
                  <a:lnTo>
                    <a:pt x="31122" y="74708"/>
                  </a:lnTo>
                  <a:lnTo>
                    <a:pt x="33493" y="44466"/>
                  </a:lnTo>
                  <a:lnTo>
                    <a:pt x="43179" y="30818"/>
                  </a:lnTo>
                  <a:lnTo>
                    <a:pt x="47954" y="11345"/>
                  </a:lnTo>
                  <a:lnTo>
                    <a:pt x="56759" y="4030"/>
                  </a:lnTo>
                  <a:lnTo>
                    <a:pt x="93165" y="0"/>
                  </a:lnTo>
                  <a:lnTo>
                    <a:pt x="127099" y="12632"/>
                  </a:lnTo>
                  <a:lnTo>
                    <a:pt x="139798" y="25433"/>
                  </a:lnTo>
                  <a:lnTo>
                    <a:pt x="157103" y="26009"/>
                  </a:lnTo>
                  <a:lnTo>
                    <a:pt x="173156" y="17678"/>
                  </a:lnTo>
                  <a:lnTo>
                    <a:pt x="214134" y="35186"/>
                  </a:lnTo>
                  <a:lnTo>
                    <a:pt x="231405" y="34374"/>
                  </a:lnTo>
                  <a:lnTo>
                    <a:pt x="251386" y="19947"/>
                  </a:lnTo>
                  <a:lnTo>
                    <a:pt x="271231" y="20963"/>
                  </a:lnTo>
                  <a:lnTo>
                    <a:pt x="281019" y="16222"/>
                  </a:lnTo>
                  <a:lnTo>
                    <a:pt x="299238" y="18186"/>
                  </a:lnTo>
                  <a:lnTo>
                    <a:pt x="325451" y="28075"/>
                  </a:lnTo>
                  <a:lnTo>
                    <a:pt x="351934" y="9144"/>
                  </a:lnTo>
                  <a:lnTo>
                    <a:pt x="359892" y="10498"/>
                  </a:lnTo>
                  <a:lnTo>
                    <a:pt x="382785" y="47548"/>
                  </a:lnTo>
                  <a:lnTo>
                    <a:pt x="389084" y="46802"/>
                  </a:lnTo>
                  <a:lnTo>
                    <a:pt x="402495" y="60315"/>
                  </a:lnTo>
                  <a:lnTo>
                    <a:pt x="398804" y="66411"/>
                  </a:lnTo>
                  <a:lnTo>
                    <a:pt x="397009" y="77688"/>
                  </a:lnTo>
                  <a:lnTo>
                    <a:pt x="368494" y="103866"/>
                  </a:lnTo>
                  <a:lnTo>
                    <a:pt x="359554" y="125507"/>
                  </a:lnTo>
                  <a:lnTo>
                    <a:pt x="354778" y="143083"/>
                  </a:lnTo>
                  <a:lnTo>
                    <a:pt x="347565" y="150635"/>
                  </a:lnTo>
                  <a:lnTo>
                    <a:pt x="340758" y="174341"/>
                  </a:lnTo>
                  <a:lnTo>
                    <a:pt x="322639" y="188294"/>
                  </a:lnTo>
                  <a:lnTo>
                    <a:pt x="317390" y="205430"/>
                  </a:lnTo>
                  <a:lnTo>
                    <a:pt x="309771" y="219078"/>
                  </a:lnTo>
                  <a:lnTo>
                    <a:pt x="306621" y="233166"/>
                  </a:lnTo>
                  <a:lnTo>
                    <a:pt x="283355" y="244579"/>
                  </a:lnTo>
                  <a:lnTo>
                    <a:pt x="264322" y="230660"/>
                  </a:lnTo>
                  <a:lnTo>
                    <a:pt x="251487" y="231202"/>
                  </a:lnTo>
                  <a:lnTo>
                    <a:pt x="231337" y="251047"/>
                  </a:lnTo>
                  <a:lnTo>
                    <a:pt x="221516" y="251352"/>
                  </a:lnTo>
                  <a:lnTo>
                    <a:pt x="205430" y="283999"/>
                  </a:lnTo>
                  <a:lnTo>
                    <a:pt x="196693" y="307976"/>
                  </a:lnTo>
                  <a:lnTo>
                    <a:pt x="161540" y="320167"/>
                  </a:lnTo>
                  <a:lnTo>
                    <a:pt x="148705" y="318373"/>
                  </a:lnTo>
                  <a:lnTo>
                    <a:pt x="135666" y="325959"/>
                  </a:lnTo>
                  <a:lnTo>
                    <a:pt x="108574" y="325247"/>
                  </a:lnTo>
                  <a:lnTo>
                    <a:pt x="90456" y="304047"/>
                  </a:lnTo>
                  <a:lnTo>
                    <a:pt x="79314" y="279528"/>
                  </a:lnTo>
                  <a:lnTo>
                    <a:pt x="55337" y="257211"/>
                  </a:lnTo>
                  <a:lnTo>
                    <a:pt x="29870" y="257651"/>
                  </a:lnTo>
                  <a:lnTo>
                    <a:pt x="0" y="25761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1" name="Forma libre: forma 60">
              <a:extLst>
                <a:ext uri="{FF2B5EF4-FFF2-40B4-BE49-F238E27FC236}">
                  <a16:creationId xmlns:a16="http://schemas.microsoft.com/office/drawing/2014/main" id="{7D242DBF-4708-095F-27C0-994703B438AC}"/>
                </a:ext>
              </a:extLst>
            </p:cNvPr>
            <p:cNvSpPr/>
            <p:nvPr/>
          </p:nvSpPr>
          <p:spPr>
            <a:xfrm>
              <a:off x="6383334" y="2993519"/>
              <a:ext cx="254806" cy="376960"/>
            </a:xfrm>
            <a:custGeom>
              <a:avLst/>
              <a:gdLst>
                <a:gd name="csX0" fmla="*/ 203432 w 254806"/>
                <a:gd name="csY0" fmla="*/ 0 h 376960"/>
                <a:gd name="csX1" fmla="*/ 216877 w 254806"/>
                <a:gd name="csY1" fmla="*/ 21674 h 376960"/>
                <a:gd name="csX2" fmla="*/ 219146 w 254806"/>
                <a:gd name="csY2" fmla="*/ 44127 h 376960"/>
                <a:gd name="csX3" fmla="*/ 217926 w 254806"/>
                <a:gd name="csY3" fmla="*/ 66648 h 376960"/>
                <a:gd name="csX4" fmla="*/ 236350 w 254806"/>
                <a:gd name="csY4" fmla="*/ 97432 h 376960"/>
                <a:gd name="csX5" fmla="*/ 217419 w 254806"/>
                <a:gd name="csY5" fmla="*/ 97093 h 376960"/>
                <a:gd name="csX6" fmla="*/ 207868 w 254806"/>
                <a:gd name="csY6" fmla="*/ 99498 h 376960"/>
                <a:gd name="csX7" fmla="*/ 192426 w 254806"/>
                <a:gd name="csY7" fmla="*/ 96111 h 376960"/>
                <a:gd name="csX8" fmla="*/ 185077 w 254806"/>
                <a:gd name="csY8" fmla="*/ 112096 h 376960"/>
                <a:gd name="csX9" fmla="*/ 205058 w 254806"/>
                <a:gd name="csY9" fmla="*/ 131840 h 376960"/>
                <a:gd name="csX10" fmla="*/ 219823 w 254806"/>
                <a:gd name="csY10" fmla="*/ 137597 h 376960"/>
                <a:gd name="csX11" fmla="*/ 224598 w 254806"/>
                <a:gd name="csY11" fmla="*/ 151617 h 376960"/>
                <a:gd name="csX12" fmla="*/ 235266 w 254806"/>
                <a:gd name="csY12" fmla="*/ 174951 h 376960"/>
                <a:gd name="csX13" fmla="*/ 229949 w 254806"/>
                <a:gd name="csY13" fmla="*/ 184129 h 376960"/>
                <a:gd name="csX14" fmla="*/ 212948 w 254806"/>
                <a:gd name="csY14" fmla="*/ 218469 h 376960"/>
                <a:gd name="csX15" fmla="*/ 204821 w 254806"/>
                <a:gd name="csY15" fmla="*/ 224598 h 376960"/>
                <a:gd name="csX16" fmla="*/ 202179 w 254806"/>
                <a:gd name="csY16" fmla="*/ 250844 h 376960"/>
                <a:gd name="csX17" fmla="*/ 205566 w 254806"/>
                <a:gd name="csY17" fmla="*/ 265102 h 376960"/>
                <a:gd name="csX18" fmla="*/ 202822 w 254806"/>
                <a:gd name="csY18" fmla="*/ 275194 h 376960"/>
                <a:gd name="csX19" fmla="*/ 218841 w 254806"/>
                <a:gd name="csY19" fmla="*/ 292906 h 376960"/>
                <a:gd name="csX20" fmla="*/ 221719 w 254806"/>
                <a:gd name="csY20" fmla="*/ 305063 h 376960"/>
                <a:gd name="csX21" fmla="*/ 234216 w 254806"/>
                <a:gd name="csY21" fmla="*/ 322538 h 376960"/>
                <a:gd name="csX22" fmla="*/ 249727 w 254806"/>
                <a:gd name="csY22" fmla="*/ 333409 h 376960"/>
                <a:gd name="csX23" fmla="*/ 251217 w 254806"/>
                <a:gd name="csY23" fmla="*/ 348886 h 376960"/>
                <a:gd name="csX24" fmla="*/ 254807 w 254806"/>
                <a:gd name="csY24" fmla="*/ 358673 h 376960"/>
                <a:gd name="csX25" fmla="*/ 252368 w 254806"/>
                <a:gd name="csY25" fmla="*/ 376961 h 376960"/>
                <a:gd name="csX26" fmla="*/ 225445 w 254806"/>
                <a:gd name="csY26" fmla="*/ 368968 h 376960"/>
                <a:gd name="csX27" fmla="*/ 198081 w 254806"/>
                <a:gd name="csY27" fmla="*/ 360028 h 376960"/>
                <a:gd name="csX28" fmla="*/ 155343 w 254806"/>
                <a:gd name="csY28" fmla="*/ 358707 h 376960"/>
                <a:gd name="csX29" fmla="*/ 151109 w 254806"/>
                <a:gd name="csY29" fmla="*/ 356844 h 376960"/>
                <a:gd name="csX30" fmla="*/ 131061 w 254806"/>
                <a:gd name="csY30" fmla="*/ 361213 h 376960"/>
                <a:gd name="csX31" fmla="*/ 110504 w 254806"/>
                <a:gd name="csY31" fmla="*/ 356675 h 376960"/>
                <a:gd name="csX32" fmla="*/ 94384 w 254806"/>
                <a:gd name="csY32" fmla="*/ 358910 h 376960"/>
                <a:gd name="csX33" fmla="*/ 39284 w 254806"/>
                <a:gd name="csY33" fmla="*/ 358131 h 376960"/>
                <a:gd name="csX34" fmla="*/ 44229 w 254806"/>
                <a:gd name="csY34" fmla="*/ 331411 h 376960"/>
                <a:gd name="csX35" fmla="*/ 30988 w 254806"/>
                <a:gd name="csY35" fmla="*/ 308992 h 376960"/>
                <a:gd name="csX36" fmla="*/ 15544 w 254806"/>
                <a:gd name="csY36" fmla="*/ 303269 h 376960"/>
                <a:gd name="csX37" fmla="*/ 8670 w 254806"/>
                <a:gd name="csY37" fmla="*/ 288097 h 376960"/>
                <a:gd name="csX38" fmla="*/ 0 w 254806"/>
                <a:gd name="csY38" fmla="*/ 283220 h 376960"/>
                <a:gd name="csX39" fmla="*/ 373 w 254806"/>
                <a:gd name="csY39" fmla="*/ 273873 h 376960"/>
                <a:gd name="csX40" fmla="*/ 9110 w 254806"/>
                <a:gd name="csY40" fmla="*/ 249896 h 376960"/>
                <a:gd name="csX41" fmla="*/ 25196 w 254806"/>
                <a:gd name="csY41" fmla="*/ 217249 h 376960"/>
                <a:gd name="csX42" fmla="*/ 35017 w 254806"/>
                <a:gd name="csY42" fmla="*/ 216944 h 376960"/>
                <a:gd name="csX43" fmla="*/ 55167 w 254806"/>
                <a:gd name="csY43" fmla="*/ 197099 h 376960"/>
                <a:gd name="csX44" fmla="*/ 68002 w 254806"/>
                <a:gd name="csY44" fmla="*/ 196557 h 376960"/>
                <a:gd name="csX45" fmla="*/ 87035 w 254806"/>
                <a:gd name="csY45" fmla="*/ 210476 h 376960"/>
                <a:gd name="csX46" fmla="*/ 110301 w 254806"/>
                <a:gd name="csY46" fmla="*/ 199063 h 376960"/>
                <a:gd name="csX47" fmla="*/ 113451 w 254806"/>
                <a:gd name="csY47" fmla="*/ 184975 h 376960"/>
                <a:gd name="csX48" fmla="*/ 121070 w 254806"/>
                <a:gd name="csY48" fmla="*/ 171327 h 376960"/>
                <a:gd name="csX49" fmla="*/ 126319 w 254806"/>
                <a:gd name="csY49" fmla="*/ 154191 h 376960"/>
                <a:gd name="csX50" fmla="*/ 144438 w 254806"/>
                <a:gd name="csY50" fmla="*/ 140238 h 376960"/>
                <a:gd name="csX51" fmla="*/ 151245 w 254806"/>
                <a:gd name="csY51" fmla="*/ 116532 h 376960"/>
                <a:gd name="csX52" fmla="*/ 158458 w 254806"/>
                <a:gd name="csY52" fmla="*/ 108980 h 376960"/>
                <a:gd name="csX53" fmla="*/ 163234 w 254806"/>
                <a:gd name="csY53" fmla="*/ 91404 h 376960"/>
                <a:gd name="csX54" fmla="*/ 172174 w 254806"/>
                <a:gd name="csY54" fmla="*/ 69764 h 376960"/>
                <a:gd name="csX55" fmla="*/ 200689 w 254806"/>
                <a:gd name="csY55" fmla="*/ 43585 h 376960"/>
                <a:gd name="csX56" fmla="*/ 202484 w 254806"/>
                <a:gd name="csY56" fmla="*/ 32308 h 376960"/>
                <a:gd name="csX57" fmla="*/ 206175 w 254806"/>
                <a:gd name="csY57" fmla="*/ 26212 h 376960"/>
                <a:gd name="csX58" fmla="*/ 192764 w 254806"/>
                <a:gd name="csY58" fmla="*/ 12700 h 376960"/>
                <a:gd name="csX59" fmla="*/ 193882 w 254806"/>
                <a:gd name="csY59" fmla="*/ 1930 h 376960"/>
                <a:gd name="csX60" fmla="*/ 203432 w 254806"/>
                <a:gd name="csY60" fmla="*/ 0 h 376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254806" h="376960">
                  <a:moveTo>
                    <a:pt x="203432" y="0"/>
                  </a:moveTo>
                  <a:lnTo>
                    <a:pt x="216877" y="21674"/>
                  </a:lnTo>
                  <a:lnTo>
                    <a:pt x="219146" y="44127"/>
                  </a:lnTo>
                  <a:lnTo>
                    <a:pt x="217926" y="66648"/>
                  </a:lnTo>
                  <a:lnTo>
                    <a:pt x="236350" y="97432"/>
                  </a:lnTo>
                  <a:lnTo>
                    <a:pt x="217419" y="97093"/>
                  </a:lnTo>
                  <a:lnTo>
                    <a:pt x="207868" y="99498"/>
                  </a:lnTo>
                  <a:lnTo>
                    <a:pt x="192426" y="96111"/>
                  </a:lnTo>
                  <a:lnTo>
                    <a:pt x="185077" y="112096"/>
                  </a:lnTo>
                  <a:lnTo>
                    <a:pt x="205058" y="131840"/>
                  </a:lnTo>
                  <a:lnTo>
                    <a:pt x="219823" y="137597"/>
                  </a:lnTo>
                  <a:lnTo>
                    <a:pt x="224598" y="151617"/>
                  </a:lnTo>
                  <a:lnTo>
                    <a:pt x="235266" y="174951"/>
                  </a:lnTo>
                  <a:lnTo>
                    <a:pt x="229949" y="184129"/>
                  </a:lnTo>
                  <a:lnTo>
                    <a:pt x="212948" y="218469"/>
                  </a:lnTo>
                  <a:lnTo>
                    <a:pt x="204821" y="224598"/>
                  </a:lnTo>
                  <a:lnTo>
                    <a:pt x="202179" y="250844"/>
                  </a:lnTo>
                  <a:lnTo>
                    <a:pt x="205566" y="265102"/>
                  </a:lnTo>
                  <a:lnTo>
                    <a:pt x="202822" y="275194"/>
                  </a:lnTo>
                  <a:lnTo>
                    <a:pt x="218841" y="292906"/>
                  </a:lnTo>
                  <a:lnTo>
                    <a:pt x="221719" y="305063"/>
                  </a:lnTo>
                  <a:lnTo>
                    <a:pt x="234216" y="322538"/>
                  </a:lnTo>
                  <a:lnTo>
                    <a:pt x="249727" y="333409"/>
                  </a:lnTo>
                  <a:lnTo>
                    <a:pt x="251217" y="348886"/>
                  </a:lnTo>
                  <a:lnTo>
                    <a:pt x="254807" y="358673"/>
                  </a:lnTo>
                  <a:lnTo>
                    <a:pt x="252368" y="376961"/>
                  </a:lnTo>
                  <a:lnTo>
                    <a:pt x="225445" y="368968"/>
                  </a:lnTo>
                  <a:lnTo>
                    <a:pt x="198081" y="360028"/>
                  </a:lnTo>
                  <a:lnTo>
                    <a:pt x="155343" y="358707"/>
                  </a:lnTo>
                  <a:lnTo>
                    <a:pt x="151109" y="356844"/>
                  </a:lnTo>
                  <a:lnTo>
                    <a:pt x="131061" y="361213"/>
                  </a:lnTo>
                  <a:lnTo>
                    <a:pt x="110504" y="356675"/>
                  </a:lnTo>
                  <a:lnTo>
                    <a:pt x="94384" y="358910"/>
                  </a:lnTo>
                  <a:lnTo>
                    <a:pt x="39284" y="358131"/>
                  </a:lnTo>
                  <a:lnTo>
                    <a:pt x="44229" y="331411"/>
                  </a:lnTo>
                  <a:lnTo>
                    <a:pt x="30988" y="308992"/>
                  </a:lnTo>
                  <a:lnTo>
                    <a:pt x="15544" y="303269"/>
                  </a:lnTo>
                  <a:lnTo>
                    <a:pt x="8670" y="288097"/>
                  </a:lnTo>
                  <a:lnTo>
                    <a:pt x="0" y="283220"/>
                  </a:lnTo>
                  <a:lnTo>
                    <a:pt x="373" y="273873"/>
                  </a:lnTo>
                  <a:lnTo>
                    <a:pt x="9110" y="249896"/>
                  </a:lnTo>
                  <a:lnTo>
                    <a:pt x="25196" y="217249"/>
                  </a:lnTo>
                  <a:lnTo>
                    <a:pt x="35017" y="216944"/>
                  </a:lnTo>
                  <a:lnTo>
                    <a:pt x="55167" y="197099"/>
                  </a:lnTo>
                  <a:lnTo>
                    <a:pt x="68002" y="196557"/>
                  </a:lnTo>
                  <a:lnTo>
                    <a:pt x="87035" y="210476"/>
                  </a:lnTo>
                  <a:lnTo>
                    <a:pt x="110301" y="199063"/>
                  </a:lnTo>
                  <a:lnTo>
                    <a:pt x="113451" y="184975"/>
                  </a:lnTo>
                  <a:lnTo>
                    <a:pt x="121070" y="171327"/>
                  </a:lnTo>
                  <a:lnTo>
                    <a:pt x="126319" y="154191"/>
                  </a:lnTo>
                  <a:lnTo>
                    <a:pt x="144438" y="140238"/>
                  </a:lnTo>
                  <a:lnTo>
                    <a:pt x="151245" y="116532"/>
                  </a:lnTo>
                  <a:lnTo>
                    <a:pt x="158458" y="108980"/>
                  </a:lnTo>
                  <a:lnTo>
                    <a:pt x="163234" y="91404"/>
                  </a:lnTo>
                  <a:lnTo>
                    <a:pt x="172174" y="69764"/>
                  </a:lnTo>
                  <a:lnTo>
                    <a:pt x="200689" y="43585"/>
                  </a:lnTo>
                  <a:lnTo>
                    <a:pt x="202484" y="32308"/>
                  </a:lnTo>
                  <a:lnTo>
                    <a:pt x="206175" y="26212"/>
                  </a:lnTo>
                  <a:lnTo>
                    <a:pt x="192764" y="12700"/>
                  </a:lnTo>
                  <a:lnTo>
                    <a:pt x="193882" y="1930"/>
                  </a:lnTo>
                  <a:lnTo>
                    <a:pt x="203432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2" name="Forma libre: forma 61">
              <a:extLst>
                <a:ext uri="{FF2B5EF4-FFF2-40B4-BE49-F238E27FC236}">
                  <a16:creationId xmlns:a16="http://schemas.microsoft.com/office/drawing/2014/main" id="{A7C299CC-0DF6-272B-A537-97C265B9AA99}"/>
                </a:ext>
              </a:extLst>
            </p:cNvPr>
            <p:cNvSpPr/>
            <p:nvPr/>
          </p:nvSpPr>
          <p:spPr>
            <a:xfrm>
              <a:off x="6094154" y="3055832"/>
              <a:ext cx="64853" cy="172376"/>
            </a:xfrm>
            <a:custGeom>
              <a:avLst/>
              <a:gdLst>
                <a:gd name="csX0" fmla="*/ 32172 w 64853"/>
                <a:gd name="csY0" fmla="*/ 745 h 172376"/>
                <a:gd name="csX1" fmla="*/ 27838 w 64853"/>
                <a:gd name="csY1" fmla="*/ 18558 h 172376"/>
                <a:gd name="csX2" fmla="*/ 38201 w 64853"/>
                <a:gd name="csY2" fmla="*/ 28549 h 172376"/>
                <a:gd name="csX3" fmla="*/ 49952 w 64853"/>
                <a:gd name="csY3" fmla="*/ 40436 h 172376"/>
                <a:gd name="csX4" fmla="*/ 51239 w 64853"/>
                <a:gd name="csY4" fmla="*/ 57030 h 172376"/>
                <a:gd name="csX5" fmla="*/ 58046 w 64853"/>
                <a:gd name="csY5" fmla="*/ 64006 h 172376"/>
                <a:gd name="csX6" fmla="*/ 56522 w 64853"/>
                <a:gd name="csY6" fmla="*/ 141796 h 172376"/>
                <a:gd name="csX7" fmla="*/ 64853 w 64853"/>
                <a:gd name="csY7" fmla="*/ 165164 h 172376"/>
                <a:gd name="csX8" fmla="*/ 37591 w 64853"/>
                <a:gd name="csY8" fmla="*/ 172377 h 172376"/>
                <a:gd name="csX9" fmla="*/ 30039 w 64853"/>
                <a:gd name="csY9" fmla="*/ 160490 h 172376"/>
                <a:gd name="csX10" fmla="*/ 20997 w 64853"/>
                <a:gd name="csY10" fmla="*/ 139019 h 172376"/>
                <a:gd name="csX11" fmla="*/ 18321 w 64853"/>
                <a:gd name="csY11" fmla="*/ 122154 h 172376"/>
                <a:gd name="csX12" fmla="*/ 25806 w 64853"/>
                <a:gd name="csY12" fmla="*/ 91675 h 172376"/>
                <a:gd name="csX13" fmla="*/ 17305 w 64853"/>
                <a:gd name="csY13" fmla="*/ 79314 h 172376"/>
                <a:gd name="csX14" fmla="*/ 14088 w 64853"/>
                <a:gd name="csY14" fmla="*/ 52628 h 172376"/>
                <a:gd name="csX15" fmla="*/ 14156 w 64853"/>
                <a:gd name="csY15" fmla="*/ 28041 h 172376"/>
                <a:gd name="csX16" fmla="*/ 0 w 64853"/>
                <a:gd name="csY16" fmla="*/ 10566 h 172376"/>
                <a:gd name="csX17" fmla="*/ 2506 w 64853"/>
                <a:gd name="csY17" fmla="*/ 0 h 172376"/>
                <a:gd name="csX18" fmla="*/ 32172 w 64853"/>
                <a:gd name="csY18" fmla="*/ 745 h 1723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4853" h="172376">
                  <a:moveTo>
                    <a:pt x="32172" y="745"/>
                  </a:moveTo>
                  <a:lnTo>
                    <a:pt x="27838" y="18558"/>
                  </a:lnTo>
                  <a:lnTo>
                    <a:pt x="38201" y="28549"/>
                  </a:lnTo>
                  <a:lnTo>
                    <a:pt x="49952" y="40436"/>
                  </a:lnTo>
                  <a:lnTo>
                    <a:pt x="51239" y="57030"/>
                  </a:lnTo>
                  <a:lnTo>
                    <a:pt x="58046" y="64006"/>
                  </a:lnTo>
                  <a:lnTo>
                    <a:pt x="56522" y="141796"/>
                  </a:lnTo>
                  <a:lnTo>
                    <a:pt x="64853" y="165164"/>
                  </a:lnTo>
                  <a:lnTo>
                    <a:pt x="37591" y="172377"/>
                  </a:lnTo>
                  <a:lnTo>
                    <a:pt x="30039" y="160490"/>
                  </a:lnTo>
                  <a:lnTo>
                    <a:pt x="20997" y="139019"/>
                  </a:lnTo>
                  <a:lnTo>
                    <a:pt x="18321" y="122154"/>
                  </a:lnTo>
                  <a:lnTo>
                    <a:pt x="25806" y="91675"/>
                  </a:lnTo>
                  <a:lnTo>
                    <a:pt x="17305" y="79314"/>
                  </a:lnTo>
                  <a:lnTo>
                    <a:pt x="14088" y="52628"/>
                  </a:lnTo>
                  <a:lnTo>
                    <a:pt x="14156" y="28041"/>
                  </a:lnTo>
                  <a:lnTo>
                    <a:pt x="0" y="10566"/>
                  </a:lnTo>
                  <a:lnTo>
                    <a:pt x="2506" y="0"/>
                  </a:lnTo>
                  <a:lnTo>
                    <a:pt x="32172" y="74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3" name="Forma libre: forma 62">
              <a:extLst>
                <a:ext uri="{FF2B5EF4-FFF2-40B4-BE49-F238E27FC236}">
                  <a16:creationId xmlns:a16="http://schemas.microsoft.com/office/drawing/2014/main" id="{E7014802-DA2F-CA4B-8A2E-E2C018574D1E}"/>
                </a:ext>
              </a:extLst>
            </p:cNvPr>
            <p:cNvSpPr/>
            <p:nvPr/>
          </p:nvSpPr>
          <p:spPr>
            <a:xfrm>
              <a:off x="5985986" y="3053157"/>
              <a:ext cx="145758" cy="216334"/>
            </a:xfrm>
            <a:custGeom>
              <a:avLst/>
              <a:gdLst>
                <a:gd name="csX0" fmla="*/ 110674 w 145758"/>
                <a:gd name="csY0" fmla="*/ 2675 h 216334"/>
                <a:gd name="csX1" fmla="*/ 108167 w 145758"/>
                <a:gd name="csY1" fmla="*/ 13241 h 216334"/>
                <a:gd name="csX2" fmla="*/ 122323 w 145758"/>
                <a:gd name="csY2" fmla="*/ 30716 h 216334"/>
                <a:gd name="csX3" fmla="*/ 122256 w 145758"/>
                <a:gd name="csY3" fmla="*/ 55303 h 216334"/>
                <a:gd name="csX4" fmla="*/ 125473 w 145758"/>
                <a:gd name="csY4" fmla="*/ 81989 h 216334"/>
                <a:gd name="csX5" fmla="*/ 133973 w 145758"/>
                <a:gd name="csY5" fmla="*/ 94350 h 216334"/>
                <a:gd name="csX6" fmla="*/ 126489 w 145758"/>
                <a:gd name="csY6" fmla="*/ 124829 h 216334"/>
                <a:gd name="csX7" fmla="*/ 129165 w 145758"/>
                <a:gd name="csY7" fmla="*/ 141695 h 216334"/>
                <a:gd name="csX8" fmla="*/ 138207 w 145758"/>
                <a:gd name="csY8" fmla="*/ 163166 h 216334"/>
                <a:gd name="csX9" fmla="*/ 145759 w 145758"/>
                <a:gd name="csY9" fmla="*/ 175052 h 216334"/>
                <a:gd name="csX10" fmla="*/ 92657 w 145758"/>
                <a:gd name="csY10" fmla="*/ 194898 h 216334"/>
                <a:gd name="csX11" fmla="*/ 73828 w 145758"/>
                <a:gd name="csY11" fmla="*/ 206480 h 216334"/>
                <a:gd name="csX12" fmla="*/ 43315 w 145758"/>
                <a:gd name="csY12" fmla="*/ 216335 h 216334"/>
                <a:gd name="csX13" fmla="*/ 13140 w 145758"/>
                <a:gd name="csY13" fmla="*/ 206717 h 216334"/>
                <a:gd name="csX14" fmla="*/ 14664 w 145758"/>
                <a:gd name="csY14" fmla="*/ 193340 h 216334"/>
                <a:gd name="csX15" fmla="*/ 0 w 145758"/>
                <a:gd name="csY15" fmla="*/ 164181 h 216334"/>
                <a:gd name="csX16" fmla="*/ 8805 w 145758"/>
                <a:gd name="csY16" fmla="*/ 125913 h 216334"/>
                <a:gd name="csX17" fmla="*/ 23097 w 145758"/>
                <a:gd name="csY17" fmla="*/ 97466 h 216334"/>
                <a:gd name="csX18" fmla="*/ 14122 w 145758"/>
                <a:gd name="csY18" fmla="*/ 49309 h 216334"/>
                <a:gd name="csX19" fmla="*/ 9482 w 145758"/>
                <a:gd name="csY19" fmla="*/ 23808 h 216334"/>
                <a:gd name="csX20" fmla="*/ 10295 w 145758"/>
                <a:gd name="csY20" fmla="*/ 4572 h 216334"/>
                <a:gd name="csX21" fmla="*/ 69120 w 145758"/>
                <a:gd name="csY21" fmla="*/ 2980 h 216334"/>
                <a:gd name="csX22" fmla="*/ 84055 w 145758"/>
                <a:gd name="csY22" fmla="*/ 5453 h 216334"/>
                <a:gd name="csX23" fmla="*/ 94994 w 145758"/>
                <a:gd name="csY23" fmla="*/ 0 h 216334"/>
                <a:gd name="csX24" fmla="*/ 110674 w 145758"/>
                <a:gd name="csY24" fmla="*/ 2675 h 216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5758" h="216334">
                  <a:moveTo>
                    <a:pt x="110674" y="2675"/>
                  </a:moveTo>
                  <a:lnTo>
                    <a:pt x="108167" y="13241"/>
                  </a:lnTo>
                  <a:lnTo>
                    <a:pt x="122323" y="30716"/>
                  </a:lnTo>
                  <a:lnTo>
                    <a:pt x="122256" y="55303"/>
                  </a:lnTo>
                  <a:lnTo>
                    <a:pt x="125473" y="81989"/>
                  </a:lnTo>
                  <a:lnTo>
                    <a:pt x="133973" y="94350"/>
                  </a:lnTo>
                  <a:lnTo>
                    <a:pt x="126489" y="124829"/>
                  </a:lnTo>
                  <a:lnTo>
                    <a:pt x="129165" y="141695"/>
                  </a:lnTo>
                  <a:lnTo>
                    <a:pt x="138207" y="163166"/>
                  </a:lnTo>
                  <a:lnTo>
                    <a:pt x="145759" y="175052"/>
                  </a:lnTo>
                  <a:lnTo>
                    <a:pt x="92657" y="194898"/>
                  </a:lnTo>
                  <a:lnTo>
                    <a:pt x="73828" y="206480"/>
                  </a:lnTo>
                  <a:lnTo>
                    <a:pt x="43315" y="216335"/>
                  </a:lnTo>
                  <a:lnTo>
                    <a:pt x="13140" y="206717"/>
                  </a:lnTo>
                  <a:lnTo>
                    <a:pt x="14664" y="193340"/>
                  </a:lnTo>
                  <a:lnTo>
                    <a:pt x="0" y="164181"/>
                  </a:lnTo>
                  <a:lnTo>
                    <a:pt x="8805" y="125913"/>
                  </a:lnTo>
                  <a:lnTo>
                    <a:pt x="23097" y="97466"/>
                  </a:lnTo>
                  <a:lnTo>
                    <a:pt x="14122" y="49309"/>
                  </a:lnTo>
                  <a:lnTo>
                    <a:pt x="9482" y="23808"/>
                  </a:lnTo>
                  <a:lnTo>
                    <a:pt x="10295" y="4572"/>
                  </a:lnTo>
                  <a:lnTo>
                    <a:pt x="69120" y="2980"/>
                  </a:lnTo>
                  <a:lnTo>
                    <a:pt x="84055" y="5453"/>
                  </a:lnTo>
                  <a:lnTo>
                    <a:pt x="94994" y="0"/>
                  </a:lnTo>
                  <a:lnTo>
                    <a:pt x="110674" y="267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4" name="Forma libre: forma 63">
              <a:extLst>
                <a:ext uri="{FF2B5EF4-FFF2-40B4-BE49-F238E27FC236}">
                  <a16:creationId xmlns:a16="http://schemas.microsoft.com/office/drawing/2014/main" id="{472E7BA5-5580-7072-AB81-C4FBCBDD6929}"/>
                </a:ext>
              </a:extLst>
            </p:cNvPr>
            <p:cNvSpPr/>
            <p:nvPr/>
          </p:nvSpPr>
          <p:spPr>
            <a:xfrm>
              <a:off x="5804499" y="3072596"/>
              <a:ext cx="204583" cy="209494"/>
            </a:xfrm>
            <a:custGeom>
              <a:avLst/>
              <a:gdLst>
                <a:gd name="csX0" fmla="*/ 19405 w 204583"/>
                <a:gd name="csY0" fmla="*/ 10736 h 209494"/>
                <a:gd name="csX1" fmla="*/ 23808 w 204583"/>
                <a:gd name="csY1" fmla="*/ 7688 h 209494"/>
                <a:gd name="csX2" fmla="*/ 33188 w 204583"/>
                <a:gd name="csY2" fmla="*/ 12767 h 209494"/>
                <a:gd name="csX3" fmla="*/ 59333 w 204583"/>
                <a:gd name="csY3" fmla="*/ 13038 h 209494"/>
                <a:gd name="csX4" fmla="*/ 65598 w 204583"/>
                <a:gd name="csY4" fmla="*/ 3150 h 209494"/>
                <a:gd name="csX5" fmla="*/ 71423 w 204583"/>
                <a:gd name="csY5" fmla="*/ 3827 h 209494"/>
                <a:gd name="csX6" fmla="*/ 81210 w 204583"/>
                <a:gd name="csY6" fmla="*/ 0 h 209494"/>
                <a:gd name="csX7" fmla="*/ 86459 w 204583"/>
                <a:gd name="csY7" fmla="*/ 14495 h 209494"/>
                <a:gd name="csX8" fmla="*/ 94350 w 204583"/>
                <a:gd name="csY8" fmla="*/ 10194 h 209494"/>
                <a:gd name="csX9" fmla="*/ 108336 w 204583"/>
                <a:gd name="csY9" fmla="*/ 5181 h 209494"/>
                <a:gd name="csX10" fmla="*/ 123542 w 204583"/>
                <a:gd name="csY10" fmla="*/ 12564 h 209494"/>
                <a:gd name="csX11" fmla="*/ 129469 w 204583"/>
                <a:gd name="csY11" fmla="*/ 23774 h 209494"/>
                <a:gd name="csX12" fmla="*/ 144708 w 204583"/>
                <a:gd name="csY12" fmla="*/ 30920 h 209494"/>
                <a:gd name="csX13" fmla="*/ 156562 w 204583"/>
                <a:gd name="csY13" fmla="*/ 22419 h 209494"/>
                <a:gd name="csX14" fmla="*/ 172411 w 204583"/>
                <a:gd name="csY14" fmla="*/ 21132 h 209494"/>
                <a:gd name="csX15" fmla="*/ 195609 w 204583"/>
                <a:gd name="csY15" fmla="*/ 29870 h 209494"/>
                <a:gd name="csX16" fmla="*/ 204583 w 204583"/>
                <a:gd name="csY16" fmla="*/ 78027 h 209494"/>
                <a:gd name="csX17" fmla="*/ 190292 w 204583"/>
                <a:gd name="csY17" fmla="*/ 106474 h 209494"/>
                <a:gd name="csX18" fmla="*/ 181487 w 204583"/>
                <a:gd name="csY18" fmla="*/ 144743 h 209494"/>
                <a:gd name="csX19" fmla="*/ 196151 w 204583"/>
                <a:gd name="csY19" fmla="*/ 173901 h 209494"/>
                <a:gd name="csX20" fmla="*/ 194627 w 204583"/>
                <a:gd name="csY20" fmla="*/ 187278 h 209494"/>
                <a:gd name="csX21" fmla="*/ 179218 w 204583"/>
                <a:gd name="csY21" fmla="*/ 187617 h 209494"/>
                <a:gd name="csX22" fmla="*/ 155579 w 204583"/>
                <a:gd name="csY22" fmla="*/ 180979 h 209494"/>
                <a:gd name="csX23" fmla="*/ 133872 w 204583"/>
                <a:gd name="csY23" fmla="*/ 181385 h 209494"/>
                <a:gd name="csX24" fmla="*/ 93774 w 204583"/>
                <a:gd name="csY24" fmla="*/ 187278 h 209494"/>
                <a:gd name="csX25" fmla="*/ 70237 w 204583"/>
                <a:gd name="csY25" fmla="*/ 197065 h 209494"/>
                <a:gd name="csX26" fmla="*/ 36711 w 204583"/>
                <a:gd name="csY26" fmla="*/ 209494 h 209494"/>
                <a:gd name="csX27" fmla="*/ 30174 w 204583"/>
                <a:gd name="csY27" fmla="*/ 208580 h 209494"/>
                <a:gd name="csX28" fmla="*/ 32782 w 204583"/>
                <a:gd name="csY28" fmla="*/ 180708 h 209494"/>
                <a:gd name="csX29" fmla="*/ 35999 w 204583"/>
                <a:gd name="csY29" fmla="*/ 176475 h 209494"/>
                <a:gd name="csX30" fmla="*/ 34983 w 204583"/>
                <a:gd name="csY30" fmla="*/ 163132 h 209494"/>
                <a:gd name="csX31" fmla="*/ 20624 w 204583"/>
                <a:gd name="csY31" fmla="*/ 148942 h 209494"/>
                <a:gd name="csX32" fmla="*/ 9889 w 204583"/>
                <a:gd name="csY32" fmla="*/ 146673 h 209494"/>
                <a:gd name="csX33" fmla="*/ 0 w 204583"/>
                <a:gd name="csY33" fmla="*/ 137360 h 209494"/>
                <a:gd name="csX34" fmla="*/ 7383 w 204583"/>
                <a:gd name="csY34" fmla="*/ 122323 h 209494"/>
                <a:gd name="csX35" fmla="*/ 3996 w 204583"/>
                <a:gd name="csY35" fmla="*/ 105966 h 209494"/>
                <a:gd name="csX36" fmla="*/ 5554 w 204583"/>
                <a:gd name="csY36" fmla="*/ 96111 h 209494"/>
                <a:gd name="csX37" fmla="*/ 10904 w 204583"/>
                <a:gd name="csY37" fmla="*/ 96078 h 209494"/>
                <a:gd name="csX38" fmla="*/ 12903 w 204583"/>
                <a:gd name="csY38" fmla="*/ 81312 h 209494"/>
                <a:gd name="csX39" fmla="*/ 10295 w 204583"/>
                <a:gd name="csY39" fmla="*/ 74776 h 209494"/>
                <a:gd name="csX40" fmla="*/ 13546 w 204583"/>
                <a:gd name="csY40" fmla="*/ 70068 h 209494"/>
                <a:gd name="csX41" fmla="*/ 26110 w 204583"/>
                <a:gd name="csY41" fmla="*/ 65971 h 209494"/>
                <a:gd name="csX42" fmla="*/ 17746 w 204583"/>
                <a:gd name="csY42" fmla="*/ 38878 h 209494"/>
                <a:gd name="csX43" fmla="*/ 9923 w 204583"/>
                <a:gd name="csY43" fmla="*/ 24858 h 209494"/>
                <a:gd name="csX44" fmla="*/ 12666 w 204583"/>
                <a:gd name="csY44" fmla="*/ 13377 h 209494"/>
                <a:gd name="csX45" fmla="*/ 19405 w 204583"/>
                <a:gd name="csY45" fmla="*/ 10736 h 2094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204583" h="209494">
                  <a:moveTo>
                    <a:pt x="19405" y="10736"/>
                  </a:moveTo>
                  <a:lnTo>
                    <a:pt x="23808" y="7688"/>
                  </a:lnTo>
                  <a:lnTo>
                    <a:pt x="33188" y="12767"/>
                  </a:lnTo>
                  <a:lnTo>
                    <a:pt x="59333" y="13038"/>
                  </a:lnTo>
                  <a:lnTo>
                    <a:pt x="65598" y="3150"/>
                  </a:lnTo>
                  <a:lnTo>
                    <a:pt x="71423" y="3827"/>
                  </a:lnTo>
                  <a:lnTo>
                    <a:pt x="81210" y="0"/>
                  </a:lnTo>
                  <a:lnTo>
                    <a:pt x="86459" y="14495"/>
                  </a:lnTo>
                  <a:lnTo>
                    <a:pt x="94350" y="10194"/>
                  </a:lnTo>
                  <a:lnTo>
                    <a:pt x="108336" y="5181"/>
                  </a:lnTo>
                  <a:lnTo>
                    <a:pt x="123542" y="12564"/>
                  </a:lnTo>
                  <a:lnTo>
                    <a:pt x="129469" y="23774"/>
                  </a:lnTo>
                  <a:lnTo>
                    <a:pt x="144708" y="30920"/>
                  </a:lnTo>
                  <a:lnTo>
                    <a:pt x="156562" y="22419"/>
                  </a:lnTo>
                  <a:lnTo>
                    <a:pt x="172411" y="21132"/>
                  </a:lnTo>
                  <a:lnTo>
                    <a:pt x="195609" y="29870"/>
                  </a:lnTo>
                  <a:lnTo>
                    <a:pt x="204583" y="78027"/>
                  </a:lnTo>
                  <a:lnTo>
                    <a:pt x="190292" y="106474"/>
                  </a:lnTo>
                  <a:lnTo>
                    <a:pt x="181487" y="144743"/>
                  </a:lnTo>
                  <a:lnTo>
                    <a:pt x="196151" y="173901"/>
                  </a:lnTo>
                  <a:lnTo>
                    <a:pt x="194627" y="187278"/>
                  </a:lnTo>
                  <a:lnTo>
                    <a:pt x="179218" y="187617"/>
                  </a:lnTo>
                  <a:lnTo>
                    <a:pt x="155579" y="180979"/>
                  </a:lnTo>
                  <a:lnTo>
                    <a:pt x="133872" y="181385"/>
                  </a:lnTo>
                  <a:lnTo>
                    <a:pt x="93774" y="187278"/>
                  </a:lnTo>
                  <a:lnTo>
                    <a:pt x="70237" y="197065"/>
                  </a:lnTo>
                  <a:lnTo>
                    <a:pt x="36711" y="209494"/>
                  </a:lnTo>
                  <a:lnTo>
                    <a:pt x="30174" y="208580"/>
                  </a:lnTo>
                  <a:lnTo>
                    <a:pt x="32782" y="180708"/>
                  </a:lnTo>
                  <a:lnTo>
                    <a:pt x="35999" y="176475"/>
                  </a:lnTo>
                  <a:lnTo>
                    <a:pt x="34983" y="163132"/>
                  </a:lnTo>
                  <a:lnTo>
                    <a:pt x="20624" y="148942"/>
                  </a:lnTo>
                  <a:lnTo>
                    <a:pt x="9889" y="146673"/>
                  </a:lnTo>
                  <a:lnTo>
                    <a:pt x="0" y="137360"/>
                  </a:lnTo>
                  <a:lnTo>
                    <a:pt x="7383" y="122323"/>
                  </a:lnTo>
                  <a:lnTo>
                    <a:pt x="3996" y="105966"/>
                  </a:lnTo>
                  <a:lnTo>
                    <a:pt x="5554" y="96111"/>
                  </a:lnTo>
                  <a:lnTo>
                    <a:pt x="10904" y="96078"/>
                  </a:lnTo>
                  <a:lnTo>
                    <a:pt x="12903" y="81312"/>
                  </a:lnTo>
                  <a:lnTo>
                    <a:pt x="10295" y="74776"/>
                  </a:lnTo>
                  <a:lnTo>
                    <a:pt x="13546" y="70068"/>
                  </a:lnTo>
                  <a:lnTo>
                    <a:pt x="26110" y="65971"/>
                  </a:lnTo>
                  <a:lnTo>
                    <a:pt x="17746" y="38878"/>
                  </a:lnTo>
                  <a:lnTo>
                    <a:pt x="9923" y="24858"/>
                  </a:lnTo>
                  <a:lnTo>
                    <a:pt x="12666" y="13377"/>
                  </a:lnTo>
                  <a:lnTo>
                    <a:pt x="19405" y="1073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5" name="Forma libre: forma 64">
              <a:extLst>
                <a:ext uri="{FF2B5EF4-FFF2-40B4-BE49-F238E27FC236}">
                  <a16:creationId xmlns:a16="http://schemas.microsoft.com/office/drawing/2014/main" id="{94CB24A4-D105-E0A9-040F-120FE28573E4}"/>
                </a:ext>
              </a:extLst>
            </p:cNvPr>
            <p:cNvSpPr/>
            <p:nvPr/>
          </p:nvSpPr>
          <p:spPr>
            <a:xfrm>
              <a:off x="5583457" y="3002764"/>
              <a:ext cx="247152" cy="178709"/>
            </a:xfrm>
            <a:custGeom>
              <a:avLst/>
              <a:gdLst>
                <a:gd name="csX0" fmla="*/ 48428 w 247152"/>
                <a:gd name="csY0" fmla="*/ 0 h 178709"/>
                <a:gd name="csX1" fmla="*/ 64752 w 247152"/>
                <a:gd name="csY1" fmla="*/ 339 h 178709"/>
                <a:gd name="csX2" fmla="*/ 89101 w 247152"/>
                <a:gd name="csY2" fmla="*/ 8602 h 178709"/>
                <a:gd name="csX3" fmla="*/ 96551 w 247152"/>
                <a:gd name="csY3" fmla="*/ 7857 h 178709"/>
                <a:gd name="csX4" fmla="*/ 99092 w 247152"/>
                <a:gd name="csY4" fmla="*/ 4064 h 178709"/>
                <a:gd name="csX5" fmla="*/ 117582 w 247152"/>
                <a:gd name="csY5" fmla="*/ 6739 h 178709"/>
                <a:gd name="csX6" fmla="*/ 122459 w 247152"/>
                <a:gd name="csY6" fmla="*/ 4843 h 178709"/>
                <a:gd name="csX7" fmla="*/ 124423 w 247152"/>
                <a:gd name="csY7" fmla="*/ 17238 h 178709"/>
                <a:gd name="csX8" fmla="*/ 129774 w 247152"/>
                <a:gd name="csY8" fmla="*/ 17204 h 178709"/>
                <a:gd name="csX9" fmla="*/ 138613 w 247152"/>
                <a:gd name="csY9" fmla="*/ 12700 h 178709"/>
                <a:gd name="csX10" fmla="*/ 144235 w 247152"/>
                <a:gd name="csY10" fmla="*/ 13817 h 178709"/>
                <a:gd name="csX11" fmla="*/ 153649 w 247152"/>
                <a:gd name="csY11" fmla="*/ 22419 h 178709"/>
                <a:gd name="csX12" fmla="*/ 168144 w 247152"/>
                <a:gd name="csY12" fmla="*/ 25128 h 178709"/>
                <a:gd name="csX13" fmla="*/ 177423 w 247152"/>
                <a:gd name="csY13" fmla="*/ 17813 h 178709"/>
                <a:gd name="csX14" fmla="*/ 188362 w 247152"/>
                <a:gd name="csY14" fmla="*/ 13275 h 178709"/>
                <a:gd name="csX15" fmla="*/ 196490 w 247152"/>
                <a:gd name="csY15" fmla="*/ 8534 h 178709"/>
                <a:gd name="csX16" fmla="*/ 203297 w 247152"/>
                <a:gd name="csY16" fmla="*/ 9415 h 178709"/>
                <a:gd name="csX17" fmla="*/ 210815 w 247152"/>
                <a:gd name="csY17" fmla="*/ 16865 h 178709"/>
                <a:gd name="csX18" fmla="*/ 214845 w 247152"/>
                <a:gd name="csY18" fmla="*/ 26178 h 178709"/>
                <a:gd name="csX19" fmla="*/ 228730 w 247152"/>
                <a:gd name="csY19" fmla="*/ 40368 h 178709"/>
                <a:gd name="csX20" fmla="*/ 221788 w 247152"/>
                <a:gd name="csY20" fmla="*/ 49105 h 178709"/>
                <a:gd name="csX21" fmla="*/ 220467 w 247152"/>
                <a:gd name="csY21" fmla="*/ 60112 h 178709"/>
                <a:gd name="csX22" fmla="*/ 227680 w 247152"/>
                <a:gd name="csY22" fmla="*/ 56793 h 178709"/>
                <a:gd name="csX23" fmla="*/ 231913 w 247152"/>
                <a:gd name="csY23" fmla="*/ 60721 h 178709"/>
                <a:gd name="csX24" fmla="*/ 230118 w 247152"/>
                <a:gd name="csY24" fmla="*/ 70813 h 178709"/>
                <a:gd name="csX25" fmla="*/ 240448 w 247152"/>
                <a:gd name="csY25" fmla="*/ 80567 h 178709"/>
                <a:gd name="csX26" fmla="*/ 233708 w 247152"/>
                <a:gd name="csY26" fmla="*/ 83208 h 178709"/>
                <a:gd name="csX27" fmla="*/ 230965 w 247152"/>
                <a:gd name="csY27" fmla="*/ 94689 h 178709"/>
                <a:gd name="csX28" fmla="*/ 238788 w 247152"/>
                <a:gd name="csY28" fmla="*/ 108709 h 178709"/>
                <a:gd name="csX29" fmla="*/ 247153 w 247152"/>
                <a:gd name="csY29" fmla="*/ 135802 h 178709"/>
                <a:gd name="csX30" fmla="*/ 234589 w 247152"/>
                <a:gd name="csY30" fmla="*/ 139900 h 178709"/>
                <a:gd name="csX31" fmla="*/ 231338 w 247152"/>
                <a:gd name="csY31" fmla="*/ 144607 h 178709"/>
                <a:gd name="csX32" fmla="*/ 233945 w 247152"/>
                <a:gd name="csY32" fmla="*/ 151143 h 178709"/>
                <a:gd name="csX33" fmla="*/ 231947 w 247152"/>
                <a:gd name="csY33" fmla="*/ 165909 h 178709"/>
                <a:gd name="csX34" fmla="*/ 226597 w 247152"/>
                <a:gd name="csY34" fmla="*/ 165943 h 178709"/>
                <a:gd name="csX35" fmla="*/ 217012 w 247152"/>
                <a:gd name="csY35" fmla="*/ 165062 h 178709"/>
                <a:gd name="csX36" fmla="*/ 210104 w 247152"/>
                <a:gd name="csY36" fmla="*/ 178710 h 178709"/>
                <a:gd name="csX37" fmla="*/ 200520 w 247152"/>
                <a:gd name="csY37" fmla="*/ 178540 h 178709"/>
                <a:gd name="csX38" fmla="*/ 193950 w 247152"/>
                <a:gd name="csY38" fmla="*/ 171327 h 178709"/>
                <a:gd name="csX39" fmla="*/ 196185 w 247152"/>
                <a:gd name="csY39" fmla="*/ 157713 h 178709"/>
                <a:gd name="csX40" fmla="*/ 182029 w 247152"/>
                <a:gd name="csY40" fmla="*/ 136987 h 178709"/>
                <a:gd name="csX41" fmla="*/ 173156 w 247152"/>
                <a:gd name="csY41" fmla="*/ 140780 h 178709"/>
                <a:gd name="csX42" fmla="*/ 165943 w 247152"/>
                <a:gd name="csY42" fmla="*/ 141559 h 178709"/>
                <a:gd name="csX43" fmla="*/ 156629 w 247152"/>
                <a:gd name="csY43" fmla="*/ 143489 h 178709"/>
                <a:gd name="csX44" fmla="*/ 157002 w 247152"/>
                <a:gd name="csY44" fmla="*/ 131061 h 178709"/>
                <a:gd name="csX45" fmla="*/ 151550 w 247152"/>
                <a:gd name="csY45" fmla="*/ 122222 h 178709"/>
                <a:gd name="csX46" fmla="*/ 152667 w 247152"/>
                <a:gd name="csY46" fmla="*/ 112367 h 178709"/>
                <a:gd name="csX47" fmla="*/ 145318 w 247152"/>
                <a:gd name="csY47" fmla="*/ 98143 h 178709"/>
                <a:gd name="csX48" fmla="*/ 135904 w 247152"/>
                <a:gd name="csY48" fmla="*/ 86019 h 178709"/>
                <a:gd name="csX49" fmla="*/ 108811 w 247152"/>
                <a:gd name="csY49" fmla="*/ 85985 h 178709"/>
                <a:gd name="csX50" fmla="*/ 100921 w 247152"/>
                <a:gd name="csY50" fmla="*/ 92352 h 178709"/>
                <a:gd name="csX51" fmla="*/ 91574 w 247152"/>
                <a:gd name="csY51" fmla="*/ 93131 h 178709"/>
                <a:gd name="csX52" fmla="*/ 85782 w 247152"/>
                <a:gd name="csY52" fmla="*/ 100446 h 178709"/>
                <a:gd name="csX53" fmla="*/ 81888 w 247152"/>
                <a:gd name="csY53" fmla="*/ 109827 h 178709"/>
                <a:gd name="csX54" fmla="*/ 63770 w 247152"/>
                <a:gd name="csY54" fmla="*/ 124728 h 178709"/>
                <a:gd name="csX55" fmla="*/ 48936 w 247152"/>
                <a:gd name="csY55" fmla="*/ 104679 h 178709"/>
                <a:gd name="csX56" fmla="*/ 35762 w 247152"/>
                <a:gd name="csY56" fmla="*/ 91438 h 178709"/>
                <a:gd name="csX57" fmla="*/ 27093 w 247152"/>
                <a:gd name="csY57" fmla="*/ 87035 h 178709"/>
                <a:gd name="csX58" fmla="*/ 18626 w 247152"/>
                <a:gd name="csY58" fmla="*/ 80330 h 178709"/>
                <a:gd name="csX59" fmla="*/ 14800 w 247152"/>
                <a:gd name="csY59" fmla="*/ 65361 h 178709"/>
                <a:gd name="csX60" fmla="*/ 9821 w 247152"/>
                <a:gd name="csY60" fmla="*/ 57877 h 178709"/>
                <a:gd name="csX61" fmla="*/ 0 w 247152"/>
                <a:gd name="csY61" fmla="*/ 52356 h 178709"/>
                <a:gd name="csX62" fmla="*/ 15036 w 247152"/>
                <a:gd name="csY62" fmla="*/ 35830 h 178709"/>
                <a:gd name="csX63" fmla="*/ 25332 w 247152"/>
                <a:gd name="csY63" fmla="*/ 36473 h 178709"/>
                <a:gd name="csX64" fmla="*/ 34171 w 247152"/>
                <a:gd name="csY64" fmla="*/ 30784 h 178709"/>
                <a:gd name="csX65" fmla="*/ 41621 w 247152"/>
                <a:gd name="csY65" fmla="*/ 30716 h 178709"/>
                <a:gd name="csX66" fmla="*/ 46972 w 247152"/>
                <a:gd name="csY66" fmla="*/ 26246 h 178709"/>
                <a:gd name="csX67" fmla="*/ 44093 w 247152"/>
                <a:gd name="csY67" fmla="*/ 15003 h 178709"/>
                <a:gd name="csX68" fmla="*/ 47785 w 247152"/>
                <a:gd name="csY68" fmla="*/ 11480 h 178709"/>
                <a:gd name="csX69" fmla="*/ 48428 w 247152"/>
                <a:gd name="csY69" fmla="*/ 0 h 1787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247152" h="178709">
                  <a:moveTo>
                    <a:pt x="48428" y="0"/>
                  </a:moveTo>
                  <a:lnTo>
                    <a:pt x="64752" y="339"/>
                  </a:lnTo>
                  <a:lnTo>
                    <a:pt x="89101" y="8602"/>
                  </a:lnTo>
                  <a:lnTo>
                    <a:pt x="96551" y="7857"/>
                  </a:lnTo>
                  <a:lnTo>
                    <a:pt x="99092" y="4064"/>
                  </a:lnTo>
                  <a:lnTo>
                    <a:pt x="117582" y="6739"/>
                  </a:lnTo>
                  <a:lnTo>
                    <a:pt x="122459" y="4843"/>
                  </a:lnTo>
                  <a:lnTo>
                    <a:pt x="124423" y="17238"/>
                  </a:lnTo>
                  <a:lnTo>
                    <a:pt x="129774" y="17204"/>
                  </a:lnTo>
                  <a:lnTo>
                    <a:pt x="138613" y="12700"/>
                  </a:lnTo>
                  <a:lnTo>
                    <a:pt x="144235" y="13817"/>
                  </a:lnTo>
                  <a:lnTo>
                    <a:pt x="153649" y="22419"/>
                  </a:lnTo>
                  <a:lnTo>
                    <a:pt x="168144" y="25128"/>
                  </a:lnTo>
                  <a:lnTo>
                    <a:pt x="177423" y="17813"/>
                  </a:lnTo>
                  <a:lnTo>
                    <a:pt x="188362" y="13275"/>
                  </a:lnTo>
                  <a:lnTo>
                    <a:pt x="196490" y="8534"/>
                  </a:lnTo>
                  <a:lnTo>
                    <a:pt x="203297" y="9415"/>
                  </a:lnTo>
                  <a:lnTo>
                    <a:pt x="210815" y="16865"/>
                  </a:lnTo>
                  <a:lnTo>
                    <a:pt x="214845" y="26178"/>
                  </a:lnTo>
                  <a:lnTo>
                    <a:pt x="228730" y="40368"/>
                  </a:lnTo>
                  <a:lnTo>
                    <a:pt x="221788" y="49105"/>
                  </a:lnTo>
                  <a:lnTo>
                    <a:pt x="220467" y="60112"/>
                  </a:lnTo>
                  <a:lnTo>
                    <a:pt x="227680" y="56793"/>
                  </a:lnTo>
                  <a:lnTo>
                    <a:pt x="231913" y="60721"/>
                  </a:lnTo>
                  <a:lnTo>
                    <a:pt x="230118" y="70813"/>
                  </a:lnTo>
                  <a:lnTo>
                    <a:pt x="240448" y="80567"/>
                  </a:lnTo>
                  <a:lnTo>
                    <a:pt x="233708" y="83208"/>
                  </a:lnTo>
                  <a:lnTo>
                    <a:pt x="230965" y="94689"/>
                  </a:lnTo>
                  <a:lnTo>
                    <a:pt x="238788" y="108709"/>
                  </a:lnTo>
                  <a:lnTo>
                    <a:pt x="247153" y="135802"/>
                  </a:lnTo>
                  <a:lnTo>
                    <a:pt x="234589" y="139900"/>
                  </a:lnTo>
                  <a:lnTo>
                    <a:pt x="231338" y="144607"/>
                  </a:lnTo>
                  <a:lnTo>
                    <a:pt x="233945" y="151143"/>
                  </a:lnTo>
                  <a:lnTo>
                    <a:pt x="231947" y="165909"/>
                  </a:lnTo>
                  <a:lnTo>
                    <a:pt x="226597" y="165943"/>
                  </a:lnTo>
                  <a:lnTo>
                    <a:pt x="217012" y="165062"/>
                  </a:lnTo>
                  <a:lnTo>
                    <a:pt x="210104" y="178710"/>
                  </a:lnTo>
                  <a:lnTo>
                    <a:pt x="200520" y="178540"/>
                  </a:lnTo>
                  <a:lnTo>
                    <a:pt x="193950" y="171327"/>
                  </a:lnTo>
                  <a:lnTo>
                    <a:pt x="196185" y="157713"/>
                  </a:lnTo>
                  <a:lnTo>
                    <a:pt x="182029" y="136987"/>
                  </a:lnTo>
                  <a:lnTo>
                    <a:pt x="173156" y="140780"/>
                  </a:lnTo>
                  <a:lnTo>
                    <a:pt x="165943" y="141559"/>
                  </a:lnTo>
                  <a:lnTo>
                    <a:pt x="156629" y="143489"/>
                  </a:lnTo>
                  <a:lnTo>
                    <a:pt x="157002" y="131061"/>
                  </a:lnTo>
                  <a:lnTo>
                    <a:pt x="151550" y="122222"/>
                  </a:lnTo>
                  <a:lnTo>
                    <a:pt x="152667" y="112367"/>
                  </a:lnTo>
                  <a:lnTo>
                    <a:pt x="145318" y="98143"/>
                  </a:lnTo>
                  <a:lnTo>
                    <a:pt x="135904" y="86019"/>
                  </a:lnTo>
                  <a:lnTo>
                    <a:pt x="108811" y="85985"/>
                  </a:lnTo>
                  <a:lnTo>
                    <a:pt x="100921" y="92352"/>
                  </a:lnTo>
                  <a:lnTo>
                    <a:pt x="91574" y="93131"/>
                  </a:lnTo>
                  <a:lnTo>
                    <a:pt x="85782" y="100446"/>
                  </a:lnTo>
                  <a:lnTo>
                    <a:pt x="81888" y="109827"/>
                  </a:lnTo>
                  <a:lnTo>
                    <a:pt x="63770" y="124728"/>
                  </a:lnTo>
                  <a:lnTo>
                    <a:pt x="48936" y="104679"/>
                  </a:lnTo>
                  <a:lnTo>
                    <a:pt x="35762" y="91438"/>
                  </a:lnTo>
                  <a:lnTo>
                    <a:pt x="27093" y="87035"/>
                  </a:lnTo>
                  <a:lnTo>
                    <a:pt x="18626" y="80330"/>
                  </a:lnTo>
                  <a:lnTo>
                    <a:pt x="14800" y="65361"/>
                  </a:lnTo>
                  <a:lnTo>
                    <a:pt x="9821" y="57877"/>
                  </a:lnTo>
                  <a:lnTo>
                    <a:pt x="0" y="52356"/>
                  </a:lnTo>
                  <a:lnTo>
                    <a:pt x="15036" y="35830"/>
                  </a:lnTo>
                  <a:lnTo>
                    <a:pt x="25332" y="36473"/>
                  </a:lnTo>
                  <a:lnTo>
                    <a:pt x="34171" y="30784"/>
                  </a:lnTo>
                  <a:lnTo>
                    <a:pt x="41621" y="30716"/>
                  </a:lnTo>
                  <a:lnTo>
                    <a:pt x="46972" y="26246"/>
                  </a:lnTo>
                  <a:lnTo>
                    <a:pt x="44093" y="15003"/>
                  </a:lnTo>
                  <a:lnTo>
                    <a:pt x="47785" y="11480"/>
                  </a:lnTo>
                  <a:lnTo>
                    <a:pt x="48428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6" name="Forma libre: forma 65">
              <a:extLst>
                <a:ext uri="{FF2B5EF4-FFF2-40B4-BE49-F238E27FC236}">
                  <a16:creationId xmlns:a16="http://schemas.microsoft.com/office/drawing/2014/main" id="{B29F5C54-D1C9-04F1-3214-800014832AAA}"/>
                </a:ext>
              </a:extLst>
            </p:cNvPr>
            <p:cNvSpPr/>
            <p:nvPr/>
          </p:nvSpPr>
          <p:spPr>
            <a:xfrm>
              <a:off x="5531067" y="3001342"/>
              <a:ext cx="100818" cy="53778"/>
            </a:xfrm>
            <a:custGeom>
              <a:avLst/>
              <a:gdLst>
                <a:gd name="csX0" fmla="*/ 0 w 100818"/>
                <a:gd name="csY0" fmla="*/ 8229 h 53778"/>
                <a:gd name="csX1" fmla="*/ 17915 w 100818"/>
                <a:gd name="csY1" fmla="*/ 2709 h 53778"/>
                <a:gd name="csX2" fmla="*/ 29125 w 100818"/>
                <a:gd name="csY2" fmla="*/ 3793 h 53778"/>
                <a:gd name="csX3" fmla="*/ 38234 w 100818"/>
                <a:gd name="csY3" fmla="*/ 0 h 53778"/>
                <a:gd name="csX4" fmla="*/ 100819 w 100818"/>
                <a:gd name="csY4" fmla="*/ 1422 h 53778"/>
                <a:gd name="csX5" fmla="*/ 100175 w 100818"/>
                <a:gd name="csY5" fmla="*/ 12903 h 53778"/>
                <a:gd name="csX6" fmla="*/ 96484 w 100818"/>
                <a:gd name="csY6" fmla="*/ 16425 h 53778"/>
                <a:gd name="csX7" fmla="*/ 99363 w 100818"/>
                <a:gd name="csY7" fmla="*/ 27668 h 53778"/>
                <a:gd name="csX8" fmla="*/ 94012 w 100818"/>
                <a:gd name="csY8" fmla="*/ 32139 h 53778"/>
                <a:gd name="csX9" fmla="*/ 86561 w 100818"/>
                <a:gd name="csY9" fmla="*/ 32206 h 53778"/>
                <a:gd name="csX10" fmla="*/ 77722 w 100818"/>
                <a:gd name="csY10" fmla="*/ 37896 h 53778"/>
                <a:gd name="csX11" fmla="*/ 67427 w 100818"/>
                <a:gd name="csY11" fmla="*/ 37252 h 53778"/>
                <a:gd name="csX12" fmla="*/ 52390 w 100818"/>
                <a:gd name="csY12" fmla="*/ 53779 h 53778"/>
                <a:gd name="csX13" fmla="*/ 34306 w 100818"/>
                <a:gd name="csY13" fmla="*/ 39623 h 53778"/>
                <a:gd name="csX14" fmla="*/ 20048 w 100818"/>
                <a:gd name="csY14" fmla="*/ 37354 h 53778"/>
                <a:gd name="csX15" fmla="*/ 12259 w 100818"/>
                <a:gd name="csY15" fmla="*/ 27804 h 53778"/>
                <a:gd name="csX16" fmla="*/ 12462 w 100818"/>
                <a:gd name="csY16" fmla="*/ 22656 h 53778"/>
                <a:gd name="csX17" fmla="*/ 2134 w 100818"/>
                <a:gd name="csY17" fmla="*/ 15477 h 53778"/>
                <a:gd name="csX18" fmla="*/ 0 w 100818"/>
                <a:gd name="csY18" fmla="*/ 8229 h 53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00818" h="53778">
                  <a:moveTo>
                    <a:pt x="0" y="8229"/>
                  </a:moveTo>
                  <a:lnTo>
                    <a:pt x="17915" y="2709"/>
                  </a:lnTo>
                  <a:lnTo>
                    <a:pt x="29125" y="3793"/>
                  </a:lnTo>
                  <a:lnTo>
                    <a:pt x="38234" y="0"/>
                  </a:lnTo>
                  <a:lnTo>
                    <a:pt x="100819" y="1422"/>
                  </a:lnTo>
                  <a:lnTo>
                    <a:pt x="100175" y="12903"/>
                  </a:lnTo>
                  <a:lnTo>
                    <a:pt x="96484" y="16425"/>
                  </a:lnTo>
                  <a:lnTo>
                    <a:pt x="99363" y="27668"/>
                  </a:lnTo>
                  <a:lnTo>
                    <a:pt x="94012" y="32139"/>
                  </a:lnTo>
                  <a:lnTo>
                    <a:pt x="86561" y="32206"/>
                  </a:lnTo>
                  <a:lnTo>
                    <a:pt x="77722" y="37896"/>
                  </a:lnTo>
                  <a:lnTo>
                    <a:pt x="67427" y="37252"/>
                  </a:lnTo>
                  <a:lnTo>
                    <a:pt x="52390" y="53779"/>
                  </a:lnTo>
                  <a:lnTo>
                    <a:pt x="34306" y="39623"/>
                  </a:lnTo>
                  <a:lnTo>
                    <a:pt x="20048" y="37354"/>
                  </a:lnTo>
                  <a:lnTo>
                    <a:pt x="12259" y="27804"/>
                  </a:lnTo>
                  <a:lnTo>
                    <a:pt x="12462" y="22656"/>
                  </a:lnTo>
                  <a:lnTo>
                    <a:pt x="2134" y="15477"/>
                  </a:lnTo>
                  <a:lnTo>
                    <a:pt x="0" y="822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7" name="Forma libre: forma 66">
              <a:extLst>
                <a:ext uri="{FF2B5EF4-FFF2-40B4-BE49-F238E27FC236}">
                  <a16:creationId xmlns:a16="http://schemas.microsoft.com/office/drawing/2014/main" id="{462ABFE5-479F-67BA-CC05-9197F87B36D6}"/>
                </a:ext>
              </a:extLst>
            </p:cNvPr>
            <p:cNvSpPr/>
            <p:nvPr/>
          </p:nvSpPr>
          <p:spPr>
            <a:xfrm>
              <a:off x="5708456" y="3139751"/>
              <a:ext cx="132042" cy="141728"/>
            </a:xfrm>
            <a:custGeom>
              <a:avLst/>
              <a:gdLst>
                <a:gd name="csX0" fmla="*/ 101597 w 132042"/>
                <a:gd name="csY0" fmla="*/ 28955 h 141728"/>
                <a:gd name="csX1" fmla="*/ 100039 w 132042"/>
                <a:gd name="csY1" fmla="*/ 38810 h 141728"/>
                <a:gd name="csX2" fmla="*/ 103426 w 132042"/>
                <a:gd name="csY2" fmla="*/ 55167 h 141728"/>
                <a:gd name="csX3" fmla="*/ 96043 w 132042"/>
                <a:gd name="csY3" fmla="*/ 70204 h 141728"/>
                <a:gd name="csX4" fmla="*/ 105932 w 132042"/>
                <a:gd name="csY4" fmla="*/ 79517 h 141728"/>
                <a:gd name="csX5" fmla="*/ 116667 w 132042"/>
                <a:gd name="csY5" fmla="*/ 81786 h 141728"/>
                <a:gd name="csX6" fmla="*/ 131026 w 132042"/>
                <a:gd name="csY6" fmla="*/ 95976 h 141728"/>
                <a:gd name="csX7" fmla="*/ 132043 w 132042"/>
                <a:gd name="csY7" fmla="*/ 109319 h 141728"/>
                <a:gd name="csX8" fmla="*/ 128826 w 132042"/>
                <a:gd name="csY8" fmla="*/ 113552 h 141728"/>
                <a:gd name="csX9" fmla="*/ 126218 w 132042"/>
                <a:gd name="csY9" fmla="*/ 141424 h 141728"/>
                <a:gd name="csX10" fmla="*/ 117345 w 132042"/>
                <a:gd name="csY10" fmla="*/ 141728 h 141728"/>
                <a:gd name="csX11" fmla="*/ 82429 w 132042"/>
                <a:gd name="csY11" fmla="*/ 125608 h 141728"/>
                <a:gd name="csX12" fmla="*/ 51679 w 132042"/>
                <a:gd name="csY12" fmla="*/ 99803 h 141728"/>
                <a:gd name="csX13" fmla="*/ 22825 w 132042"/>
                <a:gd name="csY13" fmla="*/ 81278 h 141728"/>
                <a:gd name="csX14" fmla="*/ 0 w 132042"/>
                <a:gd name="csY14" fmla="*/ 59434 h 141728"/>
                <a:gd name="csX15" fmla="*/ 8094 w 132042"/>
                <a:gd name="csY15" fmla="*/ 48597 h 141728"/>
                <a:gd name="csX16" fmla="*/ 9889 w 132042"/>
                <a:gd name="csY16" fmla="*/ 38742 h 141728"/>
                <a:gd name="csX17" fmla="*/ 25162 w 132042"/>
                <a:gd name="csY17" fmla="*/ 20387 h 141728"/>
                <a:gd name="csX18" fmla="*/ 40944 w 132042"/>
                <a:gd name="csY18" fmla="*/ 4572 h 141728"/>
                <a:gd name="csX19" fmla="*/ 48157 w 132042"/>
                <a:gd name="csY19" fmla="*/ 3793 h 141728"/>
                <a:gd name="csX20" fmla="*/ 57030 w 132042"/>
                <a:gd name="csY20" fmla="*/ 0 h 141728"/>
                <a:gd name="csX21" fmla="*/ 71186 w 132042"/>
                <a:gd name="csY21" fmla="*/ 20726 h 141728"/>
                <a:gd name="csX22" fmla="*/ 68951 w 132042"/>
                <a:gd name="csY22" fmla="*/ 34340 h 141728"/>
                <a:gd name="csX23" fmla="*/ 75521 w 132042"/>
                <a:gd name="csY23" fmla="*/ 41553 h 141728"/>
                <a:gd name="csX24" fmla="*/ 85105 w 132042"/>
                <a:gd name="csY24" fmla="*/ 41723 h 141728"/>
                <a:gd name="csX25" fmla="*/ 92013 w 132042"/>
                <a:gd name="csY25" fmla="*/ 28075 h 141728"/>
                <a:gd name="csX26" fmla="*/ 101597 w 132042"/>
                <a:gd name="csY26" fmla="*/ 28955 h 141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32042" h="141728">
                  <a:moveTo>
                    <a:pt x="101597" y="28955"/>
                  </a:moveTo>
                  <a:lnTo>
                    <a:pt x="100039" y="38810"/>
                  </a:lnTo>
                  <a:lnTo>
                    <a:pt x="103426" y="55167"/>
                  </a:lnTo>
                  <a:lnTo>
                    <a:pt x="96043" y="70204"/>
                  </a:lnTo>
                  <a:lnTo>
                    <a:pt x="105932" y="79517"/>
                  </a:lnTo>
                  <a:lnTo>
                    <a:pt x="116667" y="81786"/>
                  </a:lnTo>
                  <a:lnTo>
                    <a:pt x="131026" y="95976"/>
                  </a:lnTo>
                  <a:lnTo>
                    <a:pt x="132043" y="109319"/>
                  </a:lnTo>
                  <a:lnTo>
                    <a:pt x="128826" y="113552"/>
                  </a:lnTo>
                  <a:lnTo>
                    <a:pt x="126218" y="141424"/>
                  </a:lnTo>
                  <a:lnTo>
                    <a:pt x="117345" y="141728"/>
                  </a:lnTo>
                  <a:lnTo>
                    <a:pt x="82429" y="125608"/>
                  </a:lnTo>
                  <a:lnTo>
                    <a:pt x="51679" y="99803"/>
                  </a:lnTo>
                  <a:lnTo>
                    <a:pt x="22825" y="81278"/>
                  </a:lnTo>
                  <a:lnTo>
                    <a:pt x="0" y="59434"/>
                  </a:lnTo>
                  <a:lnTo>
                    <a:pt x="8094" y="48597"/>
                  </a:lnTo>
                  <a:lnTo>
                    <a:pt x="9889" y="38742"/>
                  </a:lnTo>
                  <a:lnTo>
                    <a:pt x="25162" y="20387"/>
                  </a:lnTo>
                  <a:lnTo>
                    <a:pt x="40944" y="4572"/>
                  </a:lnTo>
                  <a:lnTo>
                    <a:pt x="48157" y="3793"/>
                  </a:lnTo>
                  <a:lnTo>
                    <a:pt x="57030" y="0"/>
                  </a:lnTo>
                  <a:lnTo>
                    <a:pt x="71186" y="20726"/>
                  </a:lnTo>
                  <a:lnTo>
                    <a:pt x="68951" y="34340"/>
                  </a:lnTo>
                  <a:lnTo>
                    <a:pt x="75521" y="41553"/>
                  </a:lnTo>
                  <a:lnTo>
                    <a:pt x="85105" y="41723"/>
                  </a:lnTo>
                  <a:lnTo>
                    <a:pt x="92013" y="28075"/>
                  </a:lnTo>
                  <a:lnTo>
                    <a:pt x="101597" y="2895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8" name="Forma libre: forma 67">
              <a:extLst>
                <a:ext uri="{FF2B5EF4-FFF2-40B4-BE49-F238E27FC236}">
                  <a16:creationId xmlns:a16="http://schemas.microsoft.com/office/drawing/2014/main" id="{A0EAE793-4399-6143-6E1D-B057045083A1}"/>
                </a:ext>
              </a:extLst>
            </p:cNvPr>
            <p:cNvSpPr/>
            <p:nvPr/>
          </p:nvSpPr>
          <p:spPr>
            <a:xfrm>
              <a:off x="5647227" y="3088750"/>
              <a:ext cx="102173" cy="110436"/>
            </a:xfrm>
            <a:custGeom>
              <a:avLst/>
              <a:gdLst>
                <a:gd name="csX0" fmla="*/ 0 w 102173"/>
                <a:gd name="csY0" fmla="*/ 38742 h 110436"/>
                <a:gd name="csX1" fmla="*/ 18118 w 102173"/>
                <a:gd name="csY1" fmla="*/ 23841 h 110436"/>
                <a:gd name="csX2" fmla="*/ 22013 w 102173"/>
                <a:gd name="csY2" fmla="*/ 14461 h 110436"/>
                <a:gd name="csX3" fmla="*/ 27804 w 102173"/>
                <a:gd name="csY3" fmla="*/ 7146 h 110436"/>
                <a:gd name="csX4" fmla="*/ 37151 w 102173"/>
                <a:gd name="csY4" fmla="*/ 6367 h 110436"/>
                <a:gd name="csX5" fmla="*/ 45041 w 102173"/>
                <a:gd name="csY5" fmla="*/ 0 h 110436"/>
                <a:gd name="csX6" fmla="*/ 72134 w 102173"/>
                <a:gd name="csY6" fmla="*/ 34 h 110436"/>
                <a:gd name="csX7" fmla="*/ 81549 w 102173"/>
                <a:gd name="csY7" fmla="*/ 12158 h 110436"/>
                <a:gd name="csX8" fmla="*/ 88898 w 102173"/>
                <a:gd name="csY8" fmla="*/ 26381 h 110436"/>
                <a:gd name="csX9" fmla="*/ 87780 w 102173"/>
                <a:gd name="csY9" fmla="*/ 36236 h 110436"/>
                <a:gd name="csX10" fmla="*/ 93232 w 102173"/>
                <a:gd name="csY10" fmla="*/ 45075 h 110436"/>
                <a:gd name="csX11" fmla="*/ 92860 w 102173"/>
                <a:gd name="csY11" fmla="*/ 57504 h 110436"/>
                <a:gd name="csX12" fmla="*/ 102173 w 102173"/>
                <a:gd name="csY12" fmla="*/ 55574 h 110436"/>
                <a:gd name="csX13" fmla="*/ 86392 w 102173"/>
                <a:gd name="csY13" fmla="*/ 71389 h 110436"/>
                <a:gd name="csX14" fmla="*/ 71118 w 102173"/>
                <a:gd name="csY14" fmla="*/ 89744 h 110436"/>
                <a:gd name="csX15" fmla="*/ 69323 w 102173"/>
                <a:gd name="csY15" fmla="*/ 99599 h 110436"/>
                <a:gd name="csX16" fmla="*/ 61229 w 102173"/>
                <a:gd name="csY16" fmla="*/ 110436 h 110436"/>
                <a:gd name="csX17" fmla="*/ 52120 w 102173"/>
                <a:gd name="csY17" fmla="*/ 107930 h 110436"/>
                <a:gd name="csX18" fmla="*/ 27736 w 102173"/>
                <a:gd name="csY18" fmla="*/ 94282 h 110436"/>
                <a:gd name="csX19" fmla="*/ 10092 w 102173"/>
                <a:gd name="csY19" fmla="*/ 76130 h 110436"/>
                <a:gd name="csX20" fmla="*/ 4166 w 102173"/>
                <a:gd name="csY20" fmla="*/ 63769 h 110436"/>
                <a:gd name="csX21" fmla="*/ 0 w 102173"/>
                <a:gd name="csY21" fmla="*/ 38742 h 11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02173" h="110436">
                  <a:moveTo>
                    <a:pt x="0" y="38742"/>
                  </a:moveTo>
                  <a:lnTo>
                    <a:pt x="18118" y="23841"/>
                  </a:lnTo>
                  <a:lnTo>
                    <a:pt x="22013" y="14461"/>
                  </a:lnTo>
                  <a:lnTo>
                    <a:pt x="27804" y="7146"/>
                  </a:lnTo>
                  <a:lnTo>
                    <a:pt x="37151" y="6367"/>
                  </a:lnTo>
                  <a:lnTo>
                    <a:pt x="45041" y="0"/>
                  </a:lnTo>
                  <a:lnTo>
                    <a:pt x="72134" y="34"/>
                  </a:lnTo>
                  <a:lnTo>
                    <a:pt x="81549" y="12158"/>
                  </a:lnTo>
                  <a:lnTo>
                    <a:pt x="88898" y="26381"/>
                  </a:lnTo>
                  <a:lnTo>
                    <a:pt x="87780" y="36236"/>
                  </a:lnTo>
                  <a:lnTo>
                    <a:pt x="93232" y="45075"/>
                  </a:lnTo>
                  <a:lnTo>
                    <a:pt x="92860" y="57504"/>
                  </a:lnTo>
                  <a:lnTo>
                    <a:pt x="102173" y="55574"/>
                  </a:lnTo>
                  <a:lnTo>
                    <a:pt x="86392" y="71389"/>
                  </a:lnTo>
                  <a:lnTo>
                    <a:pt x="71118" y="89744"/>
                  </a:lnTo>
                  <a:lnTo>
                    <a:pt x="69323" y="99599"/>
                  </a:lnTo>
                  <a:lnTo>
                    <a:pt x="61229" y="110436"/>
                  </a:lnTo>
                  <a:lnTo>
                    <a:pt x="52120" y="107930"/>
                  </a:lnTo>
                  <a:lnTo>
                    <a:pt x="27736" y="94282"/>
                  </a:lnTo>
                  <a:lnTo>
                    <a:pt x="10092" y="76130"/>
                  </a:lnTo>
                  <a:lnTo>
                    <a:pt x="4166" y="63769"/>
                  </a:lnTo>
                  <a:lnTo>
                    <a:pt x="0" y="3874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69" name="Forma libre: forma 68">
              <a:extLst>
                <a:ext uri="{FF2B5EF4-FFF2-40B4-BE49-F238E27FC236}">
                  <a16:creationId xmlns:a16="http://schemas.microsoft.com/office/drawing/2014/main" id="{21AEC9C1-C93A-8DF2-EF33-F9C5C6AB89A6}"/>
                </a:ext>
              </a:extLst>
            </p:cNvPr>
            <p:cNvSpPr/>
            <p:nvPr/>
          </p:nvSpPr>
          <p:spPr>
            <a:xfrm>
              <a:off x="5910567" y="2917084"/>
              <a:ext cx="259005" cy="186431"/>
            </a:xfrm>
            <a:custGeom>
              <a:avLst/>
              <a:gdLst>
                <a:gd name="csX0" fmla="*/ 2269 w 259005"/>
                <a:gd name="csY0" fmla="*/ 160693 h 186431"/>
                <a:gd name="csX1" fmla="*/ 0 w 259005"/>
                <a:gd name="csY1" fmla="*/ 141051 h 186431"/>
                <a:gd name="csX2" fmla="*/ 9245 w 259005"/>
                <a:gd name="csY2" fmla="*/ 126692 h 186431"/>
                <a:gd name="csX3" fmla="*/ 8466 w 259005"/>
                <a:gd name="csY3" fmla="*/ 115212 h 186431"/>
                <a:gd name="csX4" fmla="*/ 35356 w 259005"/>
                <a:gd name="csY4" fmla="*/ 87137 h 186431"/>
                <a:gd name="csX5" fmla="*/ 40334 w 259005"/>
                <a:gd name="csY5" fmla="*/ 63939 h 186431"/>
                <a:gd name="csX6" fmla="*/ 49613 w 259005"/>
                <a:gd name="csY6" fmla="*/ 55675 h 186431"/>
                <a:gd name="csX7" fmla="*/ 65971 w 259005"/>
                <a:gd name="csY7" fmla="*/ 60213 h 186431"/>
                <a:gd name="csX8" fmla="*/ 80160 w 259005"/>
                <a:gd name="csY8" fmla="*/ 53339 h 186431"/>
                <a:gd name="csX9" fmla="*/ 84766 w 259005"/>
                <a:gd name="csY9" fmla="*/ 44635 h 186431"/>
                <a:gd name="csX10" fmla="*/ 111046 w 259005"/>
                <a:gd name="csY10" fmla="*/ 29463 h 186431"/>
                <a:gd name="csX11" fmla="*/ 117514 w 259005"/>
                <a:gd name="csY11" fmla="*/ 18863 h 186431"/>
                <a:gd name="csX12" fmla="*/ 149179 w 259005"/>
                <a:gd name="csY12" fmla="*/ 4809 h 186431"/>
                <a:gd name="csX13" fmla="*/ 167805 w 259005"/>
                <a:gd name="csY13" fmla="*/ 0 h 186431"/>
                <a:gd name="csX14" fmla="*/ 176271 w 259005"/>
                <a:gd name="csY14" fmla="*/ 6502 h 186431"/>
                <a:gd name="csX15" fmla="*/ 197979 w 259005"/>
                <a:gd name="csY15" fmla="*/ 6333 h 186431"/>
                <a:gd name="csX16" fmla="*/ 195304 w 259005"/>
                <a:gd name="csY16" fmla="*/ 22758 h 186431"/>
                <a:gd name="csX17" fmla="*/ 199842 w 259005"/>
                <a:gd name="csY17" fmla="*/ 38167 h 186431"/>
                <a:gd name="csX18" fmla="*/ 218908 w 259005"/>
                <a:gd name="csY18" fmla="*/ 60281 h 186431"/>
                <a:gd name="csX19" fmla="*/ 219958 w 259005"/>
                <a:gd name="csY19" fmla="*/ 76672 h 186431"/>
                <a:gd name="csX20" fmla="*/ 259006 w 259005"/>
                <a:gd name="csY20" fmla="*/ 84360 h 186431"/>
                <a:gd name="csX21" fmla="*/ 258227 w 259005"/>
                <a:gd name="csY21" fmla="*/ 107558 h 186431"/>
                <a:gd name="csX22" fmla="*/ 250844 w 259005"/>
                <a:gd name="csY22" fmla="*/ 117684 h 186431"/>
                <a:gd name="csX23" fmla="*/ 234284 w 259005"/>
                <a:gd name="csY23" fmla="*/ 120833 h 186431"/>
                <a:gd name="csX24" fmla="*/ 227375 w 259005"/>
                <a:gd name="csY24" fmla="*/ 135633 h 186431"/>
                <a:gd name="csX25" fmla="*/ 215759 w 259005"/>
                <a:gd name="csY25" fmla="*/ 139493 h 186431"/>
                <a:gd name="csX26" fmla="*/ 186093 w 259005"/>
                <a:gd name="csY26" fmla="*/ 138748 h 186431"/>
                <a:gd name="csX27" fmla="*/ 170413 w 259005"/>
                <a:gd name="csY27" fmla="*/ 136073 h 186431"/>
                <a:gd name="csX28" fmla="*/ 159474 w 259005"/>
                <a:gd name="csY28" fmla="*/ 141525 h 186431"/>
                <a:gd name="csX29" fmla="*/ 144539 w 259005"/>
                <a:gd name="csY29" fmla="*/ 139053 h 186431"/>
                <a:gd name="csX30" fmla="*/ 85714 w 259005"/>
                <a:gd name="csY30" fmla="*/ 140645 h 186431"/>
                <a:gd name="csX31" fmla="*/ 84901 w 259005"/>
                <a:gd name="csY31" fmla="*/ 159881 h 186431"/>
                <a:gd name="csX32" fmla="*/ 89541 w 259005"/>
                <a:gd name="csY32" fmla="*/ 185381 h 186431"/>
                <a:gd name="csX33" fmla="*/ 66343 w 259005"/>
                <a:gd name="csY33" fmla="*/ 176644 h 186431"/>
                <a:gd name="csX34" fmla="*/ 50494 w 259005"/>
                <a:gd name="csY34" fmla="*/ 177931 h 186431"/>
                <a:gd name="csX35" fmla="*/ 38641 w 259005"/>
                <a:gd name="csY35" fmla="*/ 186431 h 186431"/>
                <a:gd name="csX36" fmla="*/ 23401 w 259005"/>
                <a:gd name="csY36" fmla="*/ 179286 h 186431"/>
                <a:gd name="csX37" fmla="*/ 17474 w 259005"/>
                <a:gd name="csY37" fmla="*/ 168076 h 186431"/>
                <a:gd name="csX38" fmla="*/ 2269 w 259005"/>
                <a:gd name="csY38" fmla="*/ 160693 h 186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259005" h="186431">
                  <a:moveTo>
                    <a:pt x="2269" y="160693"/>
                  </a:moveTo>
                  <a:lnTo>
                    <a:pt x="0" y="141051"/>
                  </a:lnTo>
                  <a:lnTo>
                    <a:pt x="9245" y="126692"/>
                  </a:lnTo>
                  <a:lnTo>
                    <a:pt x="8466" y="115212"/>
                  </a:lnTo>
                  <a:lnTo>
                    <a:pt x="35356" y="87137"/>
                  </a:lnTo>
                  <a:lnTo>
                    <a:pt x="40334" y="63939"/>
                  </a:lnTo>
                  <a:lnTo>
                    <a:pt x="49613" y="55675"/>
                  </a:lnTo>
                  <a:lnTo>
                    <a:pt x="65971" y="60213"/>
                  </a:lnTo>
                  <a:lnTo>
                    <a:pt x="80160" y="53339"/>
                  </a:lnTo>
                  <a:lnTo>
                    <a:pt x="84766" y="44635"/>
                  </a:lnTo>
                  <a:lnTo>
                    <a:pt x="111046" y="29463"/>
                  </a:lnTo>
                  <a:lnTo>
                    <a:pt x="117514" y="18863"/>
                  </a:lnTo>
                  <a:lnTo>
                    <a:pt x="149179" y="4809"/>
                  </a:lnTo>
                  <a:lnTo>
                    <a:pt x="167805" y="0"/>
                  </a:lnTo>
                  <a:lnTo>
                    <a:pt x="176271" y="6502"/>
                  </a:lnTo>
                  <a:lnTo>
                    <a:pt x="197979" y="6333"/>
                  </a:lnTo>
                  <a:lnTo>
                    <a:pt x="195304" y="22758"/>
                  </a:lnTo>
                  <a:lnTo>
                    <a:pt x="199842" y="38167"/>
                  </a:lnTo>
                  <a:lnTo>
                    <a:pt x="218908" y="60281"/>
                  </a:lnTo>
                  <a:lnTo>
                    <a:pt x="219958" y="76672"/>
                  </a:lnTo>
                  <a:lnTo>
                    <a:pt x="259006" y="84360"/>
                  </a:lnTo>
                  <a:lnTo>
                    <a:pt x="258227" y="107558"/>
                  </a:lnTo>
                  <a:lnTo>
                    <a:pt x="250844" y="117684"/>
                  </a:lnTo>
                  <a:lnTo>
                    <a:pt x="234284" y="120833"/>
                  </a:lnTo>
                  <a:lnTo>
                    <a:pt x="227375" y="135633"/>
                  </a:lnTo>
                  <a:lnTo>
                    <a:pt x="215759" y="139493"/>
                  </a:lnTo>
                  <a:lnTo>
                    <a:pt x="186093" y="138748"/>
                  </a:lnTo>
                  <a:lnTo>
                    <a:pt x="170413" y="136073"/>
                  </a:lnTo>
                  <a:lnTo>
                    <a:pt x="159474" y="141525"/>
                  </a:lnTo>
                  <a:lnTo>
                    <a:pt x="144539" y="139053"/>
                  </a:lnTo>
                  <a:lnTo>
                    <a:pt x="85714" y="140645"/>
                  </a:lnTo>
                  <a:lnTo>
                    <a:pt x="84901" y="159881"/>
                  </a:lnTo>
                  <a:lnTo>
                    <a:pt x="89541" y="185381"/>
                  </a:lnTo>
                  <a:lnTo>
                    <a:pt x="66343" y="176644"/>
                  </a:lnTo>
                  <a:lnTo>
                    <a:pt x="50494" y="177931"/>
                  </a:lnTo>
                  <a:lnTo>
                    <a:pt x="38641" y="186431"/>
                  </a:lnTo>
                  <a:lnTo>
                    <a:pt x="23401" y="179286"/>
                  </a:lnTo>
                  <a:lnTo>
                    <a:pt x="17474" y="168076"/>
                  </a:lnTo>
                  <a:lnTo>
                    <a:pt x="2269" y="16069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0" name="Forma libre: forma 69">
              <a:extLst>
                <a:ext uri="{FF2B5EF4-FFF2-40B4-BE49-F238E27FC236}">
                  <a16:creationId xmlns:a16="http://schemas.microsoft.com/office/drawing/2014/main" id="{3F2A204D-4330-749F-D4C8-8A54A1CE73DE}"/>
                </a:ext>
              </a:extLst>
            </p:cNvPr>
            <p:cNvSpPr/>
            <p:nvPr/>
          </p:nvSpPr>
          <p:spPr>
            <a:xfrm>
              <a:off x="6585513" y="3051667"/>
              <a:ext cx="437376" cy="300525"/>
            </a:xfrm>
            <a:custGeom>
              <a:avLst/>
              <a:gdLst>
                <a:gd name="csX0" fmla="*/ 437377 w 437376"/>
                <a:gd name="csY0" fmla="*/ 200079 h 300525"/>
                <a:gd name="csX1" fmla="*/ 426202 w 437376"/>
                <a:gd name="csY1" fmla="*/ 203669 h 300525"/>
                <a:gd name="csX2" fmla="*/ 404493 w 437376"/>
                <a:gd name="csY2" fmla="*/ 202890 h 300525"/>
                <a:gd name="csX3" fmla="*/ 378992 w 437376"/>
                <a:gd name="csY3" fmla="*/ 199334 h 300525"/>
                <a:gd name="csX4" fmla="*/ 366428 w 437376"/>
                <a:gd name="csY4" fmla="*/ 202247 h 300525"/>
                <a:gd name="csX5" fmla="*/ 361348 w 437376"/>
                <a:gd name="csY5" fmla="*/ 210476 h 300525"/>
                <a:gd name="csX6" fmla="*/ 350376 w 437376"/>
                <a:gd name="csY6" fmla="*/ 211492 h 300525"/>
                <a:gd name="csX7" fmla="*/ 337033 w 437376"/>
                <a:gd name="csY7" fmla="*/ 204312 h 300525"/>
                <a:gd name="csX8" fmla="*/ 299306 w 437376"/>
                <a:gd name="csY8" fmla="*/ 221211 h 300525"/>
                <a:gd name="csX9" fmla="*/ 283863 w 437376"/>
                <a:gd name="csY9" fmla="*/ 217825 h 300525"/>
                <a:gd name="csX10" fmla="*/ 279224 w 437376"/>
                <a:gd name="csY10" fmla="*/ 220432 h 300525"/>
                <a:gd name="csX11" fmla="*/ 269098 w 437376"/>
                <a:gd name="csY11" fmla="*/ 240888 h 300525"/>
                <a:gd name="csX12" fmla="*/ 243834 w 437376"/>
                <a:gd name="csY12" fmla="*/ 234284 h 300525"/>
                <a:gd name="csX13" fmla="*/ 219078 w 437376"/>
                <a:gd name="csY13" fmla="*/ 230931 h 300525"/>
                <a:gd name="csX14" fmla="*/ 197505 w 437376"/>
                <a:gd name="csY14" fmla="*/ 218434 h 300525"/>
                <a:gd name="csX15" fmla="*/ 169634 w 437376"/>
                <a:gd name="csY15" fmla="*/ 206920 h 300525"/>
                <a:gd name="csX16" fmla="*/ 151482 w 437376"/>
                <a:gd name="csY16" fmla="*/ 217825 h 300525"/>
                <a:gd name="csX17" fmla="*/ 138308 w 437376"/>
                <a:gd name="csY17" fmla="*/ 235029 h 300525"/>
                <a:gd name="csX18" fmla="*/ 135260 w 437376"/>
                <a:gd name="csY18" fmla="*/ 258667 h 300525"/>
                <a:gd name="csX19" fmla="*/ 113484 w 437376"/>
                <a:gd name="csY19" fmla="*/ 256771 h 300525"/>
                <a:gd name="csX20" fmla="*/ 90557 w 437376"/>
                <a:gd name="csY20" fmla="*/ 251081 h 300525"/>
                <a:gd name="csX21" fmla="*/ 70373 w 437376"/>
                <a:gd name="csY21" fmla="*/ 269030 h 300525"/>
                <a:gd name="csX22" fmla="*/ 52628 w 437376"/>
                <a:gd name="csY22" fmla="*/ 300525 h 300525"/>
                <a:gd name="csX23" fmla="*/ 49038 w 437376"/>
                <a:gd name="csY23" fmla="*/ 290738 h 300525"/>
                <a:gd name="csX24" fmla="*/ 47548 w 437376"/>
                <a:gd name="csY24" fmla="*/ 275261 h 300525"/>
                <a:gd name="csX25" fmla="*/ 32037 w 437376"/>
                <a:gd name="csY25" fmla="*/ 264390 h 300525"/>
                <a:gd name="csX26" fmla="*/ 19540 w 437376"/>
                <a:gd name="csY26" fmla="*/ 246916 h 300525"/>
                <a:gd name="csX27" fmla="*/ 16662 w 437376"/>
                <a:gd name="csY27" fmla="*/ 234758 h 300525"/>
                <a:gd name="csX28" fmla="*/ 643 w 437376"/>
                <a:gd name="csY28" fmla="*/ 217046 h 300525"/>
                <a:gd name="csX29" fmla="*/ 3387 w 437376"/>
                <a:gd name="csY29" fmla="*/ 206954 h 300525"/>
                <a:gd name="csX30" fmla="*/ 0 w 437376"/>
                <a:gd name="csY30" fmla="*/ 192696 h 300525"/>
                <a:gd name="csX31" fmla="*/ 2642 w 437376"/>
                <a:gd name="csY31" fmla="*/ 166451 h 300525"/>
                <a:gd name="csX32" fmla="*/ 10769 w 437376"/>
                <a:gd name="csY32" fmla="*/ 160321 h 300525"/>
                <a:gd name="csX33" fmla="*/ 27770 w 437376"/>
                <a:gd name="csY33" fmla="*/ 125981 h 300525"/>
                <a:gd name="csX34" fmla="*/ 55777 w 437376"/>
                <a:gd name="csY34" fmla="*/ 123441 h 300525"/>
                <a:gd name="csX35" fmla="*/ 62042 w 437376"/>
                <a:gd name="csY35" fmla="*/ 114737 h 300525"/>
                <a:gd name="csX36" fmla="*/ 67630 w 437376"/>
                <a:gd name="csY36" fmla="*/ 115381 h 300525"/>
                <a:gd name="csX37" fmla="*/ 76096 w 437376"/>
                <a:gd name="csY37" fmla="*/ 123068 h 300525"/>
                <a:gd name="csX38" fmla="*/ 118733 w 437376"/>
                <a:gd name="csY38" fmla="*/ 110098 h 300525"/>
                <a:gd name="csX39" fmla="*/ 133127 w 437376"/>
                <a:gd name="csY39" fmla="*/ 96890 h 300525"/>
                <a:gd name="csX40" fmla="*/ 150770 w 437376"/>
                <a:gd name="csY40" fmla="*/ 85037 h 300525"/>
                <a:gd name="csX41" fmla="*/ 147418 w 437376"/>
                <a:gd name="csY41" fmla="*/ 73116 h 300525"/>
                <a:gd name="csX42" fmla="*/ 156968 w 437376"/>
                <a:gd name="csY42" fmla="*/ 70001 h 300525"/>
                <a:gd name="csX43" fmla="*/ 189682 w 437376"/>
                <a:gd name="csY43" fmla="*/ 72100 h 300525"/>
                <a:gd name="csX44" fmla="*/ 221550 w 437376"/>
                <a:gd name="csY44" fmla="*/ 56420 h 300525"/>
                <a:gd name="csX45" fmla="*/ 246035 w 437376"/>
                <a:gd name="csY45" fmla="*/ 19473 h 300525"/>
                <a:gd name="csX46" fmla="*/ 263205 w 437376"/>
                <a:gd name="csY46" fmla="*/ 5757 h 300525"/>
                <a:gd name="csX47" fmla="*/ 284642 w 437376"/>
                <a:gd name="csY47" fmla="*/ 0 h 300525"/>
                <a:gd name="csX48" fmla="*/ 288503 w 437376"/>
                <a:gd name="csY48" fmla="*/ 14495 h 300525"/>
                <a:gd name="csX49" fmla="*/ 308010 w 437376"/>
                <a:gd name="csY49" fmla="*/ 35661 h 300525"/>
                <a:gd name="csX50" fmla="*/ 308111 w 437376"/>
                <a:gd name="csY50" fmla="*/ 49478 h 300525"/>
                <a:gd name="csX51" fmla="*/ 302625 w 437376"/>
                <a:gd name="csY51" fmla="*/ 63566 h 300525"/>
                <a:gd name="csX52" fmla="*/ 304792 w 437376"/>
                <a:gd name="csY52" fmla="*/ 74098 h 300525"/>
                <a:gd name="csX53" fmla="*/ 316544 w 437376"/>
                <a:gd name="csY53" fmla="*/ 83852 h 300525"/>
                <a:gd name="csX54" fmla="*/ 342316 w 437376"/>
                <a:gd name="csY54" fmla="*/ 98651 h 300525"/>
                <a:gd name="csX55" fmla="*/ 360874 w 437376"/>
                <a:gd name="csY55" fmla="*/ 112333 h 300525"/>
                <a:gd name="csX56" fmla="*/ 361179 w 437376"/>
                <a:gd name="csY56" fmla="*/ 123339 h 300525"/>
                <a:gd name="csX57" fmla="*/ 383971 w 437376"/>
                <a:gd name="csY57" fmla="*/ 140983 h 300525"/>
                <a:gd name="csX58" fmla="*/ 398059 w 437376"/>
                <a:gd name="csY58" fmla="*/ 155614 h 300525"/>
                <a:gd name="csX59" fmla="*/ 406627 w 437376"/>
                <a:gd name="csY59" fmla="*/ 175933 h 300525"/>
                <a:gd name="csX60" fmla="*/ 431925 w 437376"/>
                <a:gd name="csY60" fmla="*/ 189344 h 300525"/>
                <a:gd name="csX61" fmla="*/ 437377 w 437376"/>
                <a:gd name="csY61" fmla="*/ 200079 h 300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</a:cxnLst>
              <a:rect l="l" t="t" r="r" b="b"/>
              <a:pathLst>
                <a:path w="437376" h="300525">
                  <a:moveTo>
                    <a:pt x="437377" y="200079"/>
                  </a:moveTo>
                  <a:lnTo>
                    <a:pt x="426202" y="203669"/>
                  </a:lnTo>
                  <a:lnTo>
                    <a:pt x="404493" y="202890"/>
                  </a:lnTo>
                  <a:lnTo>
                    <a:pt x="378992" y="199334"/>
                  </a:lnTo>
                  <a:lnTo>
                    <a:pt x="366428" y="202247"/>
                  </a:lnTo>
                  <a:lnTo>
                    <a:pt x="361348" y="210476"/>
                  </a:lnTo>
                  <a:lnTo>
                    <a:pt x="350376" y="211492"/>
                  </a:lnTo>
                  <a:lnTo>
                    <a:pt x="337033" y="204312"/>
                  </a:lnTo>
                  <a:lnTo>
                    <a:pt x="299306" y="221211"/>
                  </a:lnTo>
                  <a:lnTo>
                    <a:pt x="283863" y="217825"/>
                  </a:lnTo>
                  <a:lnTo>
                    <a:pt x="279224" y="220432"/>
                  </a:lnTo>
                  <a:lnTo>
                    <a:pt x="269098" y="240888"/>
                  </a:lnTo>
                  <a:lnTo>
                    <a:pt x="243834" y="234284"/>
                  </a:lnTo>
                  <a:lnTo>
                    <a:pt x="219078" y="230931"/>
                  </a:lnTo>
                  <a:lnTo>
                    <a:pt x="197505" y="218434"/>
                  </a:lnTo>
                  <a:lnTo>
                    <a:pt x="169634" y="206920"/>
                  </a:lnTo>
                  <a:lnTo>
                    <a:pt x="151482" y="217825"/>
                  </a:lnTo>
                  <a:lnTo>
                    <a:pt x="138308" y="235029"/>
                  </a:lnTo>
                  <a:lnTo>
                    <a:pt x="135260" y="258667"/>
                  </a:lnTo>
                  <a:lnTo>
                    <a:pt x="113484" y="256771"/>
                  </a:lnTo>
                  <a:lnTo>
                    <a:pt x="90557" y="251081"/>
                  </a:lnTo>
                  <a:lnTo>
                    <a:pt x="70373" y="269030"/>
                  </a:lnTo>
                  <a:lnTo>
                    <a:pt x="52628" y="300525"/>
                  </a:lnTo>
                  <a:lnTo>
                    <a:pt x="49038" y="290738"/>
                  </a:lnTo>
                  <a:lnTo>
                    <a:pt x="47548" y="275261"/>
                  </a:lnTo>
                  <a:lnTo>
                    <a:pt x="32037" y="264390"/>
                  </a:lnTo>
                  <a:lnTo>
                    <a:pt x="19540" y="246916"/>
                  </a:lnTo>
                  <a:lnTo>
                    <a:pt x="16662" y="234758"/>
                  </a:lnTo>
                  <a:lnTo>
                    <a:pt x="643" y="217046"/>
                  </a:lnTo>
                  <a:lnTo>
                    <a:pt x="3387" y="206954"/>
                  </a:lnTo>
                  <a:lnTo>
                    <a:pt x="0" y="192696"/>
                  </a:lnTo>
                  <a:lnTo>
                    <a:pt x="2642" y="166451"/>
                  </a:lnTo>
                  <a:lnTo>
                    <a:pt x="10769" y="160321"/>
                  </a:lnTo>
                  <a:lnTo>
                    <a:pt x="27770" y="125981"/>
                  </a:lnTo>
                  <a:lnTo>
                    <a:pt x="55777" y="123441"/>
                  </a:lnTo>
                  <a:lnTo>
                    <a:pt x="62042" y="114737"/>
                  </a:lnTo>
                  <a:lnTo>
                    <a:pt x="67630" y="115381"/>
                  </a:lnTo>
                  <a:lnTo>
                    <a:pt x="76096" y="123068"/>
                  </a:lnTo>
                  <a:lnTo>
                    <a:pt x="118733" y="110098"/>
                  </a:lnTo>
                  <a:lnTo>
                    <a:pt x="133127" y="96890"/>
                  </a:lnTo>
                  <a:lnTo>
                    <a:pt x="150770" y="85037"/>
                  </a:lnTo>
                  <a:lnTo>
                    <a:pt x="147418" y="73116"/>
                  </a:lnTo>
                  <a:lnTo>
                    <a:pt x="156968" y="70001"/>
                  </a:lnTo>
                  <a:lnTo>
                    <a:pt x="189682" y="72100"/>
                  </a:lnTo>
                  <a:lnTo>
                    <a:pt x="221550" y="56420"/>
                  </a:lnTo>
                  <a:lnTo>
                    <a:pt x="246035" y="19473"/>
                  </a:lnTo>
                  <a:lnTo>
                    <a:pt x="263205" y="5757"/>
                  </a:lnTo>
                  <a:lnTo>
                    <a:pt x="284642" y="0"/>
                  </a:lnTo>
                  <a:lnTo>
                    <a:pt x="288503" y="14495"/>
                  </a:lnTo>
                  <a:lnTo>
                    <a:pt x="308010" y="35661"/>
                  </a:lnTo>
                  <a:lnTo>
                    <a:pt x="308111" y="49478"/>
                  </a:lnTo>
                  <a:lnTo>
                    <a:pt x="302625" y="63566"/>
                  </a:lnTo>
                  <a:lnTo>
                    <a:pt x="304792" y="74098"/>
                  </a:lnTo>
                  <a:lnTo>
                    <a:pt x="316544" y="83852"/>
                  </a:lnTo>
                  <a:lnTo>
                    <a:pt x="342316" y="98651"/>
                  </a:lnTo>
                  <a:lnTo>
                    <a:pt x="360874" y="112333"/>
                  </a:lnTo>
                  <a:lnTo>
                    <a:pt x="361179" y="123339"/>
                  </a:lnTo>
                  <a:lnTo>
                    <a:pt x="383971" y="140983"/>
                  </a:lnTo>
                  <a:lnTo>
                    <a:pt x="398059" y="155614"/>
                  </a:lnTo>
                  <a:lnTo>
                    <a:pt x="406627" y="175933"/>
                  </a:lnTo>
                  <a:lnTo>
                    <a:pt x="431925" y="189344"/>
                  </a:lnTo>
                  <a:lnTo>
                    <a:pt x="437377" y="20007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1" name="Forma libre: forma 70">
              <a:extLst>
                <a:ext uri="{FF2B5EF4-FFF2-40B4-BE49-F238E27FC236}">
                  <a16:creationId xmlns:a16="http://schemas.microsoft.com/office/drawing/2014/main" id="{F8E45C87-9566-78A1-2FDA-A3790791953D}"/>
                </a:ext>
              </a:extLst>
            </p:cNvPr>
            <p:cNvSpPr/>
            <p:nvPr/>
          </p:nvSpPr>
          <p:spPr>
            <a:xfrm>
              <a:off x="6471554" y="3302748"/>
              <a:ext cx="249218" cy="296867"/>
            </a:xfrm>
            <a:custGeom>
              <a:avLst/>
              <a:gdLst>
                <a:gd name="csX0" fmla="*/ 249219 w 249218"/>
                <a:gd name="csY0" fmla="*/ 7586 h 296867"/>
                <a:gd name="csX1" fmla="*/ 247221 w 249218"/>
                <a:gd name="csY1" fmla="*/ 28041 h 296867"/>
                <a:gd name="csX2" fmla="*/ 237061 w 249218"/>
                <a:gd name="csY2" fmla="*/ 46125 h 296867"/>
                <a:gd name="csX3" fmla="*/ 230457 w 249218"/>
                <a:gd name="csY3" fmla="*/ 67258 h 296867"/>
                <a:gd name="csX4" fmla="*/ 226224 w 249218"/>
                <a:gd name="csY4" fmla="*/ 97262 h 296867"/>
                <a:gd name="csX5" fmla="*/ 228019 w 249218"/>
                <a:gd name="csY5" fmla="*/ 116464 h 296867"/>
                <a:gd name="csX6" fmla="*/ 222499 w 249218"/>
                <a:gd name="csY6" fmla="*/ 128216 h 296867"/>
                <a:gd name="csX7" fmla="*/ 221652 w 249218"/>
                <a:gd name="csY7" fmla="*/ 140645 h 296867"/>
                <a:gd name="csX8" fmla="*/ 217757 w 249218"/>
                <a:gd name="csY8" fmla="*/ 151448 h 296867"/>
                <a:gd name="csX9" fmla="*/ 195440 w 249218"/>
                <a:gd name="csY9" fmla="*/ 167771 h 296867"/>
                <a:gd name="csX10" fmla="*/ 179929 w 249218"/>
                <a:gd name="csY10" fmla="*/ 185212 h 296867"/>
                <a:gd name="csX11" fmla="*/ 165232 w 249218"/>
                <a:gd name="csY11" fmla="*/ 218096 h 296867"/>
                <a:gd name="csX12" fmla="*/ 166349 w 249218"/>
                <a:gd name="csY12" fmla="*/ 245967 h 296867"/>
                <a:gd name="csX13" fmla="*/ 157815 w 249218"/>
                <a:gd name="csY13" fmla="*/ 256805 h 296867"/>
                <a:gd name="csX14" fmla="*/ 138071 w 249218"/>
                <a:gd name="csY14" fmla="*/ 273365 h 296867"/>
                <a:gd name="csX15" fmla="*/ 118158 w 249218"/>
                <a:gd name="csY15" fmla="*/ 294565 h 296867"/>
                <a:gd name="csX16" fmla="*/ 105492 w 249218"/>
                <a:gd name="csY16" fmla="*/ 288571 h 296867"/>
                <a:gd name="csX17" fmla="*/ 103325 w 249218"/>
                <a:gd name="csY17" fmla="*/ 278987 h 296867"/>
                <a:gd name="csX18" fmla="*/ 84868 w 249218"/>
                <a:gd name="csY18" fmla="*/ 278648 h 296867"/>
                <a:gd name="csX19" fmla="*/ 73286 w 249218"/>
                <a:gd name="csY19" fmla="*/ 291619 h 296867"/>
                <a:gd name="csX20" fmla="*/ 64413 w 249218"/>
                <a:gd name="csY20" fmla="*/ 288164 h 296867"/>
                <a:gd name="csX21" fmla="*/ 51713 w 249218"/>
                <a:gd name="csY21" fmla="*/ 276548 h 296867"/>
                <a:gd name="csX22" fmla="*/ 41486 w 249218"/>
                <a:gd name="csY22" fmla="*/ 282238 h 296867"/>
                <a:gd name="csX23" fmla="*/ 27804 w 249218"/>
                <a:gd name="csY23" fmla="*/ 296868 h 296867"/>
                <a:gd name="csX24" fmla="*/ 0 w 249218"/>
                <a:gd name="csY24" fmla="*/ 261004 h 296867"/>
                <a:gd name="csX25" fmla="*/ 25772 w 249218"/>
                <a:gd name="csY25" fmla="*/ 242310 h 296867"/>
                <a:gd name="csX26" fmla="*/ 13005 w 249218"/>
                <a:gd name="csY26" fmla="*/ 219925 h 296867"/>
                <a:gd name="csX27" fmla="*/ 24621 w 249218"/>
                <a:gd name="csY27" fmla="*/ 211390 h 296867"/>
                <a:gd name="csX28" fmla="*/ 47480 w 249218"/>
                <a:gd name="csY28" fmla="*/ 207259 h 296867"/>
                <a:gd name="csX29" fmla="*/ 50155 w 249218"/>
                <a:gd name="csY29" fmla="*/ 192256 h 296867"/>
                <a:gd name="csX30" fmla="*/ 68274 w 249218"/>
                <a:gd name="csY30" fmla="*/ 208512 h 296867"/>
                <a:gd name="csX31" fmla="*/ 98143 w 249218"/>
                <a:gd name="csY31" fmla="*/ 209934 h 296867"/>
                <a:gd name="csX32" fmla="*/ 108540 w 249218"/>
                <a:gd name="csY32" fmla="*/ 193916 h 296867"/>
                <a:gd name="csX33" fmla="*/ 112807 w 249218"/>
                <a:gd name="csY33" fmla="*/ 171395 h 296867"/>
                <a:gd name="csX34" fmla="*/ 109116 w 249218"/>
                <a:gd name="csY34" fmla="*/ 144980 h 296867"/>
                <a:gd name="csX35" fmla="*/ 93097 w 249218"/>
                <a:gd name="csY35" fmla="*/ 124931 h 296867"/>
                <a:gd name="csX36" fmla="*/ 107761 w 249218"/>
                <a:gd name="csY36" fmla="*/ 85714 h 296867"/>
                <a:gd name="csX37" fmla="*/ 99328 w 249218"/>
                <a:gd name="csY37" fmla="*/ 78975 h 296867"/>
                <a:gd name="csX38" fmla="*/ 74133 w 249218"/>
                <a:gd name="csY38" fmla="*/ 81752 h 296867"/>
                <a:gd name="csX39" fmla="*/ 64650 w 249218"/>
                <a:gd name="csY39" fmla="*/ 64243 h 296867"/>
                <a:gd name="csX40" fmla="*/ 67122 w 249218"/>
                <a:gd name="csY40" fmla="*/ 49478 h 296867"/>
                <a:gd name="csX41" fmla="*/ 109861 w 249218"/>
                <a:gd name="csY41" fmla="*/ 50799 h 296867"/>
                <a:gd name="csX42" fmla="*/ 137224 w 249218"/>
                <a:gd name="csY42" fmla="*/ 59739 h 296867"/>
                <a:gd name="csX43" fmla="*/ 164148 w 249218"/>
                <a:gd name="csY43" fmla="*/ 67732 h 296867"/>
                <a:gd name="csX44" fmla="*/ 166586 w 249218"/>
                <a:gd name="csY44" fmla="*/ 49444 h 296867"/>
                <a:gd name="csX45" fmla="*/ 184332 w 249218"/>
                <a:gd name="csY45" fmla="*/ 17949 h 296867"/>
                <a:gd name="csX46" fmla="*/ 204516 w 249218"/>
                <a:gd name="csY46" fmla="*/ 0 h 296867"/>
                <a:gd name="csX47" fmla="*/ 227443 w 249218"/>
                <a:gd name="csY47" fmla="*/ 5689 h 296867"/>
                <a:gd name="csX48" fmla="*/ 249219 w 249218"/>
                <a:gd name="csY48" fmla="*/ 7586 h 2968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249218" h="296867">
                  <a:moveTo>
                    <a:pt x="249219" y="7586"/>
                  </a:moveTo>
                  <a:lnTo>
                    <a:pt x="247221" y="28041"/>
                  </a:lnTo>
                  <a:lnTo>
                    <a:pt x="237061" y="46125"/>
                  </a:lnTo>
                  <a:lnTo>
                    <a:pt x="230457" y="67258"/>
                  </a:lnTo>
                  <a:lnTo>
                    <a:pt x="226224" y="97262"/>
                  </a:lnTo>
                  <a:lnTo>
                    <a:pt x="228019" y="116464"/>
                  </a:lnTo>
                  <a:lnTo>
                    <a:pt x="222499" y="128216"/>
                  </a:lnTo>
                  <a:lnTo>
                    <a:pt x="221652" y="140645"/>
                  </a:lnTo>
                  <a:lnTo>
                    <a:pt x="217757" y="151448"/>
                  </a:lnTo>
                  <a:lnTo>
                    <a:pt x="195440" y="167771"/>
                  </a:lnTo>
                  <a:lnTo>
                    <a:pt x="179929" y="185212"/>
                  </a:lnTo>
                  <a:lnTo>
                    <a:pt x="165232" y="218096"/>
                  </a:lnTo>
                  <a:lnTo>
                    <a:pt x="166349" y="245967"/>
                  </a:lnTo>
                  <a:lnTo>
                    <a:pt x="157815" y="256805"/>
                  </a:lnTo>
                  <a:lnTo>
                    <a:pt x="138071" y="273365"/>
                  </a:lnTo>
                  <a:lnTo>
                    <a:pt x="118158" y="294565"/>
                  </a:lnTo>
                  <a:lnTo>
                    <a:pt x="105492" y="288571"/>
                  </a:lnTo>
                  <a:lnTo>
                    <a:pt x="103325" y="278987"/>
                  </a:lnTo>
                  <a:lnTo>
                    <a:pt x="84868" y="278648"/>
                  </a:lnTo>
                  <a:lnTo>
                    <a:pt x="73286" y="291619"/>
                  </a:lnTo>
                  <a:lnTo>
                    <a:pt x="64413" y="288164"/>
                  </a:lnTo>
                  <a:lnTo>
                    <a:pt x="51713" y="276548"/>
                  </a:lnTo>
                  <a:lnTo>
                    <a:pt x="41486" y="282238"/>
                  </a:lnTo>
                  <a:lnTo>
                    <a:pt x="27804" y="296868"/>
                  </a:lnTo>
                  <a:lnTo>
                    <a:pt x="0" y="261004"/>
                  </a:lnTo>
                  <a:lnTo>
                    <a:pt x="25772" y="242310"/>
                  </a:lnTo>
                  <a:lnTo>
                    <a:pt x="13005" y="219925"/>
                  </a:lnTo>
                  <a:lnTo>
                    <a:pt x="24621" y="211390"/>
                  </a:lnTo>
                  <a:lnTo>
                    <a:pt x="47480" y="207259"/>
                  </a:lnTo>
                  <a:lnTo>
                    <a:pt x="50155" y="192256"/>
                  </a:lnTo>
                  <a:lnTo>
                    <a:pt x="68274" y="208512"/>
                  </a:lnTo>
                  <a:lnTo>
                    <a:pt x="98143" y="209934"/>
                  </a:lnTo>
                  <a:lnTo>
                    <a:pt x="108540" y="193916"/>
                  </a:lnTo>
                  <a:lnTo>
                    <a:pt x="112807" y="171395"/>
                  </a:lnTo>
                  <a:lnTo>
                    <a:pt x="109116" y="144980"/>
                  </a:lnTo>
                  <a:lnTo>
                    <a:pt x="93097" y="124931"/>
                  </a:lnTo>
                  <a:lnTo>
                    <a:pt x="107761" y="85714"/>
                  </a:lnTo>
                  <a:lnTo>
                    <a:pt x="99328" y="78975"/>
                  </a:lnTo>
                  <a:lnTo>
                    <a:pt x="74133" y="81752"/>
                  </a:lnTo>
                  <a:lnTo>
                    <a:pt x="64650" y="64243"/>
                  </a:lnTo>
                  <a:lnTo>
                    <a:pt x="67122" y="49478"/>
                  </a:lnTo>
                  <a:lnTo>
                    <a:pt x="109861" y="50799"/>
                  </a:lnTo>
                  <a:lnTo>
                    <a:pt x="137224" y="59739"/>
                  </a:lnTo>
                  <a:lnTo>
                    <a:pt x="164148" y="67732"/>
                  </a:lnTo>
                  <a:lnTo>
                    <a:pt x="166586" y="49444"/>
                  </a:lnTo>
                  <a:lnTo>
                    <a:pt x="184332" y="17949"/>
                  </a:lnTo>
                  <a:lnTo>
                    <a:pt x="204516" y="0"/>
                  </a:lnTo>
                  <a:lnTo>
                    <a:pt x="227443" y="5689"/>
                  </a:lnTo>
                  <a:lnTo>
                    <a:pt x="249219" y="758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2" name="Forma libre: forma 71">
              <a:extLst>
                <a:ext uri="{FF2B5EF4-FFF2-40B4-BE49-F238E27FC236}">
                  <a16:creationId xmlns:a16="http://schemas.microsoft.com/office/drawing/2014/main" id="{B0F656B3-1807-3E5C-122F-15CF9D7C3D99}"/>
                </a:ext>
              </a:extLst>
            </p:cNvPr>
            <p:cNvSpPr/>
            <p:nvPr/>
          </p:nvSpPr>
          <p:spPr>
            <a:xfrm>
              <a:off x="6393799" y="3350194"/>
              <a:ext cx="190562" cy="213557"/>
            </a:xfrm>
            <a:custGeom>
              <a:avLst/>
              <a:gdLst>
                <a:gd name="csX0" fmla="*/ 83919 w 190562"/>
                <a:gd name="csY0" fmla="*/ 2235 h 213557"/>
                <a:gd name="csX1" fmla="*/ 100039 w 190562"/>
                <a:gd name="csY1" fmla="*/ 0 h 213557"/>
                <a:gd name="csX2" fmla="*/ 120596 w 190562"/>
                <a:gd name="csY2" fmla="*/ 4538 h 213557"/>
                <a:gd name="csX3" fmla="*/ 140645 w 190562"/>
                <a:gd name="csY3" fmla="*/ 169 h 213557"/>
                <a:gd name="csX4" fmla="*/ 144878 w 190562"/>
                <a:gd name="csY4" fmla="*/ 2032 h 213557"/>
                <a:gd name="csX5" fmla="*/ 142406 w 190562"/>
                <a:gd name="csY5" fmla="*/ 16798 h 213557"/>
                <a:gd name="csX6" fmla="*/ 151888 w 190562"/>
                <a:gd name="csY6" fmla="*/ 34306 h 213557"/>
                <a:gd name="csX7" fmla="*/ 177084 w 190562"/>
                <a:gd name="csY7" fmla="*/ 31529 h 213557"/>
                <a:gd name="csX8" fmla="*/ 185517 w 190562"/>
                <a:gd name="csY8" fmla="*/ 38269 h 213557"/>
                <a:gd name="csX9" fmla="*/ 170853 w 190562"/>
                <a:gd name="csY9" fmla="*/ 77485 h 213557"/>
                <a:gd name="csX10" fmla="*/ 186871 w 190562"/>
                <a:gd name="csY10" fmla="*/ 97534 h 213557"/>
                <a:gd name="csX11" fmla="*/ 190563 w 190562"/>
                <a:gd name="csY11" fmla="*/ 123949 h 213557"/>
                <a:gd name="csX12" fmla="*/ 186296 w 190562"/>
                <a:gd name="csY12" fmla="*/ 146470 h 213557"/>
                <a:gd name="csX13" fmla="*/ 175899 w 190562"/>
                <a:gd name="csY13" fmla="*/ 162488 h 213557"/>
                <a:gd name="csX14" fmla="*/ 146029 w 190562"/>
                <a:gd name="csY14" fmla="*/ 161066 h 213557"/>
                <a:gd name="csX15" fmla="*/ 127911 w 190562"/>
                <a:gd name="csY15" fmla="*/ 144810 h 213557"/>
                <a:gd name="csX16" fmla="*/ 125236 w 190562"/>
                <a:gd name="csY16" fmla="*/ 159813 h 213557"/>
                <a:gd name="csX17" fmla="*/ 102376 w 190562"/>
                <a:gd name="csY17" fmla="*/ 163945 h 213557"/>
                <a:gd name="csX18" fmla="*/ 90760 w 190562"/>
                <a:gd name="csY18" fmla="*/ 172479 h 213557"/>
                <a:gd name="csX19" fmla="*/ 103528 w 190562"/>
                <a:gd name="csY19" fmla="*/ 194864 h 213557"/>
                <a:gd name="csX20" fmla="*/ 77756 w 190562"/>
                <a:gd name="csY20" fmla="*/ 213558 h 213557"/>
                <a:gd name="csX21" fmla="*/ 42942 w 190562"/>
                <a:gd name="csY21" fmla="*/ 179354 h 213557"/>
                <a:gd name="csX22" fmla="*/ 20556 w 190562"/>
                <a:gd name="csY22" fmla="*/ 151414 h 213557"/>
                <a:gd name="csX23" fmla="*/ 0 w 190562"/>
                <a:gd name="csY23" fmla="*/ 116431 h 213557"/>
                <a:gd name="csX24" fmla="*/ 1084 w 190562"/>
                <a:gd name="csY24" fmla="*/ 105187 h 213557"/>
                <a:gd name="csX25" fmla="*/ 8466 w 190562"/>
                <a:gd name="csY25" fmla="*/ 94350 h 213557"/>
                <a:gd name="csX26" fmla="*/ 16696 w 190562"/>
                <a:gd name="csY26" fmla="*/ 69696 h 213557"/>
                <a:gd name="csX27" fmla="*/ 23536 w 190562"/>
                <a:gd name="csY27" fmla="*/ 44601 h 213557"/>
                <a:gd name="csX28" fmla="*/ 34949 w 190562"/>
                <a:gd name="csY28" fmla="*/ 42637 h 213557"/>
                <a:gd name="csX29" fmla="*/ 84224 w 190562"/>
                <a:gd name="csY29" fmla="*/ 42976 h 213557"/>
                <a:gd name="csX30" fmla="*/ 83919 w 190562"/>
                <a:gd name="csY30" fmla="*/ 2235 h 213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90562" h="213557">
                  <a:moveTo>
                    <a:pt x="83919" y="2235"/>
                  </a:moveTo>
                  <a:lnTo>
                    <a:pt x="100039" y="0"/>
                  </a:lnTo>
                  <a:lnTo>
                    <a:pt x="120596" y="4538"/>
                  </a:lnTo>
                  <a:lnTo>
                    <a:pt x="140645" y="169"/>
                  </a:lnTo>
                  <a:lnTo>
                    <a:pt x="144878" y="2032"/>
                  </a:lnTo>
                  <a:lnTo>
                    <a:pt x="142406" y="16798"/>
                  </a:lnTo>
                  <a:lnTo>
                    <a:pt x="151888" y="34306"/>
                  </a:lnTo>
                  <a:lnTo>
                    <a:pt x="177084" y="31529"/>
                  </a:lnTo>
                  <a:lnTo>
                    <a:pt x="185517" y="38269"/>
                  </a:lnTo>
                  <a:lnTo>
                    <a:pt x="170853" y="77485"/>
                  </a:lnTo>
                  <a:lnTo>
                    <a:pt x="186871" y="97534"/>
                  </a:lnTo>
                  <a:lnTo>
                    <a:pt x="190563" y="123949"/>
                  </a:lnTo>
                  <a:lnTo>
                    <a:pt x="186296" y="146470"/>
                  </a:lnTo>
                  <a:lnTo>
                    <a:pt x="175899" y="162488"/>
                  </a:lnTo>
                  <a:lnTo>
                    <a:pt x="146029" y="161066"/>
                  </a:lnTo>
                  <a:lnTo>
                    <a:pt x="127911" y="144810"/>
                  </a:lnTo>
                  <a:lnTo>
                    <a:pt x="125236" y="159813"/>
                  </a:lnTo>
                  <a:lnTo>
                    <a:pt x="102376" y="163945"/>
                  </a:lnTo>
                  <a:lnTo>
                    <a:pt x="90760" y="172479"/>
                  </a:lnTo>
                  <a:lnTo>
                    <a:pt x="103528" y="194864"/>
                  </a:lnTo>
                  <a:lnTo>
                    <a:pt x="77756" y="213558"/>
                  </a:lnTo>
                  <a:lnTo>
                    <a:pt x="42942" y="179354"/>
                  </a:lnTo>
                  <a:lnTo>
                    <a:pt x="20556" y="151414"/>
                  </a:lnTo>
                  <a:lnTo>
                    <a:pt x="0" y="116431"/>
                  </a:lnTo>
                  <a:lnTo>
                    <a:pt x="1084" y="105187"/>
                  </a:lnTo>
                  <a:lnTo>
                    <a:pt x="8466" y="94350"/>
                  </a:lnTo>
                  <a:lnTo>
                    <a:pt x="16696" y="69696"/>
                  </a:lnTo>
                  <a:lnTo>
                    <a:pt x="23536" y="44601"/>
                  </a:lnTo>
                  <a:lnTo>
                    <a:pt x="34949" y="42637"/>
                  </a:lnTo>
                  <a:lnTo>
                    <a:pt x="84224" y="42976"/>
                  </a:lnTo>
                  <a:lnTo>
                    <a:pt x="83919" y="223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3" name="Forma libre: forma 72">
              <a:extLst>
                <a:ext uri="{FF2B5EF4-FFF2-40B4-BE49-F238E27FC236}">
                  <a16:creationId xmlns:a16="http://schemas.microsoft.com/office/drawing/2014/main" id="{6C4B90D4-EEF8-D08E-37E9-13A08F55BF84}"/>
                </a:ext>
              </a:extLst>
            </p:cNvPr>
            <p:cNvSpPr/>
            <p:nvPr/>
          </p:nvSpPr>
          <p:spPr>
            <a:xfrm>
              <a:off x="6411002" y="3351650"/>
              <a:ext cx="67020" cy="43144"/>
            </a:xfrm>
            <a:custGeom>
              <a:avLst/>
              <a:gdLst>
                <a:gd name="csX0" fmla="*/ 11616 w 67020"/>
                <a:gd name="csY0" fmla="*/ 0 h 43144"/>
                <a:gd name="csX1" fmla="*/ 66716 w 67020"/>
                <a:gd name="csY1" fmla="*/ 779 h 43144"/>
                <a:gd name="csX2" fmla="*/ 67021 w 67020"/>
                <a:gd name="csY2" fmla="*/ 41519 h 43144"/>
                <a:gd name="csX3" fmla="*/ 17746 w 67020"/>
                <a:gd name="csY3" fmla="*/ 41181 h 43144"/>
                <a:gd name="csX4" fmla="*/ 6333 w 67020"/>
                <a:gd name="csY4" fmla="*/ 43145 h 43144"/>
                <a:gd name="csX5" fmla="*/ 0 w 67020"/>
                <a:gd name="csY5" fmla="*/ 38031 h 43144"/>
                <a:gd name="csX6" fmla="*/ 11616 w 67020"/>
                <a:gd name="csY6" fmla="*/ 0 h 431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020" h="43144">
                  <a:moveTo>
                    <a:pt x="11616" y="0"/>
                  </a:moveTo>
                  <a:lnTo>
                    <a:pt x="66716" y="779"/>
                  </a:lnTo>
                  <a:lnTo>
                    <a:pt x="67021" y="41519"/>
                  </a:lnTo>
                  <a:lnTo>
                    <a:pt x="17746" y="41181"/>
                  </a:lnTo>
                  <a:lnTo>
                    <a:pt x="6333" y="43145"/>
                  </a:lnTo>
                  <a:lnTo>
                    <a:pt x="0" y="38031"/>
                  </a:lnTo>
                  <a:lnTo>
                    <a:pt x="11616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4" name="Forma libre: forma 73">
              <a:extLst>
                <a:ext uri="{FF2B5EF4-FFF2-40B4-BE49-F238E27FC236}">
                  <a16:creationId xmlns:a16="http://schemas.microsoft.com/office/drawing/2014/main" id="{FD2AAD34-879D-D41C-1ABC-AD18A8CDB4D8}"/>
                </a:ext>
              </a:extLst>
            </p:cNvPr>
            <p:cNvSpPr/>
            <p:nvPr/>
          </p:nvSpPr>
          <p:spPr>
            <a:xfrm>
              <a:off x="6837102" y="3707986"/>
              <a:ext cx="392775" cy="329277"/>
            </a:xfrm>
            <a:custGeom>
              <a:avLst/>
              <a:gdLst>
                <a:gd name="csX0" fmla="*/ 299780 w 392775"/>
                <a:gd name="csY0" fmla="*/ 3454 h 329277"/>
                <a:gd name="csX1" fmla="*/ 313936 w 392775"/>
                <a:gd name="csY1" fmla="*/ 12090 h 329277"/>
                <a:gd name="csX2" fmla="*/ 327415 w 392775"/>
                <a:gd name="csY2" fmla="*/ 17746 h 329277"/>
                <a:gd name="csX3" fmla="*/ 348953 w 392775"/>
                <a:gd name="csY3" fmla="*/ 23435 h 329277"/>
                <a:gd name="csX4" fmla="*/ 368155 w 392775"/>
                <a:gd name="csY4" fmla="*/ 33629 h 329277"/>
                <a:gd name="csX5" fmla="*/ 384140 w 392775"/>
                <a:gd name="csY5" fmla="*/ 48733 h 329277"/>
                <a:gd name="csX6" fmla="*/ 392776 w 392775"/>
                <a:gd name="csY6" fmla="*/ 77485 h 329277"/>
                <a:gd name="csX7" fmla="*/ 386985 w 392775"/>
                <a:gd name="csY7" fmla="*/ 86663 h 329277"/>
                <a:gd name="csX8" fmla="*/ 380178 w 392775"/>
                <a:gd name="csY8" fmla="*/ 114094 h 329277"/>
                <a:gd name="csX9" fmla="*/ 386680 w 392775"/>
                <a:gd name="csY9" fmla="*/ 142169 h 329277"/>
                <a:gd name="csX10" fmla="*/ 376046 w 392775"/>
                <a:gd name="csY10" fmla="*/ 153954 h 329277"/>
                <a:gd name="csX11" fmla="*/ 365751 w 392775"/>
                <a:gd name="csY11" fmla="*/ 185415 h 329277"/>
                <a:gd name="csX12" fmla="*/ 383564 w 392775"/>
                <a:gd name="csY12" fmla="*/ 194187 h 329277"/>
                <a:gd name="csX13" fmla="*/ 280782 w 392775"/>
                <a:gd name="csY13" fmla="*/ 222092 h 329277"/>
                <a:gd name="csX14" fmla="*/ 283999 w 392775"/>
                <a:gd name="csY14" fmla="*/ 246205 h 329277"/>
                <a:gd name="csX15" fmla="*/ 258362 w 392775"/>
                <a:gd name="csY15" fmla="*/ 250844 h 329277"/>
                <a:gd name="csX16" fmla="*/ 239059 w 392775"/>
                <a:gd name="csY16" fmla="*/ 264323 h 329277"/>
                <a:gd name="csX17" fmla="*/ 234961 w 392775"/>
                <a:gd name="csY17" fmla="*/ 276074 h 329277"/>
                <a:gd name="csX18" fmla="*/ 222837 w 392775"/>
                <a:gd name="csY18" fmla="*/ 278716 h 329277"/>
                <a:gd name="csX19" fmla="*/ 193374 w 392775"/>
                <a:gd name="csY19" fmla="*/ 306587 h 329277"/>
                <a:gd name="csX20" fmla="*/ 174612 w 392775"/>
                <a:gd name="csY20" fmla="*/ 328499 h 329277"/>
                <a:gd name="csX21" fmla="*/ 163199 w 392775"/>
                <a:gd name="csY21" fmla="*/ 329277 h 329277"/>
                <a:gd name="csX22" fmla="*/ 152193 w 392775"/>
                <a:gd name="csY22" fmla="*/ 325383 h 329277"/>
                <a:gd name="csX23" fmla="*/ 114331 w 392775"/>
                <a:gd name="csY23" fmla="*/ 321691 h 329277"/>
                <a:gd name="csX24" fmla="*/ 108235 w 392775"/>
                <a:gd name="csY24" fmla="*/ 319152 h 329277"/>
                <a:gd name="csX25" fmla="*/ 107998 w 392775"/>
                <a:gd name="csY25" fmla="*/ 316341 h 329277"/>
                <a:gd name="csX26" fmla="*/ 94621 w 392775"/>
                <a:gd name="csY26" fmla="*/ 308687 h 329277"/>
                <a:gd name="csX27" fmla="*/ 72676 w 392775"/>
                <a:gd name="csY27" fmla="*/ 306757 h 329277"/>
                <a:gd name="csX28" fmla="*/ 44940 w 392775"/>
                <a:gd name="csY28" fmla="*/ 314444 h 329277"/>
                <a:gd name="csX29" fmla="*/ 22825 w 392775"/>
                <a:gd name="csY29" fmla="*/ 293278 h 329277"/>
                <a:gd name="csX30" fmla="*/ 0 w 392775"/>
                <a:gd name="csY30" fmla="*/ 265576 h 329277"/>
                <a:gd name="csX31" fmla="*/ 1558 w 392775"/>
                <a:gd name="csY31" fmla="*/ 157815 h 329277"/>
                <a:gd name="csX32" fmla="*/ 72067 w 392775"/>
                <a:gd name="csY32" fmla="*/ 158255 h 329277"/>
                <a:gd name="csX33" fmla="*/ 69188 w 392775"/>
                <a:gd name="csY33" fmla="*/ 146571 h 329277"/>
                <a:gd name="csX34" fmla="*/ 74234 w 392775"/>
                <a:gd name="csY34" fmla="*/ 133872 h 329277"/>
                <a:gd name="csX35" fmla="*/ 68274 w 392775"/>
                <a:gd name="csY35" fmla="*/ 117989 h 329277"/>
                <a:gd name="csX36" fmla="*/ 72134 w 392775"/>
                <a:gd name="csY36" fmla="*/ 101564 h 329277"/>
                <a:gd name="csX37" fmla="*/ 68544 w 392775"/>
                <a:gd name="csY37" fmla="*/ 91065 h 329277"/>
                <a:gd name="csX38" fmla="*/ 80228 w 392775"/>
                <a:gd name="csY38" fmla="*/ 91912 h 329277"/>
                <a:gd name="csX39" fmla="*/ 82192 w 392775"/>
                <a:gd name="csY39" fmla="*/ 102444 h 329277"/>
                <a:gd name="csX40" fmla="*/ 98042 w 392775"/>
                <a:gd name="csY40" fmla="*/ 101631 h 329277"/>
                <a:gd name="csX41" fmla="*/ 119546 w 392775"/>
                <a:gd name="csY41" fmla="*/ 104747 h 329277"/>
                <a:gd name="csX42" fmla="*/ 130857 w 392775"/>
                <a:gd name="csY42" fmla="*/ 120122 h 329277"/>
                <a:gd name="csX43" fmla="*/ 157984 w 392775"/>
                <a:gd name="csY43" fmla="*/ 124830 h 329277"/>
                <a:gd name="csX44" fmla="*/ 178676 w 392775"/>
                <a:gd name="csY44" fmla="*/ 114162 h 329277"/>
                <a:gd name="csX45" fmla="*/ 186296 w 392775"/>
                <a:gd name="csY45" fmla="*/ 131908 h 329277"/>
                <a:gd name="csX46" fmla="*/ 212237 w 392775"/>
                <a:gd name="csY46" fmla="*/ 136615 h 329277"/>
                <a:gd name="csX47" fmla="*/ 224734 w 392775"/>
                <a:gd name="csY47" fmla="*/ 151075 h 329277"/>
                <a:gd name="csX48" fmla="*/ 238619 w 392775"/>
                <a:gd name="csY48" fmla="*/ 169702 h 329277"/>
                <a:gd name="csX49" fmla="*/ 264560 w 392775"/>
                <a:gd name="csY49" fmla="*/ 169973 h 329277"/>
                <a:gd name="csX50" fmla="*/ 261715 w 392775"/>
                <a:gd name="csY50" fmla="*/ 133465 h 329277"/>
                <a:gd name="csX51" fmla="*/ 252436 w 392775"/>
                <a:gd name="csY51" fmla="*/ 139629 h 329277"/>
                <a:gd name="csX52" fmla="*/ 228730 w 392775"/>
                <a:gd name="csY52" fmla="*/ 126455 h 329277"/>
                <a:gd name="csX53" fmla="*/ 219586 w 392775"/>
                <a:gd name="csY53" fmla="*/ 120427 h 329277"/>
                <a:gd name="csX54" fmla="*/ 223785 w 392775"/>
                <a:gd name="csY54" fmla="*/ 86426 h 329277"/>
                <a:gd name="csX55" fmla="*/ 229813 w 392775"/>
                <a:gd name="csY55" fmla="*/ 46329 h 329277"/>
                <a:gd name="csX56" fmla="*/ 222227 w 392775"/>
                <a:gd name="csY56" fmla="*/ 31394 h 329277"/>
                <a:gd name="csX57" fmla="*/ 231879 w 392775"/>
                <a:gd name="csY57" fmla="*/ 9787 h 329277"/>
                <a:gd name="csX58" fmla="*/ 240955 w 392775"/>
                <a:gd name="csY58" fmla="*/ 5723 h 329277"/>
                <a:gd name="csX59" fmla="*/ 286437 w 392775"/>
                <a:gd name="csY59" fmla="*/ 0 h 329277"/>
                <a:gd name="csX60" fmla="*/ 299780 w 392775"/>
                <a:gd name="csY60" fmla="*/ 3454 h 329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392775" h="329277">
                  <a:moveTo>
                    <a:pt x="299780" y="3454"/>
                  </a:moveTo>
                  <a:lnTo>
                    <a:pt x="313936" y="12090"/>
                  </a:lnTo>
                  <a:lnTo>
                    <a:pt x="327415" y="17746"/>
                  </a:lnTo>
                  <a:lnTo>
                    <a:pt x="348953" y="23435"/>
                  </a:lnTo>
                  <a:lnTo>
                    <a:pt x="368155" y="33629"/>
                  </a:lnTo>
                  <a:lnTo>
                    <a:pt x="384140" y="48733"/>
                  </a:lnTo>
                  <a:lnTo>
                    <a:pt x="392776" y="77485"/>
                  </a:lnTo>
                  <a:lnTo>
                    <a:pt x="386985" y="86663"/>
                  </a:lnTo>
                  <a:lnTo>
                    <a:pt x="380178" y="114094"/>
                  </a:lnTo>
                  <a:lnTo>
                    <a:pt x="386680" y="142169"/>
                  </a:lnTo>
                  <a:lnTo>
                    <a:pt x="376046" y="153954"/>
                  </a:lnTo>
                  <a:lnTo>
                    <a:pt x="365751" y="185415"/>
                  </a:lnTo>
                  <a:lnTo>
                    <a:pt x="383564" y="194187"/>
                  </a:lnTo>
                  <a:lnTo>
                    <a:pt x="280782" y="222092"/>
                  </a:lnTo>
                  <a:lnTo>
                    <a:pt x="283999" y="246205"/>
                  </a:lnTo>
                  <a:lnTo>
                    <a:pt x="258362" y="250844"/>
                  </a:lnTo>
                  <a:lnTo>
                    <a:pt x="239059" y="264323"/>
                  </a:lnTo>
                  <a:lnTo>
                    <a:pt x="234961" y="276074"/>
                  </a:lnTo>
                  <a:lnTo>
                    <a:pt x="222837" y="278716"/>
                  </a:lnTo>
                  <a:lnTo>
                    <a:pt x="193374" y="306587"/>
                  </a:lnTo>
                  <a:lnTo>
                    <a:pt x="174612" y="328499"/>
                  </a:lnTo>
                  <a:lnTo>
                    <a:pt x="163199" y="329277"/>
                  </a:lnTo>
                  <a:lnTo>
                    <a:pt x="152193" y="325383"/>
                  </a:lnTo>
                  <a:lnTo>
                    <a:pt x="114331" y="321691"/>
                  </a:lnTo>
                  <a:lnTo>
                    <a:pt x="108235" y="319152"/>
                  </a:lnTo>
                  <a:lnTo>
                    <a:pt x="107998" y="316341"/>
                  </a:lnTo>
                  <a:lnTo>
                    <a:pt x="94621" y="308687"/>
                  </a:lnTo>
                  <a:lnTo>
                    <a:pt x="72676" y="306757"/>
                  </a:lnTo>
                  <a:lnTo>
                    <a:pt x="44940" y="314444"/>
                  </a:lnTo>
                  <a:lnTo>
                    <a:pt x="22825" y="293278"/>
                  </a:lnTo>
                  <a:lnTo>
                    <a:pt x="0" y="265576"/>
                  </a:lnTo>
                  <a:lnTo>
                    <a:pt x="1558" y="157815"/>
                  </a:lnTo>
                  <a:lnTo>
                    <a:pt x="72067" y="158255"/>
                  </a:lnTo>
                  <a:lnTo>
                    <a:pt x="69188" y="146571"/>
                  </a:lnTo>
                  <a:lnTo>
                    <a:pt x="74234" y="133872"/>
                  </a:lnTo>
                  <a:lnTo>
                    <a:pt x="68274" y="117989"/>
                  </a:lnTo>
                  <a:lnTo>
                    <a:pt x="72134" y="101564"/>
                  </a:lnTo>
                  <a:lnTo>
                    <a:pt x="68544" y="91065"/>
                  </a:lnTo>
                  <a:lnTo>
                    <a:pt x="80228" y="91912"/>
                  </a:lnTo>
                  <a:lnTo>
                    <a:pt x="82192" y="102444"/>
                  </a:lnTo>
                  <a:lnTo>
                    <a:pt x="98042" y="101631"/>
                  </a:lnTo>
                  <a:lnTo>
                    <a:pt x="119546" y="104747"/>
                  </a:lnTo>
                  <a:lnTo>
                    <a:pt x="130857" y="120122"/>
                  </a:lnTo>
                  <a:lnTo>
                    <a:pt x="157984" y="124830"/>
                  </a:lnTo>
                  <a:lnTo>
                    <a:pt x="178676" y="114162"/>
                  </a:lnTo>
                  <a:lnTo>
                    <a:pt x="186296" y="131908"/>
                  </a:lnTo>
                  <a:lnTo>
                    <a:pt x="212237" y="136615"/>
                  </a:lnTo>
                  <a:lnTo>
                    <a:pt x="224734" y="151075"/>
                  </a:lnTo>
                  <a:lnTo>
                    <a:pt x="238619" y="169702"/>
                  </a:lnTo>
                  <a:lnTo>
                    <a:pt x="264560" y="169973"/>
                  </a:lnTo>
                  <a:lnTo>
                    <a:pt x="261715" y="133465"/>
                  </a:lnTo>
                  <a:lnTo>
                    <a:pt x="252436" y="139629"/>
                  </a:lnTo>
                  <a:lnTo>
                    <a:pt x="228730" y="126455"/>
                  </a:lnTo>
                  <a:lnTo>
                    <a:pt x="219586" y="120427"/>
                  </a:lnTo>
                  <a:lnTo>
                    <a:pt x="223785" y="86426"/>
                  </a:lnTo>
                  <a:lnTo>
                    <a:pt x="229813" y="46329"/>
                  </a:lnTo>
                  <a:lnTo>
                    <a:pt x="222227" y="31394"/>
                  </a:lnTo>
                  <a:lnTo>
                    <a:pt x="231879" y="9787"/>
                  </a:lnTo>
                  <a:lnTo>
                    <a:pt x="240955" y="5723"/>
                  </a:lnTo>
                  <a:lnTo>
                    <a:pt x="286437" y="0"/>
                  </a:lnTo>
                  <a:lnTo>
                    <a:pt x="299780" y="345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5" name="Forma libre: forma 74">
              <a:extLst>
                <a:ext uri="{FF2B5EF4-FFF2-40B4-BE49-F238E27FC236}">
                  <a16:creationId xmlns:a16="http://schemas.microsoft.com/office/drawing/2014/main" id="{93213F32-D5ED-70FE-07F1-94A6A93E22D5}"/>
                </a:ext>
              </a:extLst>
            </p:cNvPr>
            <p:cNvSpPr/>
            <p:nvPr/>
          </p:nvSpPr>
          <p:spPr>
            <a:xfrm>
              <a:off x="7202853" y="3741615"/>
              <a:ext cx="104442" cy="256364"/>
            </a:xfrm>
            <a:custGeom>
              <a:avLst/>
              <a:gdLst>
                <a:gd name="csX0" fmla="*/ 2404 w 104442"/>
                <a:gd name="csY0" fmla="*/ 0 h 256364"/>
                <a:gd name="csX1" fmla="*/ 35627 w 104442"/>
                <a:gd name="csY1" fmla="*/ 6299 h 256364"/>
                <a:gd name="csX2" fmla="*/ 42434 w 104442"/>
                <a:gd name="csY2" fmla="*/ 15680 h 256364"/>
                <a:gd name="csX3" fmla="*/ 53914 w 104442"/>
                <a:gd name="csY3" fmla="*/ 31461 h 256364"/>
                <a:gd name="csX4" fmla="*/ 63397 w 104442"/>
                <a:gd name="csY4" fmla="*/ 77519 h 256364"/>
                <a:gd name="csX5" fmla="*/ 53914 w 104442"/>
                <a:gd name="csY5" fmla="*/ 103257 h 256364"/>
                <a:gd name="csX6" fmla="*/ 63397 w 104442"/>
                <a:gd name="csY6" fmla="*/ 147282 h 256364"/>
                <a:gd name="csX7" fmla="*/ 75148 w 104442"/>
                <a:gd name="csY7" fmla="*/ 146774 h 256364"/>
                <a:gd name="csX8" fmla="*/ 87374 w 104442"/>
                <a:gd name="csY8" fmla="*/ 157713 h 256364"/>
                <a:gd name="csX9" fmla="*/ 101563 w 104442"/>
                <a:gd name="csY9" fmla="*/ 182198 h 256364"/>
                <a:gd name="csX10" fmla="*/ 104442 w 104442"/>
                <a:gd name="csY10" fmla="*/ 225750 h 256364"/>
                <a:gd name="csX11" fmla="*/ 89778 w 104442"/>
                <a:gd name="csY11" fmla="*/ 232861 h 256364"/>
                <a:gd name="csX12" fmla="*/ 79449 w 104442"/>
                <a:gd name="csY12" fmla="*/ 256364 h 256364"/>
                <a:gd name="csX13" fmla="*/ 57335 w 104442"/>
                <a:gd name="csY13" fmla="*/ 235469 h 256364"/>
                <a:gd name="csX14" fmla="*/ 54829 w 104442"/>
                <a:gd name="csY14" fmla="*/ 211593 h 256364"/>
                <a:gd name="csX15" fmla="*/ 61975 w 104442"/>
                <a:gd name="csY15" fmla="*/ 195846 h 256364"/>
                <a:gd name="csX16" fmla="*/ 60010 w 104442"/>
                <a:gd name="csY16" fmla="*/ 182266 h 256364"/>
                <a:gd name="csX17" fmla="*/ 46633 w 104442"/>
                <a:gd name="csY17" fmla="*/ 173698 h 256364"/>
                <a:gd name="csX18" fmla="*/ 37320 w 104442"/>
                <a:gd name="csY18" fmla="*/ 176813 h 256364"/>
                <a:gd name="csX19" fmla="*/ 17813 w 104442"/>
                <a:gd name="csY19" fmla="*/ 160558 h 256364"/>
                <a:gd name="csX20" fmla="*/ 0 w 104442"/>
                <a:gd name="csY20" fmla="*/ 151786 h 256364"/>
                <a:gd name="csX21" fmla="*/ 10295 w 104442"/>
                <a:gd name="csY21" fmla="*/ 120325 h 256364"/>
                <a:gd name="csX22" fmla="*/ 20929 w 104442"/>
                <a:gd name="csY22" fmla="*/ 108540 h 256364"/>
                <a:gd name="csX23" fmla="*/ 14427 w 104442"/>
                <a:gd name="csY23" fmla="*/ 80465 h 256364"/>
                <a:gd name="csX24" fmla="*/ 21234 w 104442"/>
                <a:gd name="csY24" fmla="*/ 53034 h 256364"/>
                <a:gd name="csX25" fmla="*/ 27025 w 104442"/>
                <a:gd name="csY25" fmla="*/ 43856 h 256364"/>
                <a:gd name="csX26" fmla="*/ 18389 w 104442"/>
                <a:gd name="csY26" fmla="*/ 15104 h 256364"/>
                <a:gd name="csX27" fmla="*/ 2404 w 104442"/>
                <a:gd name="csY27" fmla="*/ 0 h 256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04442" h="256364">
                  <a:moveTo>
                    <a:pt x="2404" y="0"/>
                  </a:moveTo>
                  <a:lnTo>
                    <a:pt x="35627" y="6299"/>
                  </a:lnTo>
                  <a:lnTo>
                    <a:pt x="42434" y="15680"/>
                  </a:lnTo>
                  <a:lnTo>
                    <a:pt x="53914" y="31461"/>
                  </a:lnTo>
                  <a:lnTo>
                    <a:pt x="63397" y="77519"/>
                  </a:lnTo>
                  <a:lnTo>
                    <a:pt x="53914" y="103257"/>
                  </a:lnTo>
                  <a:lnTo>
                    <a:pt x="63397" y="147282"/>
                  </a:lnTo>
                  <a:lnTo>
                    <a:pt x="75148" y="146774"/>
                  </a:lnTo>
                  <a:lnTo>
                    <a:pt x="87374" y="157713"/>
                  </a:lnTo>
                  <a:lnTo>
                    <a:pt x="101563" y="182198"/>
                  </a:lnTo>
                  <a:lnTo>
                    <a:pt x="104442" y="225750"/>
                  </a:lnTo>
                  <a:lnTo>
                    <a:pt x="89778" y="232861"/>
                  </a:lnTo>
                  <a:lnTo>
                    <a:pt x="79449" y="256364"/>
                  </a:lnTo>
                  <a:lnTo>
                    <a:pt x="57335" y="235469"/>
                  </a:lnTo>
                  <a:lnTo>
                    <a:pt x="54829" y="211593"/>
                  </a:lnTo>
                  <a:lnTo>
                    <a:pt x="61975" y="195846"/>
                  </a:lnTo>
                  <a:lnTo>
                    <a:pt x="60010" y="182266"/>
                  </a:lnTo>
                  <a:lnTo>
                    <a:pt x="46633" y="173698"/>
                  </a:lnTo>
                  <a:lnTo>
                    <a:pt x="37320" y="176813"/>
                  </a:lnTo>
                  <a:lnTo>
                    <a:pt x="17813" y="160558"/>
                  </a:lnTo>
                  <a:lnTo>
                    <a:pt x="0" y="151786"/>
                  </a:lnTo>
                  <a:lnTo>
                    <a:pt x="10295" y="120325"/>
                  </a:lnTo>
                  <a:lnTo>
                    <a:pt x="20929" y="108540"/>
                  </a:lnTo>
                  <a:lnTo>
                    <a:pt x="14427" y="80465"/>
                  </a:lnTo>
                  <a:lnTo>
                    <a:pt x="21234" y="53034"/>
                  </a:lnTo>
                  <a:lnTo>
                    <a:pt x="27025" y="43856"/>
                  </a:lnTo>
                  <a:lnTo>
                    <a:pt x="18389" y="15104"/>
                  </a:lnTo>
                  <a:lnTo>
                    <a:pt x="2404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6" name="Forma libre: forma 75">
              <a:extLst>
                <a:ext uri="{FF2B5EF4-FFF2-40B4-BE49-F238E27FC236}">
                  <a16:creationId xmlns:a16="http://schemas.microsoft.com/office/drawing/2014/main" id="{40D26D22-B21B-232B-D2E6-9AD5934BD5F9}"/>
                </a:ext>
              </a:extLst>
            </p:cNvPr>
            <p:cNvSpPr/>
            <p:nvPr/>
          </p:nvSpPr>
          <p:spPr>
            <a:xfrm>
              <a:off x="7117884" y="3778393"/>
              <a:ext cx="358841" cy="556245"/>
            </a:xfrm>
            <a:custGeom>
              <a:avLst/>
              <a:gdLst>
                <a:gd name="csX0" fmla="*/ 148366 w 358841"/>
                <a:gd name="csY0" fmla="*/ 40740 h 556245"/>
                <a:gd name="csX1" fmla="*/ 173833 w 358841"/>
                <a:gd name="csY1" fmla="*/ 37998 h 556245"/>
                <a:gd name="csX2" fmla="*/ 214540 w 358841"/>
                <a:gd name="csY2" fmla="*/ 47548 h 556245"/>
                <a:gd name="csX3" fmla="*/ 223379 w 358841"/>
                <a:gd name="csY3" fmla="*/ 43281 h 556245"/>
                <a:gd name="csX4" fmla="*/ 246949 w 358841"/>
                <a:gd name="csY4" fmla="*/ 42400 h 556245"/>
                <a:gd name="csX5" fmla="*/ 259040 w 358841"/>
                <a:gd name="csY5" fmla="*/ 32240 h 556245"/>
                <a:gd name="csX6" fmla="*/ 279359 w 358841"/>
                <a:gd name="csY6" fmla="*/ 32782 h 556245"/>
                <a:gd name="csX7" fmla="*/ 316374 w 358841"/>
                <a:gd name="csY7" fmla="*/ 19642 h 556245"/>
                <a:gd name="csX8" fmla="*/ 343332 w 358841"/>
                <a:gd name="csY8" fmla="*/ 0 h 556245"/>
                <a:gd name="csX9" fmla="*/ 343332 w 358841"/>
                <a:gd name="csY9" fmla="*/ 0 h 556245"/>
                <a:gd name="csX10" fmla="*/ 343332 w 358841"/>
                <a:gd name="csY10" fmla="*/ 0 h 556245"/>
                <a:gd name="csX11" fmla="*/ 348784 w 358841"/>
                <a:gd name="csY11" fmla="*/ 15172 h 556245"/>
                <a:gd name="csX12" fmla="*/ 347395 w 358841"/>
                <a:gd name="csY12" fmla="*/ 48936 h 556245"/>
                <a:gd name="csX13" fmla="*/ 351595 w 358841"/>
                <a:gd name="csY13" fmla="*/ 78636 h 556245"/>
                <a:gd name="csX14" fmla="*/ 352916 w 358841"/>
                <a:gd name="csY14" fmla="*/ 131569 h 556245"/>
                <a:gd name="csX15" fmla="*/ 358842 w 358841"/>
                <a:gd name="csY15" fmla="*/ 148163 h 556245"/>
                <a:gd name="csX16" fmla="*/ 348750 w 358841"/>
                <a:gd name="csY16" fmla="*/ 172343 h 556245"/>
                <a:gd name="csX17" fmla="*/ 335610 w 358841"/>
                <a:gd name="csY17" fmla="*/ 195880 h 556245"/>
                <a:gd name="csX18" fmla="*/ 314072 w 358841"/>
                <a:gd name="csY18" fmla="*/ 216877 h 556245"/>
                <a:gd name="csX19" fmla="*/ 283084 w 358841"/>
                <a:gd name="csY19" fmla="*/ 229746 h 556245"/>
                <a:gd name="csX20" fmla="*/ 244917 w 358841"/>
                <a:gd name="csY20" fmla="*/ 246171 h 556245"/>
                <a:gd name="csX21" fmla="*/ 206649 w 358841"/>
                <a:gd name="csY21" fmla="*/ 282543 h 556245"/>
                <a:gd name="csX22" fmla="*/ 193611 w 358841"/>
                <a:gd name="csY22" fmla="*/ 288706 h 556245"/>
                <a:gd name="csX23" fmla="*/ 169972 w 358841"/>
                <a:gd name="csY23" fmla="*/ 312785 h 556245"/>
                <a:gd name="csX24" fmla="*/ 156020 w 358841"/>
                <a:gd name="csY24" fmla="*/ 320608 h 556245"/>
                <a:gd name="csX25" fmla="*/ 153175 w 358841"/>
                <a:gd name="csY25" fmla="*/ 344754 h 556245"/>
                <a:gd name="csX26" fmla="*/ 169227 w 358841"/>
                <a:gd name="csY26" fmla="*/ 370390 h 556245"/>
                <a:gd name="csX27" fmla="*/ 175899 w 358841"/>
                <a:gd name="csY27" fmla="*/ 390270 h 556245"/>
                <a:gd name="csX28" fmla="*/ 176339 w 358841"/>
                <a:gd name="csY28" fmla="*/ 400396 h 556245"/>
                <a:gd name="csX29" fmla="*/ 182334 w 358841"/>
                <a:gd name="csY29" fmla="*/ 398702 h 556245"/>
                <a:gd name="csX30" fmla="*/ 181351 w 358841"/>
                <a:gd name="csY30" fmla="*/ 431925 h 556245"/>
                <a:gd name="csX31" fmla="*/ 175865 w 358841"/>
                <a:gd name="csY31" fmla="*/ 447639 h 556245"/>
                <a:gd name="csX32" fmla="*/ 183823 w 358841"/>
                <a:gd name="csY32" fmla="*/ 453463 h 556245"/>
                <a:gd name="csX33" fmla="*/ 178811 w 358841"/>
                <a:gd name="csY33" fmla="*/ 467552 h 556245"/>
                <a:gd name="csX34" fmla="*/ 164656 w 358841"/>
                <a:gd name="csY34" fmla="*/ 479574 h 556245"/>
                <a:gd name="csX35" fmla="*/ 136716 w 358841"/>
                <a:gd name="csY35" fmla="*/ 491021 h 556245"/>
                <a:gd name="csX36" fmla="*/ 95976 w 358841"/>
                <a:gd name="csY36" fmla="*/ 509376 h 556245"/>
                <a:gd name="csX37" fmla="*/ 81142 w 358841"/>
                <a:gd name="csY37" fmla="*/ 521872 h 556245"/>
                <a:gd name="csX38" fmla="*/ 84021 w 358841"/>
                <a:gd name="csY38" fmla="*/ 536164 h 556245"/>
                <a:gd name="csX39" fmla="*/ 92691 w 358841"/>
                <a:gd name="csY39" fmla="*/ 538433 h 556245"/>
                <a:gd name="csX40" fmla="*/ 89778 w 358841"/>
                <a:gd name="csY40" fmla="*/ 556246 h 556245"/>
                <a:gd name="csX41" fmla="*/ 64108 w 358841"/>
                <a:gd name="csY41" fmla="*/ 555975 h 556245"/>
                <a:gd name="csX42" fmla="*/ 61195 w 358841"/>
                <a:gd name="csY42" fmla="*/ 541006 h 556245"/>
                <a:gd name="csX43" fmla="*/ 56183 w 358841"/>
                <a:gd name="csY43" fmla="*/ 525801 h 556245"/>
                <a:gd name="csX44" fmla="*/ 53271 w 358841"/>
                <a:gd name="csY44" fmla="*/ 513643 h 556245"/>
                <a:gd name="csX45" fmla="*/ 59333 w 358841"/>
                <a:gd name="csY45" fmla="*/ 475883 h 556245"/>
                <a:gd name="csX46" fmla="*/ 50494 w 358841"/>
                <a:gd name="csY46" fmla="*/ 451838 h 556245"/>
                <a:gd name="csX47" fmla="*/ 34272 w 358841"/>
                <a:gd name="csY47" fmla="*/ 404189 h 556245"/>
                <a:gd name="csX48" fmla="*/ 69967 w 358841"/>
                <a:gd name="csY48" fmla="*/ 365717 h 556245"/>
                <a:gd name="csX49" fmla="*/ 78907 w 358841"/>
                <a:gd name="csY49" fmla="*/ 341300 h 556245"/>
                <a:gd name="csX50" fmla="*/ 84021 w 358841"/>
                <a:gd name="csY50" fmla="*/ 338218 h 556245"/>
                <a:gd name="csX51" fmla="*/ 87848 w 358841"/>
                <a:gd name="csY51" fmla="*/ 318305 h 556245"/>
                <a:gd name="csX52" fmla="*/ 82395 w 358841"/>
                <a:gd name="csY52" fmla="*/ 308247 h 556245"/>
                <a:gd name="csX53" fmla="*/ 83852 w 358841"/>
                <a:gd name="csY53" fmla="*/ 282949 h 556245"/>
                <a:gd name="csX54" fmla="*/ 90456 w 358841"/>
                <a:gd name="csY54" fmla="*/ 259480 h 556245"/>
                <a:gd name="csX55" fmla="*/ 90388 w 358841"/>
                <a:gd name="csY55" fmla="*/ 216606 h 556245"/>
                <a:gd name="csX56" fmla="*/ 72778 w 358841"/>
                <a:gd name="csY56" fmla="*/ 205735 h 556245"/>
                <a:gd name="csX57" fmla="*/ 56658 w 358841"/>
                <a:gd name="csY57" fmla="*/ 203263 h 556245"/>
                <a:gd name="csX58" fmla="*/ 49343 w 358841"/>
                <a:gd name="csY58" fmla="*/ 194898 h 556245"/>
                <a:gd name="csX59" fmla="*/ 33663 w 358841"/>
                <a:gd name="csY59" fmla="*/ 187752 h 556245"/>
                <a:gd name="csX60" fmla="*/ 5419 w 358841"/>
                <a:gd name="csY60" fmla="*/ 188429 h 556245"/>
                <a:gd name="csX61" fmla="*/ 3217 w 358841"/>
                <a:gd name="csY61" fmla="*/ 175798 h 556245"/>
                <a:gd name="csX62" fmla="*/ 0 w 358841"/>
                <a:gd name="csY62" fmla="*/ 151685 h 556245"/>
                <a:gd name="csX63" fmla="*/ 102783 w 358841"/>
                <a:gd name="csY63" fmla="*/ 123780 h 556245"/>
                <a:gd name="csX64" fmla="*/ 122289 w 358841"/>
                <a:gd name="csY64" fmla="*/ 140035 h 556245"/>
                <a:gd name="csX65" fmla="*/ 131603 w 358841"/>
                <a:gd name="csY65" fmla="*/ 136920 h 556245"/>
                <a:gd name="csX66" fmla="*/ 144980 w 358841"/>
                <a:gd name="csY66" fmla="*/ 145487 h 556245"/>
                <a:gd name="csX67" fmla="*/ 146944 w 358841"/>
                <a:gd name="csY67" fmla="*/ 159068 h 556245"/>
                <a:gd name="csX68" fmla="*/ 139798 w 358841"/>
                <a:gd name="csY68" fmla="*/ 174815 h 556245"/>
                <a:gd name="csX69" fmla="*/ 142304 w 358841"/>
                <a:gd name="csY69" fmla="*/ 198691 h 556245"/>
                <a:gd name="csX70" fmla="*/ 164418 w 358841"/>
                <a:gd name="csY70" fmla="*/ 219586 h 556245"/>
                <a:gd name="csX71" fmla="*/ 174748 w 358841"/>
                <a:gd name="csY71" fmla="*/ 196083 h 556245"/>
                <a:gd name="csX72" fmla="*/ 189412 w 358841"/>
                <a:gd name="csY72" fmla="*/ 188971 h 556245"/>
                <a:gd name="csX73" fmla="*/ 186533 w 358841"/>
                <a:gd name="csY73" fmla="*/ 145420 h 556245"/>
                <a:gd name="csX74" fmla="*/ 172343 w 358841"/>
                <a:gd name="csY74" fmla="*/ 120935 h 556245"/>
                <a:gd name="csX75" fmla="*/ 160117 w 358841"/>
                <a:gd name="csY75" fmla="*/ 109996 h 556245"/>
                <a:gd name="csX76" fmla="*/ 148366 w 358841"/>
                <a:gd name="csY76" fmla="*/ 110504 h 556245"/>
                <a:gd name="csX77" fmla="*/ 138884 w 358841"/>
                <a:gd name="csY77" fmla="*/ 66479 h 556245"/>
                <a:gd name="csX78" fmla="*/ 148366 w 358841"/>
                <a:gd name="csY78" fmla="*/ 40740 h 5562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</a:cxnLst>
              <a:rect l="l" t="t" r="r" b="b"/>
              <a:pathLst>
                <a:path w="358841" h="556245">
                  <a:moveTo>
                    <a:pt x="148366" y="40740"/>
                  </a:moveTo>
                  <a:lnTo>
                    <a:pt x="173833" y="37998"/>
                  </a:lnTo>
                  <a:lnTo>
                    <a:pt x="214540" y="47548"/>
                  </a:lnTo>
                  <a:lnTo>
                    <a:pt x="223379" y="43281"/>
                  </a:lnTo>
                  <a:lnTo>
                    <a:pt x="246949" y="42400"/>
                  </a:lnTo>
                  <a:lnTo>
                    <a:pt x="259040" y="32240"/>
                  </a:lnTo>
                  <a:lnTo>
                    <a:pt x="279359" y="32782"/>
                  </a:lnTo>
                  <a:lnTo>
                    <a:pt x="316374" y="19642"/>
                  </a:lnTo>
                  <a:lnTo>
                    <a:pt x="343332" y="0"/>
                  </a:lnTo>
                  <a:lnTo>
                    <a:pt x="343332" y="0"/>
                  </a:lnTo>
                  <a:lnTo>
                    <a:pt x="343332" y="0"/>
                  </a:lnTo>
                  <a:lnTo>
                    <a:pt x="348784" y="15172"/>
                  </a:lnTo>
                  <a:lnTo>
                    <a:pt x="347395" y="48936"/>
                  </a:lnTo>
                  <a:lnTo>
                    <a:pt x="351595" y="78636"/>
                  </a:lnTo>
                  <a:lnTo>
                    <a:pt x="352916" y="131569"/>
                  </a:lnTo>
                  <a:lnTo>
                    <a:pt x="358842" y="148163"/>
                  </a:lnTo>
                  <a:lnTo>
                    <a:pt x="348750" y="172343"/>
                  </a:lnTo>
                  <a:lnTo>
                    <a:pt x="335610" y="195880"/>
                  </a:lnTo>
                  <a:lnTo>
                    <a:pt x="314072" y="216877"/>
                  </a:lnTo>
                  <a:lnTo>
                    <a:pt x="283084" y="229746"/>
                  </a:lnTo>
                  <a:lnTo>
                    <a:pt x="244917" y="246171"/>
                  </a:lnTo>
                  <a:lnTo>
                    <a:pt x="206649" y="282543"/>
                  </a:lnTo>
                  <a:lnTo>
                    <a:pt x="193611" y="288706"/>
                  </a:lnTo>
                  <a:lnTo>
                    <a:pt x="169972" y="312785"/>
                  </a:lnTo>
                  <a:lnTo>
                    <a:pt x="156020" y="320608"/>
                  </a:lnTo>
                  <a:lnTo>
                    <a:pt x="153175" y="344754"/>
                  </a:lnTo>
                  <a:lnTo>
                    <a:pt x="169227" y="370390"/>
                  </a:lnTo>
                  <a:lnTo>
                    <a:pt x="175899" y="390270"/>
                  </a:lnTo>
                  <a:lnTo>
                    <a:pt x="176339" y="400396"/>
                  </a:lnTo>
                  <a:lnTo>
                    <a:pt x="182334" y="398702"/>
                  </a:lnTo>
                  <a:lnTo>
                    <a:pt x="181351" y="431925"/>
                  </a:lnTo>
                  <a:lnTo>
                    <a:pt x="175865" y="447639"/>
                  </a:lnTo>
                  <a:lnTo>
                    <a:pt x="183823" y="453463"/>
                  </a:lnTo>
                  <a:lnTo>
                    <a:pt x="178811" y="467552"/>
                  </a:lnTo>
                  <a:lnTo>
                    <a:pt x="164656" y="479574"/>
                  </a:lnTo>
                  <a:lnTo>
                    <a:pt x="136716" y="491021"/>
                  </a:lnTo>
                  <a:lnTo>
                    <a:pt x="95976" y="509376"/>
                  </a:lnTo>
                  <a:lnTo>
                    <a:pt x="81142" y="521872"/>
                  </a:lnTo>
                  <a:lnTo>
                    <a:pt x="84021" y="536164"/>
                  </a:lnTo>
                  <a:lnTo>
                    <a:pt x="92691" y="538433"/>
                  </a:lnTo>
                  <a:lnTo>
                    <a:pt x="89778" y="556246"/>
                  </a:lnTo>
                  <a:lnTo>
                    <a:pt x="64108" y="555975"/>
                  </a:lnTo>
                  <a:lnTo>
                    <a:pt x="61195" y="541006"/>
                  </a:lnTo>
                  <a:lnTo>
                    <a:pt x="56183" y="525801"/>
                  </a:lnTo>
                  <a:lnTo>
                    <a:pt x="53271" y="513643"/>
                  </a:lnTo>
                  <a:lnTo>
                    <a:pt x="59333" y="475883"/>
                  </a:lnTo>
                  <a:lnTo>
                    <a:pt x="50494" y="451838"/>
                  </a:lnTo>
                  <a:lnTo>
                    <a:pt x="34272" y="404189"/>
                  </a:lnTo>
                  <a:lnTo>
                    <a:pt x="69967" y="365717"/>
                  </a:lnTo>
                  <a:lnTo>
                    <a:pt x="78907" y="341300"/>
                  </a:lnTo>
                  <a:lnTo>
                    <a:pt x="84021" y="338218"/>
                  </a:lnTo>
                  <a:lnTo>
                    <a:pt x="87848" y="318305"/>
                  </a:lnTo>
                  <a:lnTo>
                    <a:pt x="82395" y="308247"/>
                  </a:lnTo>
                  <a:lnTo>
                    <a:pt x="83852" y="282949"/>
                  </a:lnTo>
                  <a:lnTo>
                    <a:pt x="90456" y="259480"/>
                  </a:lnTo>
                  <a:lnTo>
                    <a:pt x="90388" y="216606"/>
                  </a:lnTo>
                  <a:lnTo>
                    <a:pt x="72778" y="205735"/>
                  </a:lnTo>
                  <a:lnTo>
                    <a:pt x="56658" y="203263"/>
                  </a:lnTo>
                  <a:lnTo>
                    <a:pt x="49343" y="194898"/>
                  </a:lnTo>
                  <a:lnTo>
                    <a:pt x="33663" y="187752"/>
                  </a:lnTo>
                  <a:lnTo>
                    <a:pt x="5419" y="188429"/>
                  </a:lnTo>
                  <a:lnTo>
                    <a:pt x="3217" y="175798"/>
                  </a:lnTo>
                  <a:lnTo>
                    <a:pt x="0" y="151685"/>
                  </a:lnTo>
                  <a:lnTo>
                    <a:pt x="102783" y="123780"/>
                  </a:lnTo>
                  <a:lnTo>
                    <a:pt x="122289" y="140035"/>
                  </a:lnTo>
                  <a:lnTo>
                    <a:pt x="131603" y="136920"/>
                  </a:lnTo>
                  <a:lnTo>
                    <a:pt x="144980" y="145487"/>
                  </a:lnTo>
                  <a:lnTo>
                    <a:pt x="146944" y="159068"/>
                  </a:lnTo>
                  <a:lnTo>
                    <a:pt x="139798" y="174815"/>
                  </a:lnTo>
                  <a:lnTo>
                    <a:pt x="142304" y="198691"/>
                  </a:lnTo>
                  <a:lnTo>
                    <a:pt x="164418" y="219586"/>
                  </a:lnTo>
                  <a:lnTo>
                    <a:pt x="174748" y="196083"/>
                  </a:lnTo>
                  <a:lnTo>
                    <a:pt x="189412" y="188971"/>
                  </a:lnTo>
                  <a:lnTo>
                    <a:pt x="186533" y="145420"/>
                  </a:lnTo>
                  <a:lnTo>
                    <a:pt x="172343" y="120935"/>
                  </a:lnTo>
                  <a:lnTo>
                    <a:pt x="160117" y="109996"/>
                  </a:lnTo>
                  <a:lnTo>
                    <a:pt x="148366" y="110504"/>
                  </a:lnTo>
                  <a:lnTo>
                    <a:pt x="138884" y="66479"/>
                  </a:lnTo>
                  <a:lnTo>
                    <a:pt x="148366" y="4074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7" name="Forma libre: forma 76">
              <a:extLst>
                <a:ext uri="{FF2B5EF4-FFF2-40B4-BE49-F238E27FC236}">
                  <a16:creationId xmlns:a16="http://schemas.microsoft.com/office/drawing/2014/main" id="{3FEB7029-737A-883A-7A43-C7D32AE8BBD7}"/>
                </a:ext>
              </a:extLst>
            </p:cNvPr>
            <p:cNvSpPr/>
            <p:nvPr/>
          </p:nvSpPr>
          <p:spPr>
            <a:xfrm>
              <a:off x="7134749" y="4297997"/>
              <a:ext cx="47242" cy="55065"/>
            </a:xfrm>
            <a:custGeom>
              <a:avLst/>
              <a:gdLst>
                <a:gd name="csX0" fmla="*/ 47243 w 47242"/>
                <a:gd name="csY0" fmla="*/ 36372 h 55065"/>
                <a:gd name="csX1" fmla="*/ 40334 w 47242"/>
                <a:gd name="csY1" fmla="*/ 51408 h 55065"/>
                <a:gd name="csX2" fmla="*/ 20523 w 47242"/>
                <a:gd name="csY2" fmla="*/ 55066 h 55065"/>
                <a:gd name="csX3" fmla="*/ 305 w 47242"/>
                <a:gd name="csY3" fmla="*/ 36711 h 55065"/>
                <a:gd name="csX4" fmla="*/ 0 w 47242"/>
                <a:gd name="csY4" fmla="*/ 24993 h 55065"/>
                <a:gd name="csX5" fmla="*/ 9245 w 47242"/>
                <a:gd name="csY5" fmla="*/ 12293 h 55065"/>
                <a:gd name="csX6" fmla="*/ 12429 w 47242"/>
                <a:gd name="csY6" fmla="*/ 2404 h 55065"/>
                <a:gd name="csX7" fmla="*/ 22216 w 47242"/>
                <a:gd name="csY7" fmla="*/ 0 h 55065"/>
                <a:gd name="csX8" fmla="*/ 39318 w 47242"/>
                <a:gd name="csY8" fmla="*/ 6197 h 55065"/>
                <a:gd name="csX9" fmla="*/ 44330 w 47242"/>
                <a:gd name="csY9" fmla="*/ 21403 h 55065"/>
                <a:gd name="csX10" fmla="*/ 47243 w 47242"/>
                <a:gd name="csY10" fmla="*/ 36372 h 550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7242" h="55065">
                  <a:moveTo>
                    <a:pt x="47243" y="36372"/>
                  </a:moveTo>
                  <a:lnTo>
                    <a:pt x="40334" y="51408"/>
                  </a:lnTo>
                  <a:lnTo>
                    <a:pt x="20523" y="55066"/>
                  </a:lnTo>
                  <a:lnTo>
                    <a:pt x="305" y="36711"/>
                  </a:lnTo>
                  <a:lnTo>
                    <a:pt x="0" y="24993"/>
                  </a:lnTo>
                  <a:lnTo>
                    <a:pt x="9245" y="12293"/>
                  </a:lnTo>
                  <a:lnTo>
                    <a:pt x="12429" y="2404"/>
                  </a:lnTo>
                  <a:lnTo>
                    <a:pt x="22216" y="0"/>
                  </a:lnTo>
                  <a:lnTo>
                    <a:pt x="39318" y="6197"/>
                  </a:lnTo>
                  <a:lnTo>
                    <a:pt x="44330" y="21403"/>
                  </a:lnTo>
                  <a:lnTo>
                    <a:pt x="47243" y="3637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8" name="Forma libre: forma 77">
              <a:extLst>
                <a:ext uri="{FF2B5EF4-FFF2-40B4-BE49-F238E27FC236}">
                  <a16:creationId xmlns:a16="http://schemas.microsoft.com/office/drawing/2014/main" id="{22170607-806B-120A-7B37-DDF640DC6060}"/>
                </a:ext>
              </a:extLst>
            </p:cNvPr>
            <p:cNvSpPr/>
            <p:nvPr/>
          </p:nvSpPr>
          <p:spPr>
            <a:xfrm>
              <a:off x="6490045" y="3579296"/>
              <a:ext cx="421290" cy="456951"/>
            </a:xfrm>
            <a:custGeom>
              <a:avLst/>
              <a:gdLst>
                <a:gd name="csX0" fmla="*/ 45922 w 421290"/>
                <a:gd name="csY0" fmla="*/ 11616 h 456951"/>
                <a:gd name="csX1" fmla="*/ 33595 w 421290"/>
                <a:gd name="csY1" fmla="*/ 18728 h 456951"/>
                <a:gd name="csX2" fmla="*/ 28041 w 421290"/>
                <a:gd name="csY2" fmla="*/ 27431 h 456951"/>
                <a:gd name="csX3" fmla="*/ 26991 w 421290"/>
                <a:gd name="csY3" fmla="*/ 42197 h 456951"/>
                <a:gd name="csX4" fmla="*/ 18356 w 421290"/>
                <a:gd name="csY4" fmla="*/ 45787 h 456951"/>
                <a:gd name="csX5" fmla="*/ 9313 w 421290"/>
                <a:gd name="csY5" fmla="*/ 20319 h 456951"/>
                <a:gd name="csX6" fmla="*/ 22995 w 421290"/>
                <a:gd name="csY6" fmla="*/ 5689 h 456951"/>
                <a:gd name="csX7" fmla="*/ 33222 w 421290"/>
                <a:gd name="csY7" fmla="*/ 0 h 456951"/>
                <a:gd name="csX8" fmla="*/ 45922 w 421290"/>
                <a:gd name="csY8" fmla="*/ 11616 h 456951"/>
                <a:gd name="csX9" fmla="*/ 23097 w 421290"/>
                <a:gd name="csY9" fmla="*/ 56285 h 456951"/>
                <a:gd name="csX10" fmla="*/ 37083 w 421290"/>
                <a:gd name="csY10" fmla="*/ 51747 h 456951"/>
                <a:gd name="csX11" fmla="*/ 46904 w 421290"/>
                <a:gd name="csY11" fmla="*/ 52356 h 456951"/>
                <a:gd name="csX12" fmla="*/ 58791 w 421290"/>
                <a:gd name="csY12" fmla="*/ 48292 h 456951"/>
                <a:gd name="csX13" fmla="*/ 158729 w 421290"/>
                <a:gd name="csY13" fmla="*/ 48733 h 456951"/>
                <a:gd name="csX14" fmla="*/ 167060 w 421290"/>
                <a:gd name="csY14" fmla="*/ 73997 h 456951"/>
                <a:gd name="csX15" fmla="*/ 176780 w 421290"/>
                <a:gd name="csY15" fmla="*/ 94282 h 456951"/>
                <a:gd name="csX16" fmla="*/ 184569 w 421290"/>
                <a:gd name="csY16" fmla="*/ 105255 h 456951"/>
                <a:gd name="csX17" fmla="*/ 197540 w 421290"/>
                <a:gd name="csY17" fmla="*/ 122967 h 456951"/>
                <a:gd name="csX18" fmla="*/ 219925 w 421290"/>
                <a:gd name="csY18" fmla="*/ 120224 h 456951"/>
                <a:gd name="csX19" fmla="*/ 231101 w 421290"/>
                <a:gd name="csY19" fmla="*/ 115448 h 456951"/>
                <a:gd name="csX20" fmla="*/ 249828 w 421290"/>
                <a:gd name="csY20" fmla="*/ 120224 h 456951"/>
                <a:gd name="csX21" fmla="*/ 254908 w 421290"/>
                <a:gd name="csY21" fmla="*/ 111757 h 456951"/>
                <a:gd name="csX22" fmla="*/ 263408 w 421290"/>
                <a:gd name="csY22" fmla="*/ 92013 h 456951"/>
                <a:gd name="csX23" fmla="*/ 284405 w 421290"/>
                <a:gd name="csY23" fmla="*/ 90692 h 456951"/>
                <a:gd name="csX24" fmla="*/ 286234 w 421290"/>
                <a:gd name="csY24" fmla="*/ 84834 h 456951"/>
                <a:gd name="csX25" fmla="*/ 303506 w 421290"/>
                <a:gd name="csY25" fmla="*/ 84698 h 456951"/>
                <a:gd name="csX26" fmla="*/ 300559 w 421290"/>
                <a:gd name="csY26" fmla="*/ 96924 h 456951"/>
                <a:gd name="csX27" fmla="*/ 341638 w 421290"/>
                <a:gd name="csY27" fmla="*/ 96619 h 456951"/>
                <a:gd name="csX28" fmla="*/ 342248 w 421290"/>
                <a:gd name="csY28" fmla="*/ 117921 h 456951"/>
                <a:gd name="csX29" fmla="*/ 349123 w 421290"/>
                <a:gd name="csY29" fmla="*/ 130993 h 456951"/>
                <a:gd name="csX30" fmla="*/ 344145 w 421290"/>
                <a:gd name="csY30" fmla="*/ 151414 h 456951"/>
                <a:gd name="csX31" fmla="*/ 346617 w 421290"/>
                <a:gd name="csY31" fmla="*/ 172242 h 456951"/>
                <a:gd name="csX32" fmla="*/ 357928 w 421290"/>
                <a:gd name="csY32" fmla="*/ 184806 h 456951"/>
                <a:gd name="csX33" fmla="*/ 356099 w 421290"/>
                <a:gd name="csY33" fmla="*/ 225106 h 456951"/>
                <a:gd name="csX34" fmla="*/ 364498 w 421290"/>
                <a:gd name="csY34" fmla="*/ 221990 h 456951"/>
                <a:gd name="csX35" fmla="*/ 379196 w 421290"/>
                <a:gd name="csY35" fmla="*/ 222837 h 456951"/>
                <a:gd name="csX36" fmla="*/ 400192 w 421290"/>
                <a:gd name="csY36" fmla="*/ 217757 h 456951"/>
                <a:gd name="csX37" fmla="*/ 415601 w 421290"/>
                <a:gd name="csY37" fmla="*/ 219755 h 456951"/>
                <a:gd name="csX38" fmla="*/ 419191 w 421290"/>
                <a:gd name="csY38" fmla="*/ 230254 h 456951"/>
                <a:gd name="csX39" fmla="*/ 415331 w 421290"/>
                <a:gd name="csY39" fmla="*/ 246679 h 456951"/>
                <a:gd name="csX40" fmla="*/ 421291 w 421290"/>
                <a:gd name="csY40" fmla="*/ 262562 h 456951"/>
                <a:gd name="csX41" fmla="*/ 416245 w 421290"/>
                <a:gd name="csY41" fmla="*/ 275261 h 456951"/>
                <a:gd name="csX42" fmla="*/ 419124 w 421290"/>
                <a:gd name="csY42" fmla="*/ 286945 h 456951"/>
                <a:gd name="csX43" fmla="*/ 348615 w 421290"/>
                <a:gd name="csY43" fmla="*/ 286505 h 456951"/>
                <a:gd name="csX44" fmla="*/ 347057 w 421290"/>
                <a:gd name="csY44" fmla="*/ 394266 h 456951"/>
                <a:gd name="csX45" fmla="*/ 369882 w 421290"/>
                <a:gd name="csY45" fmla="*/ 421968 h 456951"/>
                <a:gd name="csX46" fmla="*/ 391997 w 421290"/>
                <a:gd name="csY46" fmla="*/ 443134 h 456951"/>
                <a:gd name="csX47" fmla="*/ 329751 w 421290"/>
                <a:gd name="csY47" fmla="*/ 456951 h 456951"/>
                <a:gd name="csX48" fmla="*/ 247762 w 421290"/>
                <a:gd name="csY48" fmla="*/ 452143 h 456951"/>
                <a:gd name="csX49" fmla="*/ 224293 w 421290"/>
                <a:gd name="csY49" fmla="*/ 435921 h 456951"/>
                <a:gd name="csX50" fmla="*/ 87035 w 421290"/>
                <a:gd name="csY50" fmla="*/ 437377 h 456951"/>
                <a:gd name="csX51" fmla="*/ 81922 w 421290"/>
                <a:gd name="csY51" fmla="*/ 439747 h 456951"/>
                <a:gd name="csX52" fmla="*/ 61704 w 421290"/>
                <a:gd name="csY52" fmla="*/ 424440 h 456951"/>
                <a:gd name="csX53" fmla="*/ 39758 w 421290"/>
                <a:gd name="csY53" fmla="*/ 423424 h 456951"/>
                <a:gd name="csX54" fmla="*/ 19473 w 421290"/>
                <a:gd name="csY54" fmla="*/ 429215 h 456951"/>
                <a:gd name="csX55" fmla="*/ 3183 w 421290"/>
                <a:gd name="csY55" fmla="*/ 435650 h 456951"/>
                <a:gd name="csX56" fmla="*/ 0 w 421290"/>
                <a:gd name="csY56" fmla="*/ 414348 h 456951"/>
                <a:gd name="csX57" fmla="*/ 4708 w 421290"/>
                <a:gd name="csY57" fmla="*/ 384580 h 456951"/>
                <a:gd name="csX58" fmla="*/ 16391 w 421290"/>
                <a:gd name="csY58" fmla="*/ 353559 h 456951"/>
                <a:gd name="csX59" fmla="*/ 18152 w 421290"/>
                <a:gd name="csY59" fmla="*/ 339031 h 456951"/>
                <a:gd name="csX60" fmla="*/ 29125 w 421290"/>
                <a:gd name="csY60" fmla="*/ 308517 h 456951"/>
                <a:gd name="csX61" fmla="*/ 37185 w 421290"/>
                <a:gd name="csY61" fmla="*/ 294633 h 456951"/>
                <a:gd name="csX62" fmla="*/ 56658 w 421290"/>
                <a:gd name="csY62" fmla="*/ 272484 h 456951"/>
                <a:gd name="csX63" fmla="*/ 67529 w 421290"/>
                <a:gd name="csY63" fmla="*/ 257414 h 456951"/>
                <a:gd name="csX64" fmla="*/ 71084 w 421290"/>
                <a:gd name="csY64" fmla="*/ 232319 h 456951"/>
                <a:gd name="csX65" fmla="*/ 69290 w 421290"/>
                <a:gd name="csY65" fmla="*/ 213118 h 456951"/>
                <a:gd name="csX66" fmla="*/ 59163 w 421290"/>
                <a:gd name="csY66" fmla="*/ 201027 h 456951"/>
                <a:gd name="csX67" fmla="*/ 50155 w 421290"/>
                <a:gd name="csY67" fmla="*/ 180471 h 456951"/>
                <a:gd name="csX68" fmla="*/ 41824 w 421290"/>
                <a:gd name="csY68" fmla="*/ 160151 h 456951"/>
                <a:gd name="csX69" fmla="*/ 43653 w 421290"/>
                <a:gd name="csY69" fmla="*/ 153107 h 456951"/>
                <a:gd name="csX70" fmla="*/ 54050 w 421290"/>
                <a:gd name="csY70" fmla="*/ 139697 h 456951"/>
                <a:gd name="csX71" fmla="*/ 43788 w 421290"/>
                <a:gd name="csY71" fmla="*/ 106982 h 456951"/>
                <a:gd name="csX72" fmla="*/ 36846 w 421290"/>
                <a:gd name="csY72" fmla="*/ 84292 h 456951"/>
                <a:gd name="csX73" fmla="*/ 19879 w 421290"/>
                <a:gd name="csY73" fmla="*/ 62855 h 456951"/>
                <a:gd name="csX74" fmla="*/ 23097 w 421290"/>
                <a:gd name="csY74" fmla="*/ 56285 h 4569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</a:cxnLst>
              <a:rect l="l" t="t" r="r" b="b"/>
              <a:pathLst>
                <a:path w="421290" h="456951">
                  <a:moveTo>
                    <a:pt x="45922" y="11616"/>
                  </a:moveTo>
                  <a:lnTo>
                    <a:pt x="33595" y="18728"/>
                  </a:lnTo>
                  <a:lnTo>
                    <a:pt x="28041" y="27431"/>
                  </a:lnTo>
                  <a:lnTo>
                    <a:pt x="26991" y="42197"/>
                  </a:lnTo>
                  <a:lnTo>
                    <a:pt x="18356" y="45787"/>
                  </a:lnTo>
                  <a:lnTo>
                    <a:pt x="9313" y="20319"/>
                  </a:lnTo>
                  <a:lnTo>
                    <a:pt x="22995" y="5689"/>
                  </a:lnTo>
                  <a:lnTo>
                    <a:pt x="33222" y="0"/>
                  </a:lnTo>
                  <a:lnTo>
                    <a:pt x="45922" y="11616"/>
                  </a:lnTo>
                  <a:close/>
                  <a:moveTo>
                    <a:pt x="23097" y="56285"/>
                  </a:moveTo>
                  <a:lnTo>
                    <a:pt x="37083" y="51747"/>
                  </a:lnTo>
                  <a:lnTo>
                    <a:pt x="46904" y="52356"/>
                  </a:lnTo>
                  <a:lnTo>
                    <a:pt x="58791" y="48292"/>
                  </a:lnTo>
                  <a:lnTo>
                    <a:pt x="158729" y="48733"/>
                  </a:lnTo>
                  <a:lnTo>
                    <a:pt x="167060" y="73997"/>
                  </a:lnTo>
                  <a:lnTo>
                    <a:pt x="176780" y="94282"/>
                  </a:lnTo>
                  <a:lnTo>
                    <a:pt x="184569" y="105255"/>
                  </a:lnTo>
                  <a:lnTo>
                    <a:pt x="197540" y="122967"/>
                  </a:lnTo>
                  <a:lnTo>
                    <a:pt x="219925" y="120224"/>
                  </a:lnTo>
                  <a:lnTo>
                    <a:pt x="231101" y="115448"/>
                  </a:lnTo>
                  <a:lnTo>
                    <a:pt x="249828" y="120224"/>
                  </a:lnTo>
                  <a:lnTo>
                    <a:pt x="254908" y="111757"/>
                  </a:lnTo>
                  <a:lnTo>
                    <a:pt x="263408" y="92013"/>
                  </a:lnTo>
                  <a:lnTo>
                    <a:pt x="284405" y="90692"/>
                  </a:lnTo>
                  <a:lnTo>
                    <a:pt x="286234" y="84834"/>
                  </a:lnTo>
                  <a:lnTo>
                    <a:pt x="303506" y="84698"/>
                  </a:lnTo>
                  <a:lnTo>
                    <a:pt x="300559" y="96924"/>
                  </a:lnTo>
                  <a:lnTo>
                    <a:pt x="341638" y="96619"/>
                  </a:lnTo>
                  <a:lnTo>
                    <a:pt x="342248" y="117921"/>
                  </a:lnTo>
                  <a:lnTo>
                    <a:pt x="349123" y="130993"/>
                  </a:lnTo>
                  <a:lnTo>
                    <a:pt x="344145" y="151414"/>
                  </a:lnTo>
                  <a:lnTo>
                    <a:pt x="346617" y="172242"/>
                  </a:lnTo>
                  <a:lnTo>
                    <a:pt x="357928" y="184806"/>
                  </a:lnTo>
                  <a:lnTo>
                    <a:pt x="356099" y="225106"/>
                  </a:lnTo>
                  <a:lnTo>
                    <a:pt x="364498" y="221990"/>
                  </a:lnTo>
                  <a:lnTo>
                    <a:pt x="379196" y="222837"/>
                  </a:lnTo>
                  <a:lnTo>
                    <a:pt x="400192" y="217757"/>
                  </a:lnTo>
                  <a:lnTo>
                    <a:pt x="415601" y="219755"/>
                  </a:lnTo>
                  <a:lnTo>
                    <a:pt x="419191" y="230254"/>
                  </a:lnTo>
                  <a:lnTo>
                    <a:pt x="415331" y="246679"/>
                  </a:lnTo>
                  <a:lnTo>
                    <a:pt x="421291" y="262562"/>
                  </a:lnTo>
                  <a:lnTo>
                    <a:pt x="416245" y="275261"/>
                  </a:lnTo>
                  <a:lnTo>
                    <a:pt x="419124" y="286945"/>
                  </a:lnTo>
                  <a:lnTo>
                    <a:pt x="348615" y="286505"/>
                  </a:lnTo>
                  <a:lnTo>
                    <a:pt x="347057" y="394266"/>
                  </a:lnTo>
                  <a:lnTo>
                    <a:pt x="369882" y="421968"/>
                  </a:lnTo>
                  <a:lnTo>
                    <a:pt x="391997" y="443134"/>
                  </a:lnTo>
                  <a:lnTo>
                    <a:pt x="329751" y="456951"/>
                  </a:lnTo>
                  <a:lnTo>
                    <a:pt x="247762" y="452143"/>
                  </a:lnTo>
                  <a:lnTo>
                    <a:pt x="224293" y="435921"/>
                  </a:lnTo>
                  <a:lnTo>
                    <a:pt x="87035" y="437377"/>
                  </a:lnTo>
                  <a:lnTo>
                    <a:pt x="81922" y="439747"/>
                  </a:lnTo>
                  <a:lnTo>
                    <a:pt x="61704" y="424440"/>
                  </a:lnTo>
                  <a:lnTo>
                    <a:pt x="39758" y="423424"/>
                  </a:lnTo>
                  <a:lnTo>
                    <a:pt x="19473" y="429215"/>
                  </a:lnTo>
                  <a:lnTo>
                    <a:pt x="3183" y="435650"/>
                  </a:lnTo>
                  <a:lnTo>
                    <a:pt x="0" y="414348"/>
                  </a:lnTo>
                  <a:lnTo>
                    <a:pt x="4708" y="384580"/>
                  </a:lnTo>
                  <a:lnTo>
                    <a:pt x="16391" y="353559"/>
                  </a:lnTo>
                  <a:lnTo>
                    <a:pt x="18152" y="339031"/>
                  </a:lnTo>
                  <a:lnTo>
                    <a:pt x="29125" y="308517"/>
                  </a:lnTo>
                  <a:lnTo>
                    <a:pt x="37185" y="294633"/>
                  </a:lnTo>
                  <a:lnTo>
                    <a:pt x="56658" y="272484"/>
                  </a:lnTo>
                  <a:lnTo>
                    <a:pt x="67529" y="257414"/>
                  </a:lnTo>
                  <a:lnTo>
                    <a:pt x="71084" y="232319"/>
                  </a:lnTo>
                  <a:lnTo>
                    <a:pt x="69290" y="213118"/>
                  </a:lnTo>
                  <a:lnTo>
                    <a:pt x="59163" y="201027"/>
                  </a:lnTo>
                  <a:lnTo>
                    <a:pt x="50155" y="180471"/>
                  </a:lnTo>
                  <a:lnTo>
                    <a:pt x="41824" y="160151"/>
                  </a:lnTo>
                  <a:lnTo>
                    <a:pt x="43653" y="153107"/>
                  </a:lnTo>
                  <a:lnTo>
                    <a:pt x="54050" y="139697"/>
                  </a:lnTo>
                  <a:lnTo>
                    <a:pt x="43788" y="106982"/>
                  </a:lnTo>
                  <a:lnTo>
                    <a:pt x="36846" y="84292"/>
                  </a:lnTo>
                  <a:lnTo>
                    <a:pt x="19879" y="62855"/>
                  </a:lnTo>
                  <a:lnTo>
                    <a:pt x="23097" y="5628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79" name="Forma libre: forma 78">
              <a:extLst>
                <a:ext uri="{FF2B5EF4-FFF2-40B4-BE49-F238E27FC236}">
                  <a16:creationId xmlns:a16="http://schemas.microsoft.com/office/drawing/2014/main" id="{4387CD30-B172-FB06-7B7B-4480317C449A}"/>
                </a:ext>
              </a:extLst>
            </p:cNvPr>
            <p:cNvSpPr/>
            <p:nvPr/>
          </p:nvSpPr>
          <p:spPr>
            <a:xfrm>
              <a:off x="7078802" y="3508516"/>
              <a:ext cx="58486" cy="72879"/>
            </a:xfrm>
            <a:custGeom>
              <a:avLst/>
              <a:gdLst>
                <a:gd name="csX0" fmla="*/ 48936 w 58486"/>
                <a:gd name="csY0" fmla="*/ 2235 h 72879"/>
                <a:gd name="csX1" fmla="*/ 50901 w 58486"/>
                <a:gd name="csY1" fmla="*/ 15578 h 72879"/>
                <a:gd name="csX2" fmla="*/ 58182 w 58486"/>
                <a:gd name="csY2" fmla="*/ 23232 h 72879"/>
                <a:gd name="csX3" fmla="*/ 58486 w 58486"/>
                <a:gd name="csY3" fmla="*/ 34238 h 72879"/>
                <a:gd name="csX4" fmla="*/ 50155 w 58486"/>
                <a:gd name="csY4" fmla="*/ 41350 h 72879"/>
                <a:gd name="csX5" fmla="*/ 36948 w 58486"/>
                <a:gd name="csY5" fmla="*/ 58994 h 72879"/>
                <a:gd name="csX6" fmla="*/ 24688 w 58486"/>
                <a:gd name="csY6" fmla="*/ 71254 h 72879"/>
                <a:gd name="csX7" fmla="*/ 10668 w 58486"/>
                <a:gd name="csY7" fmla="*/ 72879 h 72879"/>
                <a:gd name="csX8" fmla="*/ 8501 w 58486"/>
                <a:gd name="csY8" fmla="*/ 32037 h 72879"/>
                <a:gd name="csX9" fmla="*/ 0 w 58486"/>
                <a:gd name="csY9" fmla="*/ 16628 h 72879"/>
                <a:gd name="csX10" fmla="*/ 20557 w 58486"/>
                <a:gd name="csY10" fmla="*/ 19304 h 72879"/>
                <a:gd name="csX11" fmla="*/ 30920 w 58486"/>
                <a:gd name="csY11" fmla="*/ 0 h 72879"/>
                <a:gd name="csX12" fmla="*/ 48936 w 58486"/>
                <a:gd name="csY12" fmla="*/ 2235 h 728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8486" h="72879">
                  <a:moveTo>
                    <a:pt x="48936" y="2235"/>
                  </a:moveTo>
                  <a:lnTo>
                    <a:pt x="50901" y="15578"/>
                  </a:lnTo>
                  <a:lnTo>
                    <a:pt x="58182" y="23232"/>
                  </a:lnTo>
                  <a:lnTo>
                    <a:pt x="58486" y="34238"/>
                  </a:lnTo>
                  <a:lnTo>
                    <a:pt x="50155" y="41350"/>
                  </a:lnTo>
                  <a:lnTo>
                    <a:pt x="36948" y="58994"/>
                  </a:lnTo>
                  <a:lnTo>
                    <a:pt x="24688" y="71254"/>
                  </a:lnTo>
                  <a:lnTo>
                    <a:pt x="10668" y="72879"/>
                  </a:lnTo>
                  <a:lnTo>
                    <a:pt x="8501" y="32037"/>
                  </a:lnTo>
                  <a:lnTo>
                    <a:pt x="0" y="16628"/>
                  </a:lnTo>
                  <a:lnTo>
                    <a:pt x="20557" y="19304"/>
                  </a:lnTo>
                  <a:lnTo>
                    <a:pt x="30920" y="0"/>
                  </a:lnTo>
                  <a:lnTo>
                    <a:pt x="48936" y="223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0" name="Forma libre: forma 79">
              <a:extLst>
                <a:ext uri="{FF2B5EF4-FFF2-40B4-BE49-F238E27FC236}">
                  <a16:creationId xmlns:a16="http://schemas.microsoft.com/office/drawing/2014/main" id="{F1C94629-8E4B-B35B-C52D-4793746456D3}"/>
                </a:ext>
              </a:extLst>
            </p:cNvPr>
            <p:cNvSpPr/>
            <p:nvPr/>
          </p:nvSpPr>
          <p:spPr>
            <a:xfrm>
              <a:off x="7256259" y="2302047"/>
              <a:ext cx="53203" cy="127877"/>
            </a:xfrm>
            <a:custGeom>
              <a:avLst/>
              <a:gdLst>
                <a:gd name="csX0" fmla="*/ 49275 w 53203"/>
                <a:gd name="csY0" fmla="*/ 19236 h 127877"/>
                <a:gd name="csX1" fmla="*/ 43382 w 53203"/>
                <a:gd name="csY1" fmla="*/ 29904 h 127877"/>
                <a:gd name="csX2" fmla="*/ 31123 w 53203"/>
                <a:gd name="csY2" fmla="*/ 25196 h 127877"/>
                <a:gd name="csX3" fmla="*/ 24045 w 53203"/>
                <a:gd name="csY3" fmla="*/ 47751 h 127877"/>
                <a:gd name="csX4" fmla="*/ 32545 w 53203"/>
                <a:gd name="csY4" fmla="*/ 51578 h 127877"/>
                <a:gd name="csX5" fmla="*/ 23909 w 53203"/>
                <a:gd name="csY5" fmla="*/ 56217 h 127877"/>
                <a:gd name="csX6" fmla="*/ 22419 w 53203"/>
                <a:gd name="csY6" fmla="*/ 65158 h 127877"/>
                <a:gd name="csX7" fmla="*/ 38370 w 53203"/>
                <a:gd name="csY7" fmla="*/ 60552 h 127877"/>
                <a:gd name="csX8" fmla="*/ 39149 w 53203"/>
                <a:gd name="csY8" fmla="*/ 73726 h 127877"/>
                <a:gd name="csX9" fmla="*/ 22284 w 53203"/>
                <a:gd name="csY9" fmla="*/ 127877 h 127877"/>
                <a:gd name="csX10" fmla="*/ 18897 w 53203"/>
                <a:gd name="csY10" fmla="*/ 119072 h 127877"/>
                <a:gd name="csX11" fmla="*/ 0 w 53203"/>
                <a:gd name="csY11" fmla="*/ 69696 h 127877"/>
                <a:gd name="csX12" fmla="*/ 0 w 53203"/>
                <a:gd name="csY12" fmla="*/ 69696 h 127877"/>
                <a:gd name="csX13" fmla="*/ 0 w 53203"/>
                <a:gd name="csY13" fmla="*/ 69696 h 127877"/>
                <a:gd name="csX14" fmla="*/ 9855 w 53203"/>
                <a:gd name="csY14" fmla="*/ 58520 h 127877"/>
                <a:gd name="csX15" fmla="*/ 7552 w 53203"/>
                <a:gd name="csY15" fmla="*/ 56590 h 127877"/>
                <a:gd name="csX16" fmla="*/ 16527 w 53203"/>
                <a:gd name="csY16" fmla="*/ 40774 h 127877"/>
                <a:gd name="csX17" fmla="*/ 23367 w 53203"/>
                <a:gd name="csY17" fmla="*/ 15240 h 127877"/>
                <a:gd name="csX18" fmla="*/ 28210 w 53203"/>
                <a:gd name="csY18" fmla="*/ 6638 h 127877"/>
                <a:gd name="csX19" fmla="*/ 29159 w 53203"/>
                <a:gd name="csY19" fmla="*/ 6299 h 127877"/>
                <a:gd name="csX20" fmla="*/ 40503 w 53203"/>
                <a:gd name="csY20" fmla="*/ 6367 h 127877"/>
                <a:gd name="csX21" fmla="*/ 43619 w 53203"/>
                <a:gd name="csY21" fmla="*/ 440 h 127877"/>
                <a:gd name="csX22" fmla="*/ 52695 w 53203"/>
                <a:gd name="csY22" fmla="*/ 0 h 127877"/>
                <a:gd name="csX23" fmla="*/ 53203 w 53203"/>
                <a:gd name="csY23" fmla="*/ 13851 h 127877"/>
                <a:gd name="csX24" fmla="*/ 48631 w 53203"/>
                <a:gd name="csY24" fmla="*/ 18999 h 127877"/>
                <a:gd name="csX25" fmla="*/ 49275 w 53203"/>
                <a:gd name="csY25" fmla="*/ 19236 h 1278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53203" h="127877">
                  <a:moveTo>
                    <a:pt x="49275" y="19236"/>
                  </a:moveTo>
                  <a:lnTo>
                    <a:pt x="43382" y="29904"/>
                  </a:lnTo>
                  <a:lnTo>
                    <a:pt x="31123" y="25196"/>
                  </a:lnTo>
                  <a:lnTo>
                    <a:pt x="24045" y="47751"/>
                  </a:lnTo>
                  <a:lnTo>
                    <a:pt x="32545" y="51578"/>
                  </a:lnTo>
                  <a:lnTo>
                    <a:pt x="23909" y="56217"/>
                  </a:lnTo>
                  <a:lnTo>
                    <a:pt x="22419" y="65158"/>
                  </a:lnTo>
                  <a:lnTo>
                    <a:pt x="38370" y="60552"/>
                  </a:lnTo>
                  <a:lnTo>
                    <a:pt x="39149" y="73726"/>
                  </a:lnTo>
                  <a:lnTo>
                    <a:pt x="22284" y="127877"/>
                  </a:lnTo>
                  <a:lnTo>
                    <a:pt x="18897" y="119072"/>
                  </a:lnTo>
                  <a:lnTo>
                    <a:pt x="0" y="69696"/>
                  </a:lnTo>
                  <a:lnTo>
                    <a:pt x="0" y="69696"/>
                  </a:lnTo>
                  <a:lnTo>
                    <a:pt x="0" y="69696"/>
                  </a:lnTo>
                  <a:lnTo>
                    <a:pt x="9855" y="58520"/>
                  </a:lnTo>
                  <a:lnTo>
                    <a:pt x="7552" y="56590"/>
                  </a:lnTo>
                  <a:lnTo>
                    <a:pt x="16527" y="40774"/>
                  </a:lnTo>
                  <a:lnTo>
                    <a:pt x="23367" y="15240"/>
                  </a:lnTo>
                  <a:lnTo>
                    <a:pt x="28210" y="6638"/>
                  </a:lnTo>
                  <a:lnTo>
                    <a:pt x="29159" y="6299"/>
                  </a:lnTo>
                  <a:lnTo>
                    <a:pt x="40503" y="6367"/>
                  </a:lnTo>
                  <a:lnTo>
                    <a:pt x="43619" y="440"/>
                  </a:lnTo>
                  <a:lnTo>
                    <a:pt x="52695" y="0"/>
                  </a:lnTo>
                  <a:lnTo>
                    <a:pt x="53203" y="13851"/>
                  </a:lnTo>
                  <a:lnTo>
                    <a:pt x="48631" y="18999"/>
                  </a:lnTo>
                  <a:lnTo>
                    <a:pt x="49275" y="1923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1" name="Forma libre: forma 80">
              <a:extLst>
                <a:ext uri="{FF2B5EF4-FFF2-40B4-BE49-F238E27FC236}">
                  <a16:creationId xmlns:a16="http://schemas.microsoft.com/office/drawing/2014/main" id="{CA221E9B-78AE-75BF-F725-F52D2BF14C2C}"/>
                </a:ext>
              </a:extLst>
            </p:cNvPr>
            <p:cNvSpPr/>
            <p:nvPr/>
          </p:nvSpPr>
          <p:spPr>
            <a:xfrm>
              <a:off x="7285418" y="2255718"/>
              <a:ext cx="50324" cy="52695"/>
            </a:xfrm>
            <a:custGeom>
              <a:avLst/>
              <a:gdLst>
                <a:gd name="csX0" fmla="*/ 23536 w 50324"/>
                <a:gd name="csY0" fmla="*/ 46328 h 52695"/>
                <a:gd name="csX1" fmla="*/ 14460 w 50324"/>
                <a:gd name="csY1" fmla="*/ 46769 h 52695"/>
                <a:gd name="csX2" fmla="*/ 11345 w 50324"/>
                <a:gd name="csY2" fmla="*/ 52695 h 52695"/>
                <a:gd name="csX3" fmla="*/ 0 w 50324"/>
                <a:gd name="csY3" fmla="*/ 52628 h 52695"/>
                <a:gd name="csX4" fmla="*/ 12056 w 50324"/>
                <a:gd name="csY4" fmla="*/ 25061 h 52695"/>
                <a:gd name="csX5" fmla="*/ 28921 w 50324"/>
                <a:gd name="csY5" fmla="*/ 1185 h 52695"/>
                <a:gd name="csX6" fmla="*/ 29531 w 50324"/>
                <a:gd name="csY6" fmla="*/ 0 h 52695"/>
                <a:gd name="csX7" fmla="*/ 44770 w 50324"/>
                <a:gd name="csY7" fmla="*/ 1727 h 52695"/>
                <a:gd name="csX8" fmla="*/ 50324 w 50324"/>
                <a:gd name="csY8" fmla="*/ 15003 h 52695"/>
                <a:gd name="csX9" fmla="*/ 31833 w 50324"/>
                <a:gd name="csY9" fmla="*/ 27770 h 52695"/>
                <a:gd name="csX10" fmla="*/ 23536 w 50324"/>
                <a:gd name="csY10" fmla="*/ 46328 h 52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0324" h="52695">
                  <a:moveTo>
                    <a:pt x="23536" y="46328"/>
                  </a:moveTo>
                  <a:lnTo>
                    <a:pt x="14460" y="46769"/>
                  </a:lnTo>
                  <a:lnTo>
                    <a:pt x="11345" y="52695"/>
                  </a:lnTo>
                  <a:lnTo>
                    <a:pt x="0" y="52628"/>
                  </a:lnTo>
                  <a:lnTo>
                    <a:pt x="12056" y="25061"/>
                  </a:lnTo>
                  <a:lnTo>
                    <a:pt x="28921" y="1185"/>
                  </a:lnTo>
                  <a:lnTo>
                    <a:pt x="29531" y="0"/>
                  </a:lnTo>
                  <a:lnTo>
                    <a:pt x="44770" y="1727"/>
                  </a:lnTo>
                  <a:lnTo>
                    <a:pt x="50324" y="15003"/>
                  </a:lnTo>
                  <a:lnTo>
                    <a:pt x="31833" y="27770"/>
                  </a:lnTo>
                  <a:lnTo>
                    <a:pt x="23536" y="4632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2" name="Forma libre: forma 81">
              <a:extLst>
                <a:ext uri="{FF2B5EF4-FFF2-40B4-BE49-F238E27FC236}">
                  <a16:creationId xmlns:a16="http://schemas.microsoft.com/office/drawing/2014/main" id="{4F2438A6-331A-7C59-5550-8E87D2A750A3}"/>
                </a:ext>
              </a:extLst>
            </p:cNvPr>
            <p:cNvSpPr/>
            <p:nvPr/>
          </p:nvSpPr>
          <p:spPr>
            <a:xfrm>
              <a:off x="7560679" y="3836778"/>
              <a:ext cx="244613" cy="459220"/>
            </a:xfrm>
            <a:custGeom>
              <a:avLst/>
              <a:gdLst>
                <a:gd name="csX0" fmla="*/ 213016 w 244613"/>
                <a:gd name="csY0" fmla="*/ 14528 h 459220"/>
                <a:gd name="csX1" fmla="*/ 221991 w 244613"/>
                <a:gd name="csY1" fmla="*/ 28921 h 459220"/>
                <a:gd name="csX2" fmla="*/ 230389 w 244613"/>
                <a:gd name="csY2" fmla="*/ 51307 h 459220"/>
                <a:gd name="csX3" fmla="*/ 235808 w 244613"/>
                <a:gd name="csY3" fmla="*/ 92047 h 459220"/>
                <a:gd name="csX4" fmla="*/ 244613 w 244613"/>
                <a:gd name="csY4" fmla="*/ 107896 h 459220"/>
                <a:gd name="csX5" fmla="*/ 241226 w 244613"/>
                <a:gd name="csY5" fmla="*/ 124118 h 459220"/>
                <a:gd name="csX6" fmla="*/ 235232 w 244613"/>
                <a:gd name="csY6" fmla="*/ 134075 h 459220"/>
                <a:gd name="csX7" fmla="*/ 223751 w 244613"/>
                <a:gd name="csY7" fmla="*/ 114229 h 459220"/>
                <a:gd name="csX8" fmla="*/ 217385 w 244613"/>
                <a:gd name="csY8" fmla="*/ 124254 h 459220"/>
                <a:gd name="csX9" fmla="*/ 223820 w 244613"/>
                <a:gd name="csY9" fmla="*/ 149348 h 459220"/>
                <a:gd name="csX10" fmla="*/ 220839 w 244613"/>
                <a:gd name="csY10" fmla="*/ 163707 h 459220"/>
                <a:gd name="csX11" fmla="*/ 211492 w 244613"/>
                <a:gd name="csY11" fmla="*/ 171530 h 459220"/>
                <a:gd name="csX12" fmla="*/ 209359 w 244613"/>
                <a:gd name="csY12" fmla="*/ 200215 h 459220"/>
                <a:gd name="csX13" fmla="*/ 196016 w 244613"/>
                <a:gd name="csY13" fmla="*/ 239702 h 459220"/>
                <a:gd name="csX14" fmla="*/ 179319 w 244613"/>
                <a:gd name="csY14" fmla="*/ 286369 h 459220"/>
                <a:gd name="csX15" fmla="*/ 158391 w 244613"/>
                <a:gd name="csY15" fmla="*/ 350545 h 459220"/>
                <a:gd name="csX16" fmla="*/ 145420 w 244613"/>
                <a:gd name="csY16" fmla="*/ 397619 h 459220"/>
                <a:gd name="csX17" fmla="*/ 130112 w 244613"/>
                <a:gd name="csY17" fmla="*/ 436903 h 459220"/>
                <a:gd name="csX18" fmla="*/ 102546 w 244613"/>
                <a:gd name="csY18" fmla="*/ 444895 h 459220"/>
                <a:gd name="csX19" fmla="*/ 73015 w 244613"/>
                <a:gd name="csY19" fmla="*/ 459220 h 459220"/>
                <a:gd name="csX20" fmla="*/ 53508 w 244613"/>
                <a:gd name="csY20" fmla="*/ 450585 h 459220"/>
                <a:gd name="csX21" fmla="*/ 26618 w 244613"/>
                <a:gd name="csY21" fmla="*/ 438461 h 459220"/>
                <a:gd name="csX22" fmla="*/ 17272 w 244613"/>
                <a:gd name="csY22" fmla="*/ 420613 h 459220"/>
                <a:gd name="csX23" fmla="*/ 15036 w 244613"/>
                <a:gd name="csY23" fmla="*/ 390574 h 459220"/>
                <a:gd name="csX24" fmla="*/ 3115 w 244613"/>
                <a:gd name="csY24" fmla="*/ 363583 h 459220"/>
                <a:gd name="csX25" fmla="*/ 0 w 244613"/>
                <a:gd name="csY25" fmla="*/ 339200 h 459220"/>
                <a:gd name="csX26" fmla="*/ 6062 w 244613"/>
                <a:gd name="csY26" fmla="*/ 314783 h 459220"/>
                <a:gd name="csX27" fmla="*/ 21674 w 244613"/>
                <a:gd name="csY27" fmla="*/ 308924 h 459220"/>
                <a:gd name="csX28" fmla="*/ 21742 w 244613"/>
                <a:gd name="csY28" fmla="*/ 297647 h 459220"/>
                <a:gd name="csX29" fmla="*/ 37930 w 244613"/>
                <a:gd name="csY29" fmla="*/ 271976 h 459220"/>
                <a:gd name="csX30" fmla="*/ 40978 w 244613"/>
                <a:gd name="csY30" fmla="*/ 250404 h 459220"/>
                <a:gd name="csX31" fmla="*/ 33121 w 244613"/>
                <a:gd name="csY31" fmla="*/ 234385 h 459220"/>
                <a:gd name="csX32" fmla="*/ 26720 w 244613"/>
                <a:gd name="csY32" fmla="*/ 213016 h 459220"/>
                <a:gd name="csX33" fmla="*/ 24011 w 244613"/>
                <a:gd name="csY33" fmla="*/ 181826 h 459220"/>
                <a:gd name="csX34" fmla="*/ 35830 w 244613"/>
                <a:gd name="csY34" fmla="*/ 162861 h 459220"/>
                <a:gd name="csX35" fmla="*/ 40402 w 244613"/>
                <a:gd name="csY35" fmla="*/ 141390 h 459220"/>
                <a:gd name="csX36" fmla="*/ 57267 w 244613"/>
                <a:gd name="csY36" fmla="*/ 140137 h 459220"/>
                <a:gd name="csX37" fmla="*/ 76165 w 244613"/>
                <a:gd name="csY37" fmla="*/ 133194 h 459220"/>
                <a:gd name="csX38" fmla="*/ 88695 w 244613"/>
                <a:gd name="csY38" fmla="*/ 127065 h 459220"/>
                <a:gd name="csX39" fmla="*/ 103562 w 244613"/>
                <a:gd name="csY39" fmla="*/ 126624 h 459220"/>
                <a:gd name="csX40" fmla="*/ 122865 w 244613"/>
                <a:gd name="csY40" fmla="*/ 107321 h 459220"/>
                <a:gd name="csX41" fmla="*/ 150737 w 244613"/>
                <a:gd name="csY41" fmla="*/ 86459 h 459220"/>
                <a:gd name="csX42" fmla="*/ 160897 w 244613"/>
                <a:gd name="csY42" fmla="*/ 69425 h 459220"/>
                <a:gd name="csX43" fmla="*/ 156291 w 244613"/>
                <a:gd name="csY43" fmla="*/ 54964 h 459220"/>
                <a:gd name="csX44" fmla="*/ 170684 w 244613"/>
                <a:gd name="csY44" fmla="*/ 59028 h 459220"/>
                <a:gd name="csX45" fmla="*/ 189344 w 244613"/>
                <a:gd name="csY45" fmla="*/ 35491 h 459220"/>
                <a:gd name="csX46" fmla="*/ 189987 w 244613"/>
                <a:gd name="csY46" fmla="*/ 15138 h 459220"/>
                <a:gd name="csX47" fmla="*/ 201197 w 244613"/>
                <a:gd name="csY47" fmla="*/ 0 h 459220"/>
                <a:gd name="csX48" fmla="*/ 213016 w 244613"/>
                <a:gd name="csY48" fmla="*/ 14528 h 4592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</a:cxnLst>
              <a:rect l="l" t="t" r="r" b="b"/>
              <a:pathLst>
                <a:path w="244613" h="459220">
                  <a:moveTo>
                    <a:pt x="213016" y="14528"/>
                  </a:moveTo>
                  <a:lnTo>
                    <a:pt x="221991" y="28921"/>
                  </a:lnTo>
                  <a:lnTo>
                    <a:pt x="230389" y="51307"/>
                  </a:lnTo>
                  <a:lnTo>
                    <a:pt x="235808" y="92047"/>
                  </a:lnTo>
                  <a:lnTo>
                    <a:pt x="244613" y="107896"/>
                  </a:lnTo>
                  <a:lnTo>
                    <a:pt x="241226" y="124118"/>
                  </a:lnTo>
                  <a:lnTo>
                    <a:pt x="235232" y="134075"/>
                  </a:lnTo>
                  <a:lnTo>
                    <a:pt x="223751" y="114229"/>
                  </a:lnTo>
                  <a:lnTo>
                    <a:pt x="217385" y="124254"/>
                  </a:lnTo>
                  <a:lnTo>
                    <a:pt x="223820" y="149348"/>
                  </a:lnTo>
                  <a:lnTo>
                    <a:pt x="220839" y="163707"/>
                  </a:lnTo>
                  <a:lnTo>
                    <a:pt x="211492" y="171530"/>
                  </a:lnTo>
                  <a:lnTo>
                    <a:pt x="209359" y="200215"/>
                  </a:lnTo>
                  <a:lnTo>
                    <a:pt x="196016" y="239702"/>
                  </a:lnTo>
                  <a:lnTo>
                    <a:pt x="179319" y="286369"/>
                  </a:lnTo>
                  <a:lnTo>
                    <a:pt x="158391" y="350545"/>
                  </a:lnTo>
                  <a:lnTo>
                    <a:pt x="145420" y="397619"/>
                  </a:lnTo>
                  <a:lnTo>
                    <a:pt x="130112" y="436903"/>
                  </a:lnTo>
                  <a:lnTo>
                    <a:pt x="102546" y="444895"/>
                  </a:lnTo>
                  <a:lnTo>
                    <a:pt x="73015" y="459220"/>
                  </a:lnTo>
                  <a:lnTo>
                    <a:pt x="53508" y="450585"/>
                  </a:lnTo>
                  <a:lnTo>
                    <a:pt x="26618" y="438461"/>
                  </a:lnTo>
                  <a:lnTo>
                    <a:pt x="17272" y="420613"/>
                  </a:lnTo>
                  <a:lnTo>
                    <a:pt x="15036" y="390574"/>
                  </a:lnTo>
                  <a:lnTo>
                    <a:pt x="3115" y="363583"/>
                  </a:lnTo>
                  <a:lnTo>
                    <a:pt x="0" y="339200"/>
                  </a:lnTo>
                  <a:lnTo>
                    <a:pt x="6062" y="314783"/>
                  </a:lnTo>
                  <a:lnTo>
                    <a:pt x="21674" y="308924"/>
                  </a:lnTo>
                  <a:lnTo>
                    <a:pt x="21742" y="297647"/>
                  </a:lnTo>
                  <a:lnTo>
                    <a:pt x="37930" y="271976"/>
                  </a:lnTo>
                  <a:lnTo>
                    <a:pt x="40978" y="250404"/>
                  </a:lnTo>
                  <a:lnTo>
                    <a:pt x="33121" y="234385"/>
                  </a:lnTo>
                  <a:lnTo>
                    <a:pt x="26720" y="213016"/>
                  </a:lnTo>
                  <a:lnTo>
                    <a:pt x="24011" y="181826"/>
                  </a:lnTo>
                  <a:lnTo>
                    <a:pt x="35830" y="162861"/>
                  </a:lnTo>
                  <a:lnTo>
                    <a:pt x="40402" y="141390"/>
                  </a:lnTo>
                  <a:lnTo>
                    <a:pt x="57267" y="140137"/>
                  </a:lnTo>
                  <a:lnTo>
                    <a:pt x="76165" y="133194"/>
                  </a:lnTo>
                  <a:lnTo>
                    <a:pt x="88695" y="127065"/>
                  </a:lnTo>
                  <a:lnTo>
                    <a:pt x="103562" y="126624"/>
                  </a:lnTo>
                  <a:lnTo>
                    <a:pt x="122865" y="107321"/>
                  </a:lnTo>
                  <a:lnTo>
                    <a:pt x="150737" y="86459"/>
                  </a:lnTo>
                  <a:lnTo>
                    <a:pt x="160897" y="69425"/>
                  </a:lnTo>
                  <a:lnTo>
                    <a:pt x="156291" y="54964"/>
                  </a:lnTo>
                  <a:lnTo>
                    <a:pt x="170684" y="59028"/>
                  </a:lnTo>
                  <a:lnTo>
                    <a:pt x="189344" y="35491"/>
                  </a:lnTo>
                  <a:lnTo>
                    <a:pt x="189987" y="15138"/>
                  </a:lnTo>
                  <a:lnTo>
                    <a:pt x="201197" y="0"/>
                  </a:lnTo>
                  <a:lnTo>
                    <a:pt x="213016" y="1452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3" name="Forma libre: forma 82">
              <a:extLst>
                <a:ext uri="{FF2B5EF4-FFF2-40B4-BE49-F238E27FC236}">
                  <a16:creationId xmlns:a16="http://schemas.microsoft.com/office/drawing/2014/main" id="{3A690893-B0A0-E307-3653-570D62E20167}"/>
                </a:ext>
              </a:extLst>
            </p:cNvPr>
            <p:cNvSpPr/>
            <p:nvPr/>
          </p:nvSpPr>
          <p:spPr>
            <a:xfrm>
              <a:off x="7278679" y="2327243"/>
              <a:ext cx="20963" cy="39961"/>
            </a:xfrm>
            <a:custGeom>
              <a:avLst/>
              <a:gdLst>
                <a:gd name="csX0" fmla="*/ 15951 w 20963"/>
                <a:gd name="csY0" fmla="*/ 35356 h 39961"/>
                <a:gd name="csX1" fmla="*/ 0 w 20963"/>
                <a:gd name="csY1" fmla="*/ 39962 h 39961"/>
                <a:gd name="csX2" fmla="*/ 1490 w 20963"/>
                <a:gd name="csY2" fmla="*/ 31021 h 39961"/>
                <a:gd name="csX3" fmla="*/ 10126 w 20963"/>
                <a:gd name="csY3" fmla="*/ 26381 h 39961"/>
                <a:gd name="csX4" fmla="*/ 1626 w 20963"/>
                <a:gd name="csY4" fmla="*/ 22555 h 39961"/>
                <a:gd name="csX5" fmla="*/ 8704 w 20963"/>
                <a:gd name="csY5" fmla="*/ 0 h 39961"/>
                <a:gd name="csX6" fmla="*/ 20963 w 20963"/>
                <a:gd name="csY6" fmla="*/ 4707 h 39961"/>
                <a:gd name="csX7" fmla="*/ 20929 w 20963"/>
                <a:gd name="csY7" fmla="*/ 25399 h 39961"/>
                <a:gd name="csX8" fmla="*/ 15951 w 20963"/>
                <a:gd name="csY8" fmla="*/ 35356 h 399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0963" h="39961">
                  <a:moveTo>
                    <a:pt x="15951" y="35356"/>
                  </a:moveTo>
                  <a:lnTo>
                    <a:pt x="0" y="39962"/>
                  </a:lnTo>
                  <a:lnTo>
                    <a:pt x="1490" y="31021"/>
                  </a:lnTo>
                  <a:lnTo>
                    <a:pt x="10126" y="26381"/>
                  </a:lnTo>
                  <a:lnTo>
                    <a:pt x="1626" y="22555"/>
                  </a:lnTo>
                  <a:lnTo>
                    <a:pt x="8704" y="0"/>
                  </a:lnTo>
                  <a:lnTo>
                    <a:pt x="20963" y="4707"/>
                  </a:lnTo>
                  <a:lnTo>
                    <a:pt x="20929" y="25399"/>
                  </a:lnTo>
                  <a:lnTo>
                    <a:pt x="15951" y="3535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4" name="Forma libre: forma 83">
              <a:extLst>
                <a:ext uri="{FF2B5EF4-FFF2-40B4-BE49-F238E27FC236}">
                  <a16:creationId xmlns:a16="http://schemas.microsoft.com/office/drawing/2014/main" id="{40C35504-8BDD-8656-3FBA-98E84BDA1C0A}"/>
                </a:ext>
              </a:extLst>
            </p:cNvPr>
            <p:cNvSpPr/>
            <p:nvPr/>
          </p:nvSpPr>
          <p:spPr>
            <a:xfrm>
              <a:off x="5525479" y="2959077"/>
              <a:ext cx="101495" cy="25263"/>
            </a:xfrm>
            <a:custGeom>
              <a:avLst/>
              <a:gdLst>
                <a:gd name="csX0" fmla="*/ 4335 w 101495"/>
                <a:gd name="csY0" fmla="*/ 9516 h 25263"/>
                <a:gd name="csX1" fmla="*/ 41215 w 101495"/>
                <a:gd name="csY1" fmla="*/ 8534 h 25263"/>
                <a:gd name="csX2" fmla="*/ 48868 w 101495"/>
                <a:gd name="csY2" fmla="*/ 542 h 25263"/>
                <a:gd name="csX3" fmla="*/ 59604 w 101495"/>
                <a:gd name="csY3" fmla="*/ 0 h 25263"/>
                <a:gd name="csX4" fmla="*/ 72981 w 101495"/>
                <a:gd name="csY4" fmla="*/ 8331 h 25263"/>
                <a:gd name="csX5" fmla="*/ 83479 w 101495"/>
                <a:gd name="csY5" fmla="*/ 8466 h 25263"/>
                <a:gd name="csX6" fmla="*/ 94655 w 101495"/>
                <a:gd name="csY6" fmla="*/ 2777 h 25263"/>
                <a:gd name="csX7" fmla="*/ 101496 w 101495"/>
                <a:gd name="csY7" fmla="*/ 12564 h 25263"/>
                <a:gd name="csX8" fmla="*/ 86832 w 101495"/>
                <a:gd name="csY8" fmla="*/ 20150 h 25263"/>
                <a:gd name="csX9" fmla="*/ 72134 w 101495"/>
                <a:gd name="csY9" fmla="*/ 19575 h 25263"/>
                <a:gd name="csX10" fmla="*/ 57605 w 101495"/>
                <a:gd name="csY10" fmla="*/ 12395 h 25263"/>
                <a:gd name="csX11" fmla="*/ 45042 w 101495"/>
                <a:gd name="csY11" fmla="*/ 20218 h 25263"/>
                <a:gd name="csX12" fmla="*/ 38980 w 101495"/>
                <a:gd name="csY12" fmla="*/ 20523 h 25263"/>
                <a:gd name="csX13" fmla="*/ 30852 w 101495"/>
                <a:gd name="csY13" fmla="*/ 25264 h 25263"/>
                <a:gd name="csX14" fmla="*/ 0 w 101495"/>
                <a:gd name="csY14" fmla="*/ 24553 h 25263"/>
                <a:gd name="csX15" fmla="*/ 4335 w 101495"/>
                <a:gd name="csY15" fmla="*/ 9516 h 252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01495" h="25263">
                  <a:moveTo>
                    <a:pt x="4335" y="9516"/>
                  </a:moveTo>
                  <a:lnTo>
                    <a:pt x="41215" y="8534"/>
                  </a:lnTo>
                  <a:lnTo>
                    <a:pt x="48868" y="542"/>
                  </a:lnTo>
                  <a:lnTo>
                    <a:pt x="59604" y="0"/>
                  </a:lnTo>
                  <a:lnTo>
                    <a:pt x="72981" y="8331"/>
                  </a:lnTo>
                  <a:lnTo>
                    <a:pt x="83479" y="8466"/>
                  </a:lnTo>
                  <a:lnTo>
                    <a:pt x="94655" y="2777"/>
                  </a:lnTo>
                  <a:lnTo>
                    <a:pt x="101496" y="12564"/>
                  </a:lnTo>
                  <a:lnTo>
                    <a:pt x="86832" y="20150"/>
                  </a:lnTo>
                  <a:lnTo>
                    <a:pt x="72134" y="19575"/>
                  </a:lnTo>
                  <a:lnTo>
                    <a:pt x="57605" y="12395"/>
                  </a:lnTo>
                  <a:lnTo>
                    <a:pt x="45042" y="20218"/>
                  </a:lnTo>
                  <a:lnTo>
                    <a:pt x="38980" y="20523"/>
                  </a:lnTo>
                  <a:lnTo>
                    <a:pt x="30852" y="25264"/>
                  </a:lnTo>
                  <a:lnTo>
                    <a:pt x="0" y="24553"/>
                  </a:lnTo>
                  <a:lnTo>
                    <a:pt x="4335" y="951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5" name="Forma libre: forma 84">
              <a:extLst>
                <a:ext uri="{FF2B5EF4-FFF2-40B4-BE49-F238E27FC236}">
                  <a16:creationId xmlns:a16="http://schemas.microsoft.com/office/drawing/2014/main" id="{06129A4C-7CD0-40EB-F0CF-9A2A7BB371A9}"/>
                </a:ext>
              </a:extLst>
            </p:cNvPr>
            <p:cNvSpPr/>
            <p:nvPr/>
          </p:nvSpPr>
          <p:spPr>
            <a:xfrm>
              <a:off x="6350653" y="2164111"/>
              <a:ext cx="134277" cy="238483"/>
            </a:xfrm>
            <a:custGeom>
              <a:avLst/>
              <a:gdLst>
                <a:gd name="csX0" fmla="*/ 66309 w 134277"/>
                <a:gd name="csY0" fmla="*/ 238483 h 238483"/>
                <a:gd name="csX1" fmla="*/ 51882 w 134277"/>
                <a:gd name="csY1" fmla="*/ 177694 h 238483"/>
                <a:gd name="csX2" fmla="*/ 30987 w 134277"/>
                <a:gd name="csY2" fmla="*/ 164046 h 238483"/>
                <a:gd name="csX3" fmla="*/ 30682 w 134277"/>
                <a:gd name="csY3" fmla="*/ 155850 h 238483"/>
                <a:gd name="csX4" fmla="*/ 3014 w 134277"/>
                <a:gd name="csY4" fmla="*/ 135666 h 238483"/>
                <a:gd name="csX5" fmla="*/ 0 w 134277"/>
                <a:gd name="csY5" fmla="*/ 110165 h 238483"/>
                <a:gd name="csX6" fmla="*/ 20895 w 134277"/>
                <a:gd name="csY6" fmla="*/ 91268 h 238483"/>
                <a:gd name="csX7" fmla="*/ 28854 w 134277"/>
                <a:gd name="csY7" fmla="*/ 63329 h 238483"/>
                <a:gd name="csX8" fmla="*/ 23503 w 134277"/>
                <a:gd name="csY8" fmla="*/ 31055 h 238483"/>
                <a:gd name="csX9" fmla="*/ 30378 w 134277"/>
                <a:gd name="csY9" fmla="*/ 13682 h 238483"/>
                <a:gd name="csX10" fmla="*/ 67257 w 134277"/>
                <a:gd name="csY10" fmla="*/ 0 h 238483"/>
                <a:gd name="csX11" fmla="*/ 90964 w 134277"/>
                <a:gd name="csY11" fmla="*/ 4064 h 238483"/>
                <a:gd name="csX12" fmla="*/ 89981 w 134277"/>
                <a:gd name="csY12" fmla="*/ 21200 h 238483"/>
                <a:gd name="csX13" fmla="*/ 118700 w 134277"/>
                <a:gd name="csY13" fmla="*/ 8737 h 238483"/>
                <a:gd name="csX14" fmla="*/ 121104 w 134277"/>
                <a:gd name="csY14" fmla="*/ 15240 h 238483"/>
                <a:gd name="csX15" fmla="*/ 104171 w 134277"/>
                <a:gd name="csY15" fmla="*/ 31834 h 238483"/>
                <a:gd name="csX16" fmla="*/ 103934 w 134277"/>
                <a:gd name="csY16" fmla="*/ 47514 h 238483"/>
                <a:gd name="csX17" fmla="*/ 115686 w 134277"/>
                <a:gd name="csY17" fmla="*/ 55912 h 238483"/>
                <a:gd name="csX18" fmla="*/ 111215 w 134277"/>
                <a:gd name="csY18" fmla="*/ 85206 h 238483"/>
                <a:gd name="csX19" fmla="*/ 88931 w 134277"/>
                <a:gd name="csY19" fmla="*/ 102241 h 238483"/>
                <a:gd name="csX20" fmla="*/ 95366 w 134277"/>
                <a:gd name="csY20" fmla="*/ 120698 h 238483"/>
                <a:gd name="csX21" fmla="*/ 112875 w 134277"/>
                <a:gd name="csY21" fmla="*/ 121273 h 238483"/>
                <a:gd name="csX22" fmla="*/ 121409 w 134277"/>
                <a:gd name="csY22" fmla="*/ 137394 h 238483"/>
                <a:gd name="csX23" fmla="*/ 134278 w 134277"/>
                <a:gd name="csY23" fmla="*/ 142677 h 238483"/>
                <a:gd name="csX24" fmla="*/ 132348 w 134277"/>
                <a:gd name="csY24" fmla="*/ 168686 h 238483"/>
                <a:gd name="csX25" fmla="*/ 115855 w 134277"/>
                <a:gd name="csY25" fmla="*/ 178405 h 238483"/>
                <a:gd name="csX26" fmla="*/ 105424 w 134277"/>
                <a:gd name="csY26" fmla="*/ 189276 h 238483"/>
                <a:gd name="csX27" fmla="*/ 82158 w 134277"/>
                <a:gd name="csY27" fmla="*/ 202314 h 238483"/>
                <a:gd name="csX28" fmla="*/ 85782 w 134277"/>
                <a:gd name="csY28" fmla="*/ 216335 h 238483"/>
                <a:gd name="csX29" fmla="*/ 82836 w 134277"/>
                <a:gd name="csY29" fmla="*/ 230660 h 238483"/>
                <a:gd name="csX30" fmla="*/ 66309 w 134277"/>
                <a:gd name="csY30" fmla="*/ 238483 h 238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34277" h="238483">
                  <a:moveTo>
                    <a:pt x="66309" y="238483"/>
                  </a:moveTo>
                  <a:lnTo>
                    <a:pt x="51882" y="177694"/>
                  </a:lnTo>
                  <a:lnTo>
                    <a:pt x="30987" y="164046"/>
                  </a:lnTo>
                  <a:lnTo>
                    <a:pt x="30682" y="155850"/>
                  </a:lnTo>
                  <a:lnTo>
                    <a:pt x="3014" y="135666"/>
                  </a:lnTo>
                  <a:lnTo>
                    <a:pt x="0" y="110165"/>
                  </a:lnTo>
                  <a:lnTo>
                    <a:pt x="20895" y="91268"/>
                  </a:lnTo>
                  <a:lnTo>
                    <a:pt x="28854" y="63329"/>
                  </a:lnTo>
                  <a:lnTo>
                    <a:pt x="23503" y="31055"/>
                  </a:lnTo>
                  <a:lnTo>
                    <a:pt x="30378" y="13682"/>
                  </a:lnTo>
                  <a:lnTo>
                    <a:pt x="67257" y="0"/>
                  </a:lnTo>
                  <a:lnTo>
                    <a:pt x="90964" y="4064"/>
                  </a:lnTo>
                  <a:lnTo>
                    <a:pt x="89981" y="21200"/>
                  </a:lnTo>
                  <a:lnTo>
                    <a:pt x="118700" y="8737"/>
                  </a:lnTo>
                  <a:lnTo>
                    <a:pt x="121104" y="15240"/>
                  </a:lnTo>
                  <a:lnTo>
                    <a:pt x="104171" y="31834"/>
                  </a:lnTo>
                  <a:lnTo>
                    <a:pt x="103934" y="47514"/>
                  </a:lnTo>
                  <a:lnTo>
                    <a:pt x="115686" y="55912"/>
                  </a:lnTo>
                  <a:lnTo>
                    <a:pt x="111215" y="85206"/>
                  </a:lnTo>
                  <a:lnTo>
                    <a:pt x="88931" y="102241"/>
                  </a:lnTo>
                  <a:lnTo>
                    <a:pt x="95366" y="120698"/>
                  </a:lnTo>
                  <a:lnTo>
                    <a:pt x="112875" y="121273"/>
                  </a:lnTo>
                  <a:lnTo>
                    <a:pt x="121409" y="137394"/>
                  </a:lnTo>
                  <a:lnTo>
                    <a:pt x="134278" y="142677"/>
                  </a:lnTo>
                  <a:lnTo>
                    <a:pt x="132348" y="168686"/>
                  </a:lnTo>
                  <a:lnTo>
                    <a:pt x="115855" y="178405"/>
                  </a:lnTo>
                  <a:lnTo>
                    <a:pt x="105424" y="189276"/>
                  </a:lnTo>
                  <a:lnTo>
                    <a:pt x="82158" y="202314"/>
                  </a:lnTo>
                  <a:lnTo>
                    <a:pt x="85782" y="216335"/>
                  </a:lnTo>
                  <a:lnTo>
                    <a:pt x="82836" y="230660"/>
                  </a:lnTo>
                  <a:lnTo>
                    <a:pt x="66309" y="23848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6" name="Forma libre: forma 85">
              <a:extLst>
                <a:ext uri="{FF2B5EF4-FFF2-40B4-BE49-F238E27FC236}">
                  <a16:creationId xmlns:a16="http://schemas.microsoft.com/office/drawing/2014/main" id="{CA7B3EB1-FEEF-1BA0-E27E-587C76FD2DE1}"/>
                </a:ext>
              </a:extLst>
            </p:cNvPr>
            <p:cNvSpPr/>
            <p:nvPr/>
          </p:nvSpPr>
          <p:spPr>
            <a:xfrm>
              <a:off x="5801756" y="2171968"/>
              <a:ext cx="700480" cy="611650"/>
            </a:xfrm>
            <a:custGeom>
              <a:avLst/>
              <a:gdLst>
                <a:gd name="csX0" fmla="*/ 0 w 700480"/>
                <a:gd name="csY0" fmla="*/ 329244 h 611650"/>
                <a:gd name="csX1" fmla="*/ 644 w 700480"/>
                <a:gd name="csY1" fmla="*/ 322707 h 611650"/>
                <a:gd name="csX2" fmla="*/ 610 w 700480"/>
                <a:gd name="csY2" fmla="*/ 320438 h 611650"/>
                <a:gd name="csX3" fmla="*/ 339 w 700480"/>
                <a:gd name="csY3" fmla="*/ 280307 h 611650"/>
                <a:gd name="csX4" fmla="*/ 55032 w 700480"/>
                <a:gd name="csY4" fmla="*/ 255314 h 611650"/>
                <a:gd name="csX5" fmla="*/ 88830 w 700480"/>
                <a:gd name="csY5" fmla="*/ 250133 h 611650"/>
                <a:gd name="csX6" fmla="*/ 116566 w 700480"/>
                <a:gd name="csY6" fmla="*/ 241057 h 611650"/>
                <a:gd name="csX7" fmla="*/ 129503 w 700480"/>
                <a:gd name="csY7" fmla="*/ 224090 h 611650"/>
                <a:gd name="csX8" fmla="*/ 169126 w 700480"/>
                <a:gd name="csY8" fmla="*/ 210679 h 611650"/>
                <a:gd name="csX9" fmla="*/ 170582 w 700480"/>
                <a:gd name="csY9" fmla="*/ 185619 h 611650"/>
                <a:gd name="csX10" fmla="*/ 190157 w 700480"/>
                <a:gd name="csY10" fmla="*/ 182672 h 611650"/>
                <a:gd name="csX11" fmla="*/ 205464 w 700480"/>
                <a:gd name="csY11" fmla="*/ 170142 h 611650"/>
                <a:gd name="csX12" fmla="*/ 249795 w 700480"/>
                <a:gd name="csY12" fmla="*/ 164419 h 611650"/>
                <a:gd name="csX13" fmla="*/ 255992 w 700480"/>
                <a:gd name="csY13" fmla="*/ 151245 h 611650"/>
                <a:gd name="csX14" fmla="*/ 247085 w 700480"/>
                <a:gd name="csY14" fmla="*/ 144065 h 611650"/>
                <a:gd name="csX15" fmla="*/ 235401 w 700480"/>
                <a:gd name="csY15" fmla="*/ 108303 h 611650"/>
                <a:gd name="csX16" fmla="*/ 233370 w 700480"/>
                <a:gd name="csY16" fmla="*/ 87712 h 611650"/>
                <a:gd name="csX17" fmla="*/ 220602 w 700480"/>
                <a:gd name="csY17" fmla="*/ 66038 h 611650"/>
                <a:gd name="csX18" fmla="*/ 253147 w 700480"/>
                <a:gd name="csY18" fmla="*/ 47514 h 611650"/>
                <a:gd name="csX19" fmla="*/ 289790 w 700480"/>
                <a:gd name="csY19" fmla="*/ 41621 h 611650"/>
                <a:gd name="csX20" fmla="*/ 311159 w 700480"/>
                <a:gd name="csY20" fmla="*/ 27668 h 611650"/>
                <a:gd name="csX21" fmla="*/ 343772 w 700480"/>
                <a:gd name="csY21" fmla="*/ 17339 h 611650"/>
                <a:gd name="csX22" fmla="*/ 401175 w 700480"/>
                <a:gd name="csY22" fmla="*/ 11311 h 611650"/>
                <a:gd name="csX23" fmla="*/ 457189 w 700480"/>
                <a:gd name="csY23" fmla="*/ 8568 h 611650"/>
                <a:gd name="csX24" fmla="*/ 474257 w 700480"/>
                <a:gd name="csY24" fmla="*/ 13580 h 611650"/>
                <a:gd name="csX25" fmla="*/ 506159 w 700480"/>
                <a:gd name="csY25" fmla="*/ 237 h 611650"/>
                <a:gd name="csX26" fmla="*/ 542328 w 700480"/>
                <a:gd name="csY26" fmla="*/ 0 h 611650"/>
                <a:gd name="csX27" fmla="*/ 556111 w 700480"/>
                <a:gd name="csY27" fmla="*/ 7857 h 611650"/>
                <a:gd name="csX28" fmla="*/ 579275 w 700480"/>
                <a:gd name="csY28" fmla="*/ 5825 h 611650"/>
                <a:gd name="csX29" fmla="*/ 572400 w 700480"/>
                <a:gd name="csY29" fmla="*/ 23198 h 611650"/>
                <a:gd name="csX30" fmla="*/ 577751 w 700480"/>
                <a:gd name="csY30" fmla="*/ 55472 h 611650"/>
                <a:gd name="csX31" fmla="*/ 569793 w 700480"/>
                <a:gd name="csY31" fmla="*/ 83412 h 611650"/>
                <a:gd name="csX32" fmla="*/ 548897 w 700480"/>
                <a:gd name="csY32" fmla="*/ 102309 h 611650"/>
                <a:gd name="csX33" fmla="*/ 551912 w 700480"/>
                <a:gd name="csY33" fmla="*/ 127810 h 611650"/>
                <a:gd name="csX34" fmla="*/ 579580 w 700480"/>
                <a:gd name="csY34" fmla="*/ 147994 h 611650"/>
                <a:gd name="csX35" fmla="*/ 579884 w 700480"/>
                <a:gd name="csY35" fmla="*/ 156189 h 611650"/>
                <a:gd name="csX36" fmla="*/ 600780 w 700480"/>
                <a:gd name="csY36" fmla="*/ 169837 h 611650"/>
                <a:gd name="csX37" fmla="*/ 615207 w 700480"/>
                <a:gd name="csY37" fmla="*/ 230626 h 611650"/>
                <a:gd name="csX38" fmla="*/ 626179 w 700480"/>
                <a:gd name="csY38" fmla="*/ 260530 h 611650"/>
                <a:gd name="csX39" fmla="*/ 628008 w 700480"/>
                <a:gd name="csY39" fmla="*/ 276277 h 611650"/>
                <a:gd name="csX40" fmla="*/ 622048 w 700480"/>
                <a:gd name="csY40" fmla="*/ 303912 h 611650"/>
                <a:gd name="csX41" fmla="*/ 624486 w 700480"/>
                <a:gd name="csY41" fmla="*/ 319355 h 611650"/>
                <a:gd name="csX42" fmla="*/ 620185 w 700480"/>
                <a:gd name="csY42" fmla="*/ 337879 h 611650"/>
                <a:gd name="csX43" fmla="*/ 623131 w 700480"/>
                <a:gd name="csY43" fmla="*/ 359181 h 611650"/>
                <a:gd name="csX44" fmla="*/ 609687 w 700480"/>
                <a:gd name="csY44" fmla="*/ 373337 h 611650"/>
                <a:gd name="csX45" fmla="*/ 629735 w 700480"/>
                <a:gd name="csY45" fmla="*/ 398025 h 611650"/>
                <a:gd name="csX46" fmla="*/ 630988 w 700480"/>
                <a:gd name="csY46" fmla="*/ 412520 h 611650"/>
                <a:gd name="csX47" fmla="*/ 643044 w 700480"/>
                <a:gd name="csY47" fmla="*/ 431417 h 611650"/>
                <a:gd name="csX48" fmla="*/ 658860 w 700480"/>
                <a:gd name="csY48" fmla="*/ 425185 h 611650"/>
                <a:gd name="csX49" fmla="*/ 685614 w 700480"/>
                <a:gd name="csY49" fmla="*/ 440933 h 611650"/>
                <a:gd name="csX50" fmla="*/ 700481 w 700480"/>
                <a:gd name="csY50" fmla="*/ 462133 h 611650"/>
                <a:gd name="csX51" fmla="*/ 584423 w 700480"/>
                <a:gd name="csY51" fmla="*/ 526681 h 611650"/>
                <a:gd name="csX52" fmla="*/ 486381 w 700480"/>
                <a:gd name="csY52" fmla="*/ 593228 h 611650"/>
                <a:gd name="csX53" fmla="*/ 438596 w 700480"/>
                <a:gd name="csY53" fmla="*/ 608332 h 611650"/>
                <a:gd name="csX54" fmla="*/ 401039 w 700480"/>
                <a:gd name="csY54" fmla="*/ 611651 h 611650"/>
                <a:gd name="csX55" fmla="*/ 400667 w 700480"/>
                <a:gd name="csY55" fmla="*/ 590078 h 611650"/>
                <a:gd name="csX56" fmla="*/ 384987 w 700480"/>
                <a:gd name="csY56" fmla="*/ 584592 h 611650"/>
                <a:gd name="csX57" fmla="*/ 363889 w 700480"/>
                <a:gd name="csY57" fmla="*/ 574906 h 611650"/>
                <a:gd name="csX58" fmla="*/ 355828 w 700480"/>
                <a:gd name="csY58" fmla="*/ 559023 h 611650"/>
                <a:gd name="csX59" fmla="*/ 241599 w 700480"/>
                <a:gd name="csY59" fmla="*/ 485128 h 611650"/>
                <a:gd name="csX60" fmla="*/ 127369 w 700480"/>
                <a:gd name="csY60" fmla="*/ 411233 h 611650"/>
                <a:gd name="csX61" fmla="*/ 0 w 700480"/>
                <a:gd name="csY61" fmla="*/ 329244 h 611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</a:cxnLst>
              <a:rect l="l" t="t" r="r" b="b"/>
              <a:pathLst>
                <a:path w="700480" h="611650">
                  <a:moveTo>
                    <a:pt x="0" y="329244"/>
                  </a:moveTo>
                  <a:lnTo>
                    <a:pt x="644" y="322707"/>
                  </a:lnTo>
                  <a:lnTo>
                    <a:pt x="610" y="320438"/>
                  </a:lnTo>
                  <a:lnTo>
                    <a:pt x="339" y="280307"/>
                  </a:lnTo>
                  <a:lnTo>
                    <a:pt x="55032" y="255314"/>
                  </a:lnTo>
                  <a:lnTo>
                    <a:pt x="88830" y="250133"/>
                  </a:lnTo>
                  <a:lnTo>
                    <a:pt x="116566" y="241057"/>
                  </a:lnTo>
                  <a:lnTo>
                    <a:pt x="129503" y="224090"/>
                  </a:lnTo>
                  <a:lnTo>
                    <a:pt x="169126" y="210679"/>
                  </a:lnTo>
                  <a:lnTo>
                    <a:pt x="170582" y="185619"/>
                  </a:lnTo>
                  <a:lnTo>
                    <a:pt x="190157" y="182672"/>
                  </a:lnTo>
                  <a:lnTo>
                    <a:pt x="205464" y="170142"/>
                  </a:lnTo>
                  <a:lnTo>
                    <a:pt x="249795" y="164419"/>
                  </a:lnTo>
                  <a:lnTo>
                    <a:pt x="255992" y="151245"/>
                  </a:lnTo>
                  <a:lnTo>
                    <a:pt x="247085" y="144065"/>
                  </a:lnTo>
                  <a:lnTo>
                    <a:pt x="235401" y="108303"/>
                  </a:lnTo>
                  <a:lnTo>
                    <a:pt x="233370" y="87712"/>
                  </a:lnTo>
                  <a:lnTo>
                    <a:pt x="220602" y="66038"/>
                  </a:lnTo>
                  <a:lnTo>
                    <a:pt x="253147" y="47514"/>
                  </a:lnTo>
                  <a:lnTo>
                    <a:pt x="289790" y="41621"/>
                  </a:lnTo>
                  <a:lnTo>
                    <a:pt x="311159" y="27668"/>
                  </a:lnTo>
                  <a:lnTo>
                    <a:pt x="343772" y="17339"/>
                  </a:lnTo>
                  <a:lnTo>
                    <a:pt x="401175" y="11311"/>
                  </a:lnTo>
                  <a:lnTo>
                    <a:pt x="457189" y="8568"/>
                  </a:lnTo>
                  <a:lnTo>
                    <a:pt x="474257" y="13580"/>
                  </a:lnTo>
                  <a:lnTo>
                    <a:pt x="506159" y="237"/>
                  </a:lnTo>
                  <a:lnTo>
                    <a:pt x="542328" y="0"/>
                  </a:lnTo>
                  <a:lnTo>
                    <a:pt x="556111" y="7857"/>
                  </a:lnTo>
                  <a:lnTo>
                    <a:pt x="579275" y="5825"/>
                  </a:lnTo>
                  <a:lnTo>
                    <a:pt x="572400" y="23198"/>
                  </a:lnTo>
                  <a:lnTo>
                    <a:pt x="577751" y="55472"/>
                  </a:lnTo>
                  <a:lnTo>
                    <a:pt x="569793" y="83412"/>
                  </a:lnTo>
                  <a:lnTo>
                    <a:pt x="548897" y="102309"/>
                  </a:lnTo>
                  <a:lnTo>
                    <a:pt x="551912" y="127810"/>
                  </a:lnTo>
                  <a:lnTo>
                    <a:pt x="579580" y="147994"/>
                  </a:lnTo>
                  <a:lnTo>
                    <a:pt x="579884" y="156189"/>
                  </a:lnTo>
                  <a:lnTo>
                    <a:pt x="600780" y="169837"/>
                  </a:lnTo>
                  <a:lnTo>
                    <a:pt x="615207" y="230626"/>
                  </a:lnTo>
                  <a:lnTo>
                    <a:pt x="626179" y="260530"/>
                  </a:lnTo>
                  <a:lnTo>
                    <a:pt x="628008" y="276277"/>
                  </a:lnTo>
                  <a:lnTo>
                    <a:pt x="622048" y="303912"/>
                  </a:lnTo>
                  <a:lnTo>
                    <a:pt x="624486" y="319355"/>
                  </a:lnTo>
                  <a:lnTo>
                    <a:pt x="620185" y="337879"/>
                  </a:lnTo>
                  <a:lnTo>
                    <a:pt x="623131" y="359181"/>
                  </a:lnTo>
                  <a:lnTo>
                    <a:pt x="609687" y="373337"/>
                  </a:lnTo>
                  <a:lnTo>
                    <a:pt x="629735" y="398025"/>
                  </a:lnTo>
                  <a:lnTo>
                    <a:pt x="630988" y="412520"/>
                  </a:lnTo>
                  <a:lnTo>
                    <a:pt x="643044" y="431417"/>
                  </a:lnTo>
                  <a:lnTo>
                    <a:pt x="658860" y="425185"/>
                  </a:lnTo>
                  <a:lnTo>
                    <a:pt x="685614" y="440933"/>
                  </a:lnTo>
                  <a:lnTo>
                    <a:pt x="700481" y="462133"/>
                  </a:lnTo>
                  <a:lnTo>
                    <a:pt x="584423" y="526681"/>
                  </a:lnTo>
                  <a:lnTo>
                    <a:pt x="486381" y="593228"/>
                  </a:lnTo>
                  <a:lnTo>
                    <a:pt x="438596" y="608332"/>
                  </a:lnTo>
                  <a:lnTo>
                    <a:pt x="401039" y="611651"/>
                  </a:lnTo>
                  <a:lnTo>
                    <a:pt x="400667" y="590078"/>
                  </a:lnTo>
                  <a:lnTo>
                    <a:pt x="384987" y="584592"/>
                  </a:lnTo>
                  <a:lnTo>
                    <a:pt x="363889" y="574906"/>
                  </a:lnTo>
                  <a:lnTo>
                    <a:pt x="355828" y="559023"/>
                  </a:lnTo>
                  <a:lnTo>
                    <a:pt x="241599" y="485128"/>
                  </a:lnTo>
                  <a:lnTo>
                    <a:pt x="127369" y="411233"/>
                  </a:lnTo>
                  <a:lnTo>
                    <a:pt x="0" y="32924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7" name="Forma libre: forma 86">
              <a:extLst>
                <a:ext uri="{FF2B5EF4-FFF2-40B4-BE49-F238E27FC236}">
                  <a16:creationId xmlns:a16="http://schemas.microsoft.com/office/drawing/2014/main" id="{49A04BAD-C280-9685-A93A-7FD4B57DC3F3}"/>
                </a:ext>
              </a:extLst>
            </p:cNvPr>
            <p:cNvSpPr/>
            <p:nvPr/>
          </p:nvSpPr>
          <p:spPr>
            <a:xfrm>
              <a:off x="7278543" y="2298592"/>
              <a:ext cx="144674" cy="141626"/>
            </a:xfrm>
            <a:custGeom>
              <a:avLst/>
              <a:gdLst>
                <a:gd name="csX0" fmla="*/ 21098 w 144674"/>
                <a:gd name="csY0" fmla="*/ 33358 h 141626"/>
                <a:gd name="csX1" fmla="*/ 26991 w 144674"/>
                <a:gd name="csY1" fmla="*/ 22690 h 141626"/>
                <a:gd name="csX2" fmla="*/ 64717 w 144674"/>
                <a:gd name="csY2" fmla="*/ 36101 h 141626"/>
                <a:gd name="csX3" fmla="*/ 131027 w 144674"/>
                <a:gd name="csY3" fmla="*/ 0 h 141626"/>
                <a:gd name="csX4" fmla="*/ 144675 w 144674"/>
                <a:gd name="csY4" fmla="*/ 41249 h 141626"/>
                <a:gd name="csX5" fmla="*/ 138240 w 144674"/>
                <a:gd name="csY5" fmla="*/ 46362 h 141626"/>
                <a:gd name="csX6" fmla="*/ 70407 w 144674"/>
                <a:gd name="csY6" fmla="*/ 63363 h 141626"/>
                <a:gd name="csX7" fmla="*/ 104171 w 144674"/>
                <a:gd name="csY7" fmla="*/ 97229 h 141626"/>
                <a:gd name="csX8" fmla="*/ 92962 w 144674"/>
                <a:gd name="csY8" fmla="*/ 102952 h 141626"/>
                <a:gd name="csX9" fmla="*/ 87407 w 144674"/>
                <a:gd name="csY9" fmla="*/ 114297 h 141626"/>
                <a:gd name="csX10" fmla="*/ 61568 w 144674"/>
                <a:gd name="csY10" fmla="*/ 119005 h 141626"/>
                <a:gd name="csX11" fmla="*/ 53440 w 144674"/>
                <a:gd name="csY11" fmla="*/ 131196 h 141626"/>
                <a:gd name="csX12" fmla="*/ 38810 w 144674"/>
                <a:gd name="csY12" fmla="*/ 141627 h 141626"/>
                <a:gd name="csX13" fmla="*/ 1117 w 144674"/>
                <a:gd name="csY13" fmla="*/ 136208 h 141626"/>
                <a:gd name="csX14" fmla="*/ 0 w 144674"/>
                <a:gd name="csY14" fmla="*/ 131332 h 141626"/>
                <a:gd name="csX15" fmla="*/ 16865 w 144674"/>
                <a:gd name="csY15" fmla="*/ 77180 h 141626"/>
                <a:gd name="csX16" fmla="*/ 16086 w 144674"/>
                <a:gd name="csY16" fmla="*/ 64007 h 141626"/>
                <a:gd name="csX17" fmla="*/ 21064 w 144674"/>
                <a:gd name="csY17" fmla="*/ 54050 h 141626"/>
                <a:gd name="csX18" fmla="*/ 21098 w 144674"/>
                <a:gd name="csY18" fmla="*/ 33358 h 141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44674" h="141626">
                  <a:moveTo>
                    <a:pt x="21098" y="33358"/>
                  </a:moveTo>
                  <a:lnTo>
                    <a:pt x="26991" y="22690"/>
                  </a:lnTo>
                  <a:lnTo>
                    <a:pt x="64717" y="36101"/>
                  </a:lnTo>
                  <a:lnTo>
                    <a:pt x="131027" y="0"/>
                  </a:lnTo>
                  <a:lnTo>
                    <a:pt x="144675" y="41249"/>
                  </a:lnTo>
                  <a:lnTo>
                    <a:pt x="138240" y="46362"/>
                  </a:lnTo>
                  <a:lnTo>
                    <a:pt x="70407" y="63363"/>
                  </a:lnTo>
                  <a:lnTo>
                    <a:pt x="104171" y="97229"/>
                  </a:lnTo>
                  <a:lnTo>
                    <a:pt x="92962" y="102952"/>
                  </a:lnTo>
                  <a:lnTo>
                    <a:pt x="87407" y="114297"/>
                  </a:lnTo>
                  <a:lnTo>
                    <a:pt x="61568" y="119005"/>
                  </a:lnTo>
                  <a:lnTo>
                    <a:pt x="53440" y="131196"/>
                  </a:lnTo>
                  <a:lnTo>
                    <a:pt x="38810" y="141627"/>
                  </a:lnTo>
                  <a:lnTo>
                    <a:pt x="1117" y="136208"/>
                  </a:lnTo>
                  <a:lnTo>
                    <a:pt x="0" y="131332"/>
                  </a:lnTo>
                  <a:lnTo>
                    <a:pt x="16865" y="77180"/>
                  </a:lnTo>
                  <a:lnTo>
                    <a:pt x="16086" y="64007"/>
                  </a:lnTo>
                  <a:lnTo>
                    <a:pt x="21064" y="54050"/>
                  </a:lnTo>
                  <a:lnTo>
                    <a:pt x="21098" y="3335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8" name="Forma libre: forma 87">
              <a:extLst>
                <a:ext uri="{FF2B5EF4-FFF2-40B4-BE49-F238E27FC236}">
                  <a16:creationId xmlns:a16="http://schemas.microsoft.com/office/drawing/2014/main" id="{6E956816-D693-5A2A-69DD-B418AC25D199}"/>
                </a:ext>
              </a:extLst>
            </p:cNvPr>
            <p:cNvSpPr/>
            <p:nvPr/>
          </p:nvSpPr>
          <p:spPr>
            <a:xfrm>
              <a:off x="7842646" y="2546625"/>
              <a:ext cx="163131" cy="120494"/>
            </a:xfrm>
            <a:custGeom>
              <a:avLst/>
              <a:gdLst>
                <a:gd name="csX0" fmla="*/ 0 w 163131"/>
                <a:gd name="csY0" fmla="*/ 61297 h 120494"/>
                <a:gd name="csX1" fmla="*/ 5994 w 163131"/>
                <a:gd name="csY1" fmla="*/ 59638 h 120494"/>
                <a:gd name="csX2" fmla="*/ 7247 w 163131"/>
                <a:gd name="csY2" fmla="*/ 68917 h 120494"/>
                <a:gd name="csX3" fmla="*/ 33764 w 163131"/>
                <a:gd name="csY3" fmla="*/ 63600 h 120494"/>
                <a:gd name="csX4" fmla="*/ 61771 w 163131"/>
                <a:gd name="csY4" fmla="*/ 64481 h 120494"/>
                <a:gd name="csX5" fmla="*/ 82226 w 163131"/>
                <a:gd name="csY5" fmla="*/ 65463 h 120494"/>
                <a:gd name="csX6" fmla="*/ 105424 w 163131"/>
                <a:gd name="csY6" fmla="*/ 42569 h 120494"/>
                <a:gd name="csX7" fmla="*/ 130688 w 163131"/>
                <a:gd name="csY7" fmla="*/ 20861 h 120494"/>
                <a:gd name="csX8" fmla="*/ 152091 w 163131"/>
                <a:gd name="csY8" fmla="*/ 0 h 120494"/>
                <a:gd name="csX9" fmla="*/ 158526 w 163131"/>
                <a:gd name="csY9" fmla="*/ 11515 h 120494"/>
                <a:gd name="csX10" fmla="*/ 163132 w 163131"/>
                <a:gd name="csY10" fmla="*/ 38268 h 120494"/>
                <a:gd name="csX11" fmla="*/ 145826 w 163131"/>
                <a:gd name="csY11" fmla="*/ 38404 h 120494"/>
                <a:gd name="csX12" fmla="*/ 143049 w 163131"/>
                <a:gd name="csY12" fmla="*/ 60451 h 120494"/>
                <a:gd name="csX13" fmla="*/ 149044 w 163131"/>
                <a:gd name="csY13" fmla="*/ 65158 h 120494"/>
                <a:gd name="csX14" fmla="*/ 133736 w 163131"/>
                <a:gd name="csY14" fmla="*/ 71829 h 120494"/>
                <a:gd name="csX15" fmla="*/ 133635 w 163131"/>
                <a:gd name="csY15" fmla="*/ 85680 h 120494"/>
                <a:gd name="csX16" fmla="*/ 123745 w 163131"/>
                <a:gd name="csY16" fmla="*/ 99701 h 120494"/>
                <a:gd name="csX17" fmla="*/ 122865 w 163131"/>
                <a:gd name="csY17" fmla="*/ 113349 h 120494"/>
                <a:gd name="csX18" fmla="*/ 116058 w 163131"/>
                <a:gd name="csY18" fmla="*/ 120495 h 120494"/>
                <a:gd name="csX19" fmla="*/ 14258 w 163131"/>
                <a:gd name="csY19" fmla="*/ 103426 h 120494"/>
                <a:gd name="csX20" fmla="*/ 1287 w 163131"/>
                <a:gd name="csY20" fmla="*/ 69120 h 120494"/>
                <a:gd name="csX21" fmla="*/ 0 w 163131"/>
                <a:gd name="csY21" fmla="*/ 61297 h 1204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63131" h="120494">
                  <a:moveTo>
                    <a:pt x="0" y="61297"/>
                  </a:moveTo>
                  <a:lnTo>
                    <a:pt x="5994" y="59638"/>
                  </a:lnTo>
                  <a:lnTo>
                    <a:pt x="7247" y="68917"/>
                  </a:lnTo>
                  <a:lnTo>
                    <a:pt x="33764" y="63600"/>
                  </a:lnTo>
                  <a:lnTo>
                    <a:pt x="61771" y="64481"/>
                  </a:lnTo>
                  <a:lnTo>
                    <a:pt x="82226" y="65463"/>
                  </a:lnTo>
                  <a:lnTo>
                    <a:pt x="105424" y="42569"/>
                  </a:lnTo>
                  <a:lnTo>
                    <a:pt x="130688" y="20861"/>
                  </a:lnTo>
                  <a:lnTo>
                    <a:pt x="152091" y="0"/>
                  </a:lnTo>
                  <a:lnTo>
                    <a:pt x="158526" y="11515"/>
                  </a:lnTo>
                  <a:lnTo>
                    <a:pt x="163132" y="38268"/>
                  </a:lnTo>
                  <a:lnTo>
                    <a:pt x="145826" y="38404"/>
                  </a:lnTo>
                  <a:lnTo>
                    <a:pt x="143049" y="60451"/>
                  </a:lnTo>
                  <a:lnTo>
                    <a:pt x="149044" y="65158"/>
                  </a:lnTo>
                  <a:lnTo>
                    <a:pt x="133736" y="71829"/>
                  </a:lnTo>
                  <a:lnTo>
                    <a:pt x="133635" y="85680"/>
                  </a:lnTo>
                  <a:lnTo>
                    <a:pt x="123745" y="99701"/>
                  </a:lnTo>
                  <a:lnTo>
                    <a:pt x="122865" y="113349"/>
                  </a:lnTo>
                  <a:lnTo>
                    <a:pt x="116058" y="120495"/>
                  </a:lnTo>
                  <a:lnTo>
                    <a:pt x="14258" y="103426"/>
                  </a:lnTo>
                  <a:lnTo>
                    <a:pt x="1287" y="69120"/>
                  </a:lnTo>
                  <a:lnTo>
                    <a:pt x="0" y="6129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9" name="Forma libre: forma 88">
              <a:extLst>
                <a:ext uri="{FF2B5EF4-FFF2-40B4-BE49-F238E27FC236}">
                  <a16:creationId xmlns:a16="http://schemas.microsoft.com/office/drawing/2014/main" id="{21D42B94-CFB0-C38C-4939-E3D95183C0FA}"/>
                </a:ext>
              </a:extLst>
            </p:cNvPr>
            <p:cNvSpPr/>
            <p:nvPr/>
          </p:nvSpPr>
          <p:spPr>
            <a:xfrm>
              <a:off x="7814334" y="2544593"/>
              <a:ext cx="29225" cy="52796"/>
            </a:xfrm>
            <a:custGeom>
              <a:avLst/>
              <a:gdLst>
                <a:gd name="csX0" fmla="*/ 2235 w 29225"/>
                <a:gd name="csY0" fmla="*/ 46058 h 52796"/>
                <a:gd name="csX1" fmla="*/ 0 w 29225"/>
                <a:gd name="csY1" fmla="*/ 21437 h 52796"/>
                <a:gd name="csX2" fmla="*/ 9110 w 29225"/>
                <a:gd name="csY2" fmla="*/ 3658 h 52796"/>
                <a:gd name="csX3" fmla="*/ 18355 w 29225"/>
                <a:gd name="csY3" fmla="*/ 0 h 52796"/>
                <a:gd name="csX4" fmla="*/ 28617 w 29225"/>
                <a:gd name="csY4" fmla="*/ 10634 h 52796"/>
                <a:gd name="csX5" fmla="*/ 29226 w 29225"/>
                <a:gd name="csY5" fmla="*/ 30445 h 52796"/>
                <a:gd name="csX6" fmla="*/ 21877 w 29225"/>
                <a:gd name="csY6" fmla="*/ 50392 h 52796"/>
                <a:gd name="csX7" fmla="*/ 12462 w 29225"/>
                <a:gd name="csY7" fmla="*/ 52797 h 52796"/>
                <a:gd name="csX8" fmla="*/ 2235 w 29225"/>
                <a:gd name="csY8" fmla="*/ 46058 h 52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225" h="52796">
                  <a:moveTo>
                    <a:pt x="2235" y="46058"/>
                  </a:moveTo>
                  <a:lnTo>
                    <a:pt x="0" y="21437"/>
                  </a:lnTo>
                  <a:lnTo>
                    <a:pt x="9110" y="3658"/>
                  </a:lnTo>
                  <a:lnTo>
                    <a:pt x="18355" y="0"/>
                  </a:lnTo>
                  <a:lnTo>
                    <a:pt x="28617" y="10634"/>
                  </a:lnTo>
                  <a:lnTo>
                    <a:pt x="29226" y="30445"/>
                  </a:lnTo>
                  <a:lnTo>
                    <a:pt x="21877" y="50392"/>
                  </a:lnTo>
                  <a:lnTo>
                    <a:pt x="12462" y="52797"/>
                  </a:lnTo>
                  <a:lnTo>
                    <a:pt x="2235" y="4605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0" name="Forma libre: forma 89">
              <a:extLst>
                <a:ext uri="{FF2B5EF4-FFF2-40B4-BE49-F238E27FC236}">
                  <a16:creationId xmlns:a16="http://schemas.microsoft.com/office/drawing/2014/main" id="{AF512F9B-E8CD-8ACA-BB6A-69637AC30259}"/>
                </a:ext>
              </a:extLst>
            </p:cNvPr>
            <p:cNvSpPr/>
            <p:nvPr/>
          </p:nvSpPr>
          <p:spPr>
            <a:xfrm>
              <a:off x="7672944" y="2411027"/>
              <a:ext cx="62550" cy="51916"/>
            </a:xfrm>
            <a:custGeom>
              <a:avLst/>
              <a:gdLst>
                <a:gd name="csX0" fmla="*/ 47616 w 62550"/>
                <a:gd name="csY0" fmla="*/ 2811 h 51916"/>
                <a:gd name="csX1" fmla="*/ 54659 w 62550"/>
                <a:gd name="csY1" fmla="*/ 17779 h 51916"/>
                <a:gd name="csX2" fmla="*/ 51645 w 62550"/>
                <a:gd name="csY2" fmla="*/ 25501 h 51916"/>
                <a:gd name="csX3" fmla="*/ 62550 w 62550"/>
                <a:gd name="csY3" fmla="*/ 51036 h 51916"/>
                <a:gd name="csX4" fmla="*/ 38607 w 62550"/>
                <a:gd name="csY4" fmla="*/ 51916 h 51916"/>
                <a:gd name="csX5" fmla="*/ 30175 w 62550"/>
                <a:gd name="csY5" fmla="*/ 35762 h 51916"/>
                <a:gd name="csX6" fmla="*/ 0 w 62550"/>
                <a:gd name="csY6" fmla="*/ 32511 h 51916"/>
                <a:gd name="csX7" fmla="*/ 24857 w 62550"/>
                <a:gd name="csY7" fmla="*/ 0 h 51916"/>
                <a:gd name="csX8" fmla="*/ 47616 w 62550"/>
                <a:gd name="csY8" fmla="*/ 2811 h 51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2550" h="51916">
                  <a:moveTo>
                    <a:pt x="47616" y="2811"/>
                  </a:moveTo>
                  <a:lnTo>
                    <a:pt x="54659" y="17779"/>
                  </a:lnTo>
                  <a:lnTo>
                    <a:pt x="51645" y="25501"/>
                  </a:lnTo>
                  <a:lnTo>
                    <a:pt x="62550" y="51036"/>
                  </a:lnTo>
                  <a:lnTo>
                    <a:pt x="38607" y="51916"/>
                  </a:lnTo>
                  <a:lnTo>
                    <a:pt x="30175" y="35762"/>
                  </a:lnTo>
                  <a:lnTo>
                    <a:pt x="0" y="32511"/>
                  </a:lnTo>
                  <a:lnTo>
                    <a:pt x="24857" y="0"/>
                  </a:lnTo>
                  <a:lnTo>
                    <a:pt x="47616" y="281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1" name="Forma libre: forma 90">
              <a:extLst>
                <a:ext uri="{FF2B5EF4-FFF2-40B4-BE49-F238E27FC236}">
                  <a16:creationId xmlns:a16="http://schemas.microsoft.com/office/drawing/2014/main" id="{D56AF809-31C3-F5D4-458F-BA374D3D3869}"/>
                </a:ext>
              </a:extLst>
            </p:cNvPr>
            <p:cNvSpPr/>
            <p:nvPr/>
          </p:nvSpPr>
          <p:spPr>
            <a:xfrm>
              <a:off x="7409570" y="2162926"/>
              <a:ext cx="331071" cy="280612"/>
            </a:xfrm>
            <a:custGeom>
              <a:avLst/>
              <a:gdLst>
                <a:gd name="csX0" fmla="*/ 13648 w 331071"/>
                <a:gd name="csY0" fmla="*/ 176915 h 280612"/>
                <a:gd name="csX1" fmla="*/ 0 w 331071"/>
                <a:gd name="csY1" fmla="*/ 135666 h 280612"/>
                <a:gd name="csX2" fmla="*/ 74979 w 331071"/>
                <a:gd name="csY2" fmla="*/ 100446 h 280612"/>
                <a:gd name="csX3" fmla="*/ 87780 w 331071"/>
                <a:gd name="csY3" fmla="*/ 59502 h 280612"/>
                <a:gd name="csX4" fmla="*/ 84596 w 331071"/>
                <a:gd name="csY4" fmla="*/ 34746 h 280612"/>
                <a:gd name="csX5" fmla="*/ 103121 w 331071"/>
                <a:gd name="csY5" fmla="*/ 26381 h 280612"/>
                <a:gd name="csX6" fmla="*/ 120495 w 331071"/>
                <a:gd name="csY6" fmla="*/ 5249 h 280612"/>
                <a:gd name="csX7" fmla="*/ 135023 w 331071"/>
                <a:gd name="csY7" fmla="*/ 0 h 280612"/>
                <a:gd name="csX8" fmla="*/ 174409 w 331071"/>
                <a:gd name="csY8" fmla="*/ 4369 h 280612"/>
                <a:gd name="csX9" fmla="*/ 186296 w 331071"/>
                <a:gd name="csY9" fmla="*/ 12971 h 280612"/>
                <a:gd name="csX10" fmla="*/ 202551 w 331071"/>
                <a:gd name="csY10" fmla="*/ 7281 h 280612"/>
                <a:gd name="csX11" fmla="*/ 224496 w 331071"/>
                <a:gd name="csY11" fmla="*/ 47649 h 280612"/>
                <a:gd name="csX12" fmla="*/ 246679 w 331071"/>
                <a:gd name="csY12" fmla="*/ 57843 h 280612"/>
                <a:gd name="csX13" fmla="*/ 249252 w 331071"/>
                <a:gd name="csY13" fmla="*/ 77620 h 280612"/>
                <a:gd name="csX14" fmla="*/ 232184 w 331071"/>
                <a:gd name="csY14" fmla="*/ 89304 h 280612"/>
                <a:gd name="csX15" fmla="*/ 224361 w 331071"/>
                <a:gd name="csY15" fmla="*/ 115720 h 280612"/>
                <a:gd name="csX16" fmla="*/ 247796 w 331071"/>
                <a:gd name="csY16" fmla="*/ 147926 h 280612"/>
                <a:gd name="csX17" fmla="*/ 289316 w 331071"/>
                <a:gd name="csY17" fmla="*/ 166484 h 280612"/>
                <a:gd name="csX18" fmla="*/ 306722 w 331071"/>
                <a:gd name="csY18" fmla="*/ 192222 h 280612"/>
                <a:gd name="csX19" fmla="*/ 301168 w 331071"/>
                <a:gd name="csY19" fmla="*/ 216741 h 280612"/>
                <a:gd name="csX20" fmla="*/ 312006 w 331071"/>
                <a:gd name="csY20" fmla="*/ 216741 h 280612"/>
                <a:gd name="csX21" fmla="*/ 312344 w 331071"/>
                <a:gd name="csY21" fmla="*/ 234792 h 280612"/>
                <a:gd name="csX22" fmla="*/ 331072 w 331071"/>
                <a:gd name="csY22" fmla="*/ 252571 h 280612"/>
                <a:gd name="csX23" fmla="*/ 310990 w 331071"/>
                <a:gd name="csY23" fmla="*/ 250912 h 280612"/>
                <a:gd name="csX24" fmla="*/ 288232 w 331071"/>
                <a:gd name="csY24" fmla="*/ 248101 h 280612"/>
                <a:gd name="csX25" fmla="*/ 263374 w 331071"/>
                <a:gd name="csY25" fmla="*/ 280612 h 280612"/>
                <a:gd name="csX26" fmla="*/ 200384 w 331071"/>
                <a:gd name="csY26" fmla="*/ 277903 h 280612"/>
                <a:gd name="csX27" fmla="*/ 104916 w 331071"/>
                <a:gd name="csY27" fmla="*/ 209799 h 280612"/>
                <a:gd name="csX28" fmla="*/ 54456 w 331071"/>
                <a:gd name="csY28" fmla="*/ 186093 h 280612"/>
                <a:gd name="csX29" fmla="*/ 13648 w 331071"/>
                <a:gd name="csY29" fmla="*/ 176915 h 280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331071" h="280612">
                  <a:moveTo>
                    <a:pt x="13648" y="176915"/>
                  </a:moveTo>
                  <a:lnTo>
                    <a:pt x="0" y="135666"/>
                  </a:lnTo>
                  <a:lnTo>
                    <a:pt x="74979" y="100446"/>
                  </a:lnTo>
                  <a:lnTo>
                    <a:pt x="87780" y="59502"/>
                  </a:lnTo>
                  <a:lnTo>
                    <a:pt x="84596" y="34746"/>
                  </a:lnTo>
                  <a:lnTo>
                    <a:pt x="103121" y="26381"/>
                  </a:lnTo>
                  <a:lnTo>
                    <a:pt x="120495" y="5249"/>
                  </a:lnTo>
                  <a:lnTo>
                    <a:pt x="135023" y="0"/>
                  </a:lnTo>
                  <a:lnTo>
                    <a:pt x="174409" y="4369"/>
                  </a:lnTo>
                  <a:lnTo>
                    <a:pt x="186296" y="12971"/>
                  </a:lnTo>
                  <a:lnTo>
                    <a:pt x="202551" y="7281"/>
                  </a:lnTo>
                  <a:lnTo>
                    <a:pt x="224496" y="47649"/>
                  </a:lnTo>
                  <a:lnTo>
                    <a:pt x="246679" y="57843"/>
                  </a:lnTo>
                  <a:lnTo>
                    <a:pt x="249252" y="77620"/>
                  </a:lnTo>
                  <a:lnTo>
                    <a:pt x="232184" y="89304"/>
                  </a:lnTo>
                  <a:lnTo>
                    <a:pt x="224361" y="115720"/>
                  </a:lnTo>
                  <a:lnTo>
                    <a:pt x="247796" y="147926"/>
                  </a:lnTo>
                  <a:lnTo>
                    <a:pt x="289316" y="166484"/>
                  </a:lnTo>
                  <a:lnTo>
                    <a:pt x="306722" y="192222"/>
                  </a:lnTo>
                  <a:lnTo>
                    <a:pt x="301168" y="216741"/>
                  </a:lnTo>
                  <a:lnTo>
                    <a:pt x="312006" y="216741"/>
                  </a:lnTo>
                  <a:lnTo>
                    <a:pt x="312344" y="234792"/>
                  </a:lnTo>
                  <a:lnTo>
                    <a:pt x="331072" y="252571"/>
                  </a:lnTo>
                  <a:lnTo>
                    <a:pt x="310990" y="250912"/>
                  </a:lnTo>
                  <a:lnTo>
                    <a:pt x="288232" y="248101"/>
                  </a:lnTo>
                  <a:lnTo>
                    <a:pt x="263374" y="280612"/>
                  </a:lnTo>
                  <a:lnTo>
                    <a:pt x="200384" y="277903"/>
                  </a:lnTo>
                  <a:lnTo>
                    <a:pt x="104916" y="209799"/>
                  </a:lnTo>
                  <a:lnTo>
                    <a:pt x="54456" y="186093"/>
                  </a:lnTo>
                  <a:lnTo>
                    <a:pt x="13648" y="17691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2" name="Forma libre: forma 91">
              <a:extLst>
                <a:ext uri="{FF2B5EF4-FFF2-40B4-BE49-F238E27FC236}">
                  <a16:creationId xmlns:a16="http://schemas.microsoft.com/office/drawing/2014/main" id="{C4667D49-A013-CEC9-1704-5A1047690441}"/>
                </a:ext>
              </a:extLst>
            </p:cNvPr>
            <p:cNvSpPr/>
            <p:nvPr/>
          </p:nvSpPr>
          <p:spPr>
            <a:xfrm>
              <a:off x="7856870" y="2535077"/>
              <a:ext cx="264424" cy="330022"/>
            </a:xfrm>
            <a:custGeom>
              <a:avLst/>
              <a:gdLst>
                <a:gd name="csX0" fmla="*/ 108641 w 264424"/>
                <a:gd name="csY0" fmla="*/ 124897 h 330022"/>
                <a:gd name="csX1" fmla="*/ 109522 w 264424"/>
                <a:gd name="csY1" fmla="*/ 111249 h 330022"/>
                <a:gd name="csX2" fmla="*/ 119411 w 264424"/>
                <a:gd name="csY2" fmla="*/ 97229 h 330022"/>
                <a:gd name="csX3" fmla="*/ 119513 w 264424"/>
                <a:gd name="csY3" fmla="*/ 83378 h 330022"/>
                <a:gd name="csX4" fmla="*/ 134820 w 264424"/>
                <a:gd name="csY4" fmla="*/ 76706 h 330022"/>
                <a:gd name="csX5" fmla="*/ 128826 w 264424"/>
                <a:gd name="csY5" fmla="*/ 71999 h 330022"/>
                <a:gd name="csX6" fmla="*/ 131603 w 264424"/>
                <a:gd name="csY6" fmla="*/ 49952 h 330022"/>
                <a:gd name="csX7" fmla="*/ 148908 w 264424"/>
                <a:gd name="csY7" fmla="*/ 49817 h 330022"/>
                <a:gd name="csX8" fmla="*/ 164080 w 264424"/>
                <a:gd name="csY8" fmla="*/ 72947 h 330022"/>
                <a:gd name="csX9" fmla="*/ 182977 w 264424"/>
                <a:gd name="csY9" fmla="*/ 85240 h 330022"/>
                <a:gd name="csX10" fmla="*/ 207834 w 264424"/>
                <a:gd name="csY10" fmla="*/ 89677 h 330022"/>
                <a:gd name="csX11" fmla="*/ 227883 w 264424"/>
                <a:gd name="csY11" fmla="*/ 95840 h 330022"/>
                <a:gd name="csX12" fmla="*/ 243190 w 264424"/>
                <a:gd name="csY12" fmla="*/ 115279 h 330022"/>
                <a:gd name="csX13" fmla="*/ 252300 w 264424"/>
                <a:gd name="csY13" fmla="*/ 126523 h 330022"/>
                <a:gd name="csX14" fmla="*/ 264424 w 264424"/>
                <a:gd name="csY14" fmla="*/ 130790 h 330022"/>
                <a:gd name="csX15" fmla="*/ 264357 w 264424"/>
                <a:gd name="csY15" fmla="*/ 138342 h 330022"/>
                <a:gd name="csX16" fmla="*/ 252029 w 264424"/>
                <a:gd name="csY16" fmla="*/ 158526 h 330022"/>
                <a:gd name="csX17" fmla="*/ 246611 w 264424"/>
                <a:gd name="csY17" fmla="*/ 168042 h 330022"/>
                <a:gd name="csX18" fmla="*/ 232353 w 264424"/>
                <a:gd name="csY18" fmla="*/ 178879 h 330022"/>
                <a:gd name="csX19" fmla="*/ 219722 w 264424"/>
                <a:gd name="csY19" fmla="*/ 202077 h 330022"/>
                <a:gd name="csX20" fmla="*/ 204346 w 264424"/>
                <a:gd name="csY20" fmla="*/ 200316 h 330022"/>
                <a:gd name="csX21" fmla="*/ 197302 w 264424"/>
                <a:gd name="csY21" fmla="*/ 208377 h 330022"/>
                <a:gd name="csX22" fmla="*/ 191884 w 264424"/>
                <a:gd name="csY22" fmla="*/ 225546 h 330022"/>
                <a:gd name="csX23" fmla="*/ 196049 w 264424"/>
                <a:gd name="csY23" fmla="*/ 248169 h 330022"/>
                <a:gd name="csX24" fmla="*/ 192832 w 264424"/>
                <a:gd name="csY24" fmla="*/ 252334 h 330022"/>
                <a:gd name="csX25" fmla="*/ 177253 w 264424"/>
                <a:gd name="csY25" fmla="*/ 252233 h 330022"/>
                <a:gd name="csX26" fmla="*/ 156121 w 264424"/>
                <a:gd name="csY26" fmla="*/ 264899 h 330022"/>
                <a:gd name="csX27" fmla="*/ 152802 w 264424"/>
                <a:gd name="csY27" fmla="*/ 281391 h 330022"/>
                <a:gd name="csX28" fmla="*/ 145081 w 264424"/>
                <a:gd name="csY28" fmla="*/ 288537 h 330022"/>
                <a:gd name="csX29" fmla="*/ 123983 w 264424"/>
                <a:gd name="csY29" fmla="*/ 288266 h 330022"/>
                <a:gd name="csX30" fmla="*/ 110741 w 264424"/>
                <a:gd name="csY30" fmla="*/ 296800 h 330022"/>
                <a:gd name="csX31" fmla="*/ 110910 w 264424"/>
                <a:gd name="csY31" fmla="*/ 310482 h 330022"/>
                <a:gd name="csX32" fmla="*/ 94520 w 264424"/>
                <a:gd name="csY32" fmla="*/ 319863 h 330022"/>
                <a:gd name="csX33" fmla="*/ 75826 w 264424"/>
                <a:gd name="csY33" fmla="*/ 316679 h 330022"/>
                <a:gd name="csX34" fmla="*/ 53203 w 264424"/>
                <a:gd name="csY34" fmla="*/ 328092 h 330022"/>
                <a:gd name="csX35" fmla="*/ 37557 w 264424"/>
                <a:gd name="csY35" fmla="*/ 330022 h 330022"/>
                <a:gd name="csX36" fmla="*/ 26483 w 264424"/>
                <a:gd name="csY36" fmla="*/ 306350 h 330022"/>
                <a:gd name="csX37" fmla="*/ 0 w 264424"/>
                <a:gd name="csY37" fmla="*/ 250472 h 330022"/>
                <a:gd name="csX38" fmla="*/ 101597 w 264424"/>
                <a:gd name="csY38" fmla="*/ 216606 h 330022"/>
                <a:gd name="csX39" fmla="*/ 124186 w 264424"/>
                <a:gd name="csY39" fmla="*/ 148874 h 330022"/>
                <a:gd name="csX40" fmla="*/ 108641 w 264424"/>
                <a:gd name="csY40" fmla="*/ 124897 h 330022"/>
                <a:gd name="csX41" fmla="*/ 144302 w 264424"/>
                <a:gd name="csY41" fmla="*/ 23063 h 330022"/>
                <a:gd name="csX42" fmla="*/ 137868 w 264424"/>
                <a:gd name="csY42" fmla="*/ 11548 h 330022"/>
                <a:gd name="csX43" fmla="*/ 147723 w 264424"/>
                <a:gd name="csY43" fmla="*/ 0 h 330022"/>
                <a:gd name="csX44" fmla="*/ 151922 w 264424"/>
                <a:gd name="csY44" fmla="*/ 2946 h 330022"/>
                <a:gd name="csX45" fmla="*/ 148705 w 264424"/>
                <a:gd name="csY45" fmla="*/ 16933 h 330022"/>
                <a:gd name="csX46" fmla="*/ 144302 w 264424"/>
                <a:gd name="csY46" fmla="*/ 23063 h 330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264424" h="330022">
                  <a:moveTo>
                    <a:pt x="108641" y="124897"/>
                  </a:moveTo>
                  <a:lnTo>
                    <a:pt x="109522" y="111249"/>
                  </a:lnTo>
                  <a:lnTo>
                    <a:pt x="119411" y="97229"/>
                  </a:lnTo>
                  <a:lnTo>
                    <a:pt x="119513" y="83378"/>
                  </a:lnTo>
                  <a:lnTo>
                    <a:pt x="134820" y="76706"/>
                  </a:lnTo>
                  <a:lnTo>
                    <a:pt x="128826" y="71999"/>
                  </a:lnTo>
                  <a:lnTo>
                    <a:pt x="131603" y="49952"/>
                  </a:lnTo>
                  <a:lnTo>
                    <a:pt x="148908" y="49817"/>
                  </a:lnTo>
                  <a:lnTo>
                    <a:pt x="164080" y="72947"/>
                  </a:lnTo>
                  <a:lnTo>
                    <a:pt x="182977" y="85240"/>
                  </a:lnTo>
                  <a:lnTo>
                    <a:pt x="207834" y="89677"/>
                  </a:lnTo>
                  <a:lnTo>
                    <a:pt x="227883" y="95840"/>
                  </a:lnTo>
                  <a:lnTo>
                    <a:pt x="243190" y="115279"/>
                  </a:lnTo>
                  <a:lnTo>
                    <a:pt x="252300" y="126523"/>
                  </a:lnTo>
                  <a:lnTo>
                    <a:pt x="264424" y="130790"/>
                  </a:lnTo>
                  <a:lnTo>
                    <a:pt x="264357" y="138342"/>
                  </a:lnTo>
                  <a:lnTo>
                    <a:pt x="252029" y="158526"/>
                  </a:lnTo>
                  <a:lnTo>
                    <a:pt x="246611" y="168042"/>
                  </a:lnTo>
                  <a:lnTo>
                    <a:pt x="232353" y="178879"/>
                  </a:lnTo>
                  <a:lnTo>
                    <a:pt x="219722" y="202077"/>
                  </a:lnTo>
                  <a:lnTo>
                    <a:pt x="204346" y="200316"/>
                  </a:lnTo>
                  <a:lnTo>
                    <a:pt x="197302" y="208377"/>
                  </a:lnTo>
                  <a:lnTo>
                    <a:pt x="191884" y="225546"/>
                  </a:lnTo>
                  <a:lnTo>
                    <a:pt x="196049" y="248169"/>
                  </a:lnTo>
                  <a:lnTo>
                    <a:pt x="192832" y="252334"/>
                  </a:lnTo>
                  <a:lnTo>
                    <a:pt x="177253" y="252233"/>
                  </a:lnTo>
                  <a:lnTo>
                    <a:pt x="156121" y="264899"/>
                  </a:lnTo>
                  <a:lnTo>
                    <a:pt x="152802" y="281391"/>
                  </a:lnTo>
                  <a:lnTo>
                    <a:pt x="145081" y="288537"/>
                  </a:lnTo>
                  <a:lnTo>
                    <a:pt x="123983" y="288266"/>
                  </a:lnTo>
                  <a:lnTo>
                    <a:pt x="110741" y="296800"/>
                  </a:lnTo>
                  <a:lnTo>
                    <a:pt x="110910" y="310482"/>
                  </a:lnTo>
                  <a:lnTo>
                    <a:pt x="94520" y="319863"/>
                  </a:lnTo>
                  <a:lnTo>
                    <a:pt x="75826" y="316679"/>
                  </a:lnTo>
                  <a:lnTo>
                    <a:pt x="53203" y="328092"/>
                  </a:lnTo>
                  <a:lnTo>
                    <a:pt x="37557" y="330022"/>
                  </a:lnTo>
                  <a:lnTo>
                    <a:pt x="26483" y="306350"/>
                  </a:lnTo>
                  <a:lnTo>
                    <a:pt x="0" y="250472"/>
                  </a:lnTo>
                  <a:lnTo>
                    <a:pt x="101597" y="216606"/>
                  </a:lnTo>
                  <a:lnTo>
                    <a:pt x="124186" y="148874"/>
                  </a:lnTo>
                  <a:lnTo>
                    <a:pt x="108641" y="124897"/>
                  </a:lnTo>
                  <a:close/>
                  <a:moveTo>
                    <a:pt x="144302" y="23063"/>
                  </a:moveTo>
                  <a:lnTo>
                    <a:pt x="137868" y="11548"/>
                  </a:lnTo>
                  <a:lnTo>
                    <a:pt x="147723" y="0"/>
                  </a:lnTo>
                  <a:lnTo>
                    <a:pt x="151922" y="2946"/>
                  </a:lnTo>
                  <a:lnTo>
                    <a:pt x="148705" y="16933"/>
                  </a:lnTo>
                  <a:lnTo>
                    <a:pt x="144302" y="2306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3" name="Forma libre: forma 92">
              <a:extLst>
                <a:ext uri="{FF2B5EF4-FFF2-40B4-BE49-F238E27FC236}">
                  <a16:creationId xmlns:a16="http://schemas.microsoft.com/office/drawing/2014/main" id="{5645216E-8004-F34E-4545-96F6C8DE018A}"/>
                </a:ext>
              </a:extLst>
            </p:cNvPr>
            <p:cNvSpPr/>
            <p:nvPr/>
          </p:nvSpPr>
          <p:spPr>
            <a:xfrm>
              <a:off x="11738875" y="3924321"/>
              <a:ext cx="41180" cy="66783"/>
            </a:xfrm>
            <a:custGeom>
              <a:avLst/>
              <a:gdLst>
                <a:gd name="csX0" fmla="*/ 19914 w 41180"/>
                <a:gd name="csY0" fmla="*/ 42874 h 66783"/>
                <a:gd name="csX1" fmla="*/ 41181 w 41180"/>
                <a:gd name="csY1" fmla="*/ 62313 h 66783"/>
                <a:gd name="csX2" fmla="*/ 30006 w 41180"/>
                <a:gd name="csY2" fmla="*/ 66783 h 66783"/>
                <a:gd name="csX3" fmla="*/ 18660 w 41180"/>
                <a:gd name="csY3" fmla="*/ 51950 h 66783"/>
                <a:gd name="csX4" fmla="*/ 19914 w 41180"/>
                <a:gd name="csY4" fmla="*/ 42874 h 66783"/>
                <a:gd name="csX5" fmla="*/ 5554 w 41180"/>
                <a:gd name="csY5" fmla="*/ 35322 h 66783"/>
                <a:gd name="csX6" fmla="*/ 711 w 41180"/>
                <a:gd name="csY6" fmla="*/ 25975 h 66783"/>
                <a:gd name="csX7" fmla="*/ 0 w 41180"/>
                <a:gd name="csY7" fmla="*/ 0 h 66783"/>
                <a:gd name="csX8" fmla="*/ 16222 w 41180"/>
                <a:gd name="csY8" fmla="*/ 10431 h 66783"/>
                <a:gd name="csX9" fmla="*/ 21708 w 41180"/>
                <a:gd name="csY9" fmla="*/ 37726 h 66783"/>
                <a:gd name="csX10" fmla="*/ 12598 w 41180"/>
                <a:gd name="csY10" fmla="*/ 33493 h 66783"/>
                <a:gd name="csX11" fmla="*/ 5554 w 41180"/>
                <a:gd name="csY11" fmla="*/ 35322 h 66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1180" h="66783">
                  <a:moveTo>
                    <a:pt x="19914" y="42874"/>
                  </a:moveTo>
                  <a:lnTo>
                    <a:pt x="41181" y="62313"/>
                  </a:lnTo>
                  <a:lnTo>
                    <a:pt x="30006" y="66783"/>
                  </a:lnTo>
                  <a:lnTo>
                    <a:pt x="18660" y="51950"/>
                  </a:lnTo>
                  <a:lnTo>
                    <a:pt x="19914" y="42874"/>
                  </a:lnTo>
                  <a:close/>
                  <a:moveTo>
                    <a:pt x="5554" y="35322"/>
                  </a:moveTo>
                  <a:lnTo>
                    <a:pt x="711" y="25975"/>
                  </a:lnTo>
                  <a:lnTo>
                    <a:pt x="0" y="0"/>
                  </a:lnTo>
                  <a:lnTo>
                    <a:pt x="16222" y="10431"/>
                  </a:lnTo>
                  <a:lnTo>
                    <a:pt x="21708" y="37726"/>
                  </a:lnTo>
                  <a:lnTo>
                    <a:pt x="12598" y="33493"/>
                  </a:lnTo>
                  <a:lnTo>
                    <a:pt x="5554" y="3532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4" name="Forma libre: forma 93">
              <a:extLst>
                <a:ext uri="{FF2B5EF4-FFF2-40B4-BE49-F238E27FC236}">
                  <a16:creationId xmlns:a16="http://schemas.microsoft.com/office/drawing/2014/main" id="{66B256F1-F735-2FB1-D066-19421B383B0A}"/>
                </a:ext>
              </a:extLst>
            </p:cNvPr>
            <p:cNvSpPr/>
            <p:nvPr/>
          </p:nvSpPr>
          <p:spPr>
            <a:xfrm>
              <a:off x="9561946" y="2935541"/>
              <a:ext cx="178371" cy="138308"/>
            </a:xfrm>
            <a:custGeom>
              <a:avLst/>
              <a:gdLst>
                <a:gd name="csX0" fmla="*/ 8026 w 178371"/>
                <a:gd name="csY0" fmla="*/ 80736 h 138308"/>
                <a:gd name="csX1" fmla="*/ 0 w 178371"/>
                <a:gd name="csY1" fmla="*/ 39860 h 138308"/>
                <a:gd name="csX2" fmla="*/ 21675 w 178371"/>
                <a:gd name="csY2" fmla="*/ 11684 h 138308"/>
                <a:gd name="csX3" fmla="*/ 65463 w 178371"/>
                <a:gd name="csY3" fmla="*/ 5215 h 138308"/>
                <a:gd name="csX4" fmla="*/ 97229 w 178371"/>
                <a:gd name="csY4" fmla="*/ 10092 h 138308"/>
                <a:gd name="csX5" fmla="*/ 125169 w 178371"/>
                <a:gd name="csY5" fmla="*/ 23368 h 138308"/>
                <a:gd name="csX6" fmla="*/ 140476 w 178371"/>
                <a:gd name="csY6" fmla="*/ 0 h 138308"/>
                <a:gd name="csX7" fmla="*/ 170515 w 178371"/>
                <a:gd name="csY7" fmla="*/ 12496 h 138308"/>
                <a:gd name="csX8" fmla="*/ 178371 w 178371"/>
                <a:gd name="csY8" fmla="*/ 35051 h 138308"/>
                <a:gd name="csX9" fmla="*/ 174172 w 178371"/>
                <a:gd name="csY9" fmla="*/ 75656 h 138308"/>
                <a:gd name="csX10" fmla="*/ 117278 w 178371"/>
                <a:gd name="csY10" fmla="*/ 101699 h 138308"/>
                <a:gd name="csX11" fmla="*/ 132145 w 178371"/>
                <a:gd name="csY11" fmla="*/ 122222 h 138308"/>
                <a:gd name="csX12" fmla="*/ 96586 w 178371"/>
                <a:gd name="csY12" fmla="*/ 124694 h 138308"/>
                <a:gd name="csX13" fmla="*/ 67258 w 178371"/>
                <a:gd name="csY13" fmla="*/ 138308 h 138308"/>
                <a:gd name="csX14" fmla="*/ 38912 w 178371"/>
                <a:gd name="csY14" fmla="*/ 133363 h 138308"/>
                <a:gd name="csX15" fmla="*/ 25163 w 178371"/>
                <a:gd name="csY15" fmla="*/ 115720 h 138308"/>
                <a:gd name="csX16" fmla="*/ 8026 w 178371"/>
                <a:gd name="csY16" fmla="*/ 80736 h 1383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78371" h="138308">
                  <a:moveTo>
                    <a:pt x="8026" y="80736"/>
                  </a:moveTo>
                  <a:lnTo>
                    <a:pt x="0" y="39860"/>
                  </a:lnTo>
                  <a:lnTo>
                    <a:pt x="21675" y="11684"/>
                  </a:lnTo>
                  <a:lnTo>
                    <a:pt x="65463" y="5215"/>
                  </a:lnTo>
                  <a:lnTo>
                    <a:pt x="97229" y="10092"/>
                  </a:lnTo>
                  <a:lnTo>
                    <a:pt x="125169" y="23368"/>
                  </a:lnTo>
                  <a:lnTo>
                    <a:pt x="140476" y="0"/>
                  </a:lnTo>
                  <a:lnTo>
                    <a:pt x="170515" y="12496"/>
                  </a:lnTo>
                  <a:lnTo>
                    <a:pt x="178371" y="35051"/>
                  </a:lnTo>
                  <a:lnTo>
                    <a:pt x="174172" y="75656"/>
                  </a:lnTo>
                  <a:lnTo>
                    <a:pt x="117278" y="101699"/>
                  </a:lnTo>
                  <a:lnTo>
                    <a:pt x="132145" y="122222"/>
                  </a:lnTo>
                  <a:lnTo>
                    <a:pt x="96586" y="124694"/>
                  </a:lnTo>
                  <a:lnTo>
                    <a:pt x="67258" y="138308"/>
                  </a:lnTo>
                  <a:lnTo>
                    <a:pt x="38912" y="133363"/>
                  </a:lnTo>
                  <a:lnTo>
                    <a:pt x="25163" y="115720"/>
                  </a:lnTo>
                  <a:lnTo>
                    <a:pt x="8026" y="8073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5" name="Forma libre: forma 94">
              <a:extLst>
                <a:ext uri="{FF2B5EF4-FFF2-40B4-BE49-F238E27FC236}">
                  <a16:creationId xmlns:a16="http://schemas.microsoft.com/office/drawing/2014/main" id="{96CC369B-2B8F-95C3-78C3-BB55550364BD}"/>
                </a:ext>
              </a:extLst>
            </p:cNvPr>
            <p:cNvSpPr/>
            <p:nvPr/>
          </p:nvSpPr>
          <p:spPr>
            <a:xfrm>
              <a:off x="9393565" y="2737527"/>
              <a:ext cx="278139" cy="498741"/>
            </a:xfrm>
            <a:custGeom>
              <a:avLst/>
              <a:gdLst>
                <a:gd name="csX0" fmla="*/ 265609 w 278139"/>
                <a:gd name="csY0" fmla="*/ 208105 h 498741"/>
                <a:gd name="csX1" fmla="*/ 233843 w 278139"/>
                <a:gd name="csY1" fmla="*/ 203229 h 498741"/>
                <a:gd name="csX2" fmla="*/ 190055 w 278139"/>
                <a:gd name="csY2" fmla="*/ 209697 h 498741"/>
                <a:gd name="csX3" fmla="*/ 168380 w 278139"/>
                <a:gd name="csY3" fmla="*/ 237874 h 498741"/>
                <a:gd name="csX4" fmla="*/ 176407 w 278139"/>
                <a:gd name="csY4" fmla="*/ 278750 h 498741"/>
                <a:gd name="csX5" fmla="*/ 145996 w 278139"/>
                <a:gd name="csY5" fmla="*/ 263205 h 498741"/>
                <a:gd name="csX6" fmla="*/ 117040 w 278139"/>
                <a:gd name="csY6" fmla="*/ 263849 h 498741"/>
                <a:gd name="csX7" fmla="*/ 121984 w 278139"/>
                <a:gd name="csY7" fmla="*/ 237230 h 498741"/>
                <a:gd name="csX8" fmla="*/ 92182 w 278139"/>
                <a:gd name="csY8" fmla="*/ 237433 h 498741"/>
                <a:gd name="csX9" fmla="*/ 89508 w 278139"/>
                <a:gd name="csY9" fmla="*/ 274686 h 498741"/>
                <a:gd name="csX10" fmla="*/ 71220 w 278139"/>
                <a:gd name="csY10" fmla="*/ 324164 h 498741"/>
                <a:gd name="csX11" fmla="*/ 60213 w 278139"/>
                <a:gd name="csY11" fmla="*/ 354067 h 498741"/>
                <a:gd name="csX12" fmla="*/ 62516 w 278139"/>
                <a:gd name="csY12" fmla="*/ 378586 h 498741"/>
                <a:gd name="csX13" fmla="*/ 84596 w 278139"/>
                <a:gd name="csY13" fmla="*/ 379636 h 498741"/>
                <a:gd name="csX14" fmla="*/ 98346 w 278139"/>
                <a:gd name="csY14" fmla="*/ 410555 h 498741"/>
                <a:gd name="csX15" fmla="*/ 104409 w 278139"/>
                <a:gd name="csY15" fmla="*/ 439849 h 498741"/>
                <a:gd name="csX16" fmla="*/ 123305 w 278139"/>
                <a:gd name="csY16" fmla="*/ 459254 h 498741"/>
                <a:gd name="csX17" fmla="*/ 143827 w 278139"/>
                <a:gd name="csY17" fmla="*/ 463183 h 498741"/>
                <a:gd name="csX18" fmla="*/ 161370 w 278139"/>
                <a:gd name="csY18" fmla="*/ 480759 h 498741"/>
                <a:gd name="csX19" fmla="*/ 150296 w 278139"/>
                <a:gd name="csY19" fmla="*/ 494678 h 498741"/>
                <a:gd name="csX20" fmla="*/ 127945 w 278139"/>
                <a:gd name="csY20" fmla="*/ 498742 h 498741"/>
                <a:gd name="csX21" fmla="*/ 125303 w 278139"/>
                <a:gd name="csY21" fmla="*/ 481335 h 498741"/>
                <a:gd name="csX22" fmla="*/ 97669 w 278139"/>
                <a:gd name="csY22" fmla="*/ 466502 h 498741"/>
                <a:gd name="csX23" fmla="*/ 91776 w 278139"/>
                <a:gd name="csY23" fmla="*/ 472564 h 498741"/>
                <a:gd name="csX24" fmla="*/ 78399 w 278139"/>
                <a:gd name="csY24" fmla="*/ 459559 h 498741"/>
                <a:gd name="csX25" fmla="*/ 72608 w 278139"/>
                <a:gd name="csY25" fmla="*/ 442796 h 498741"/>
                <a:gd name="csX26" fmla="*/ 54592 w 278139"/>
                <a:gd name="csY26" fmla="*/ 423662 h 498741"/>
                <a:gd name="csX27" fmla="*/ 38200 w 278139"/>
                <a:gd name="csY27" fmla="*/ 407609 h 498741"/>
                <a:gd name="csX28" fmla="*/ 32646 w 278139"/>
                <a:gd name="csY28" fmla="*/ 427488 h 498741"/>
                <a:gd name="csX29" fmla="*/ 26212 w 278139"/>
                <a:gd name="csY29" fmla="*/ 408693 h 498741"/>
                <a:gd name="csX30" fmla="*/ 29903 w 278139"/>
                <a:gd name="csY30" fmla="*/ 387560 h 498741"/>
                <a:gd name="csX31" fmla="*/ 39893 w 278139"/>
                <a:gd name="csY31" fmla="*/ 355083 h 498741"/>
                <a:gd name="csX32" fmla="*/ 56285 w 278139"/>
                <a:gd name="csY32" fmla="*/ 320269 h 498741"/>
                <a:gd name="csX33" fmla="*/ 74877 w 278139"/>
                <a:gd name="csY33" fmla="*/ 288706 h 498741"/>
                <a:gd name="csX34" fmla="*/ 61636 w 278139"/>
                <a:gd name="csY34" fmla="*/ 257820 h 498741"/>
                <a:gd name="csX35" fmla="*/ 62178 w 278139"/>
                <a:gd name="csY35" fmla="*/ 242107 h 498741"/>
                <a:gd name="csX36" fmla="*/ 58316 w 278139"/>
                <a:gd name="csY36" fmla="*/ 223176 h 498741"/>
                <a:gd name="csX37" fmla="*/ 35728 w 278139"/>
                <a:gd name="csY37" fmla="*/ 196286 h 498741"/>
                <a:gd name="csX38" fmla="*/ 27634 w 278139"/>
                <a:gd name="csY38" fmla="*/ 179286 h 498741"/>
                <a:gd name="csX39" fmla="*/ 39318 w 278139"/>
                <a:gd name="csY39" fmla="*/ 173054 h 498741"/>
                <a:gd name="csX40" fmla="*/ 51713 w 278139"/>
                <a:gd name="csY40" fmla="*/ 143591 h 498741"/>
                <a:gd name="csX41" fmla="*/ 37861 w 278139"/>
                <a:gd name="csY41" fmla="*/ 121240 h 498741"/>
                <a:gd name="csX42" fmla="*/ 16357 w 278139"/>
                <a:gd name="csY42" fmla="*/ 96518 h 498741"/>
                <a:gd name="csX43" fmla="*/ 0 w 278139"/>
                <a:gd name="csY43" fmla="*/ 66817 h 498741"/>
                <a:gd name="csX44" fmla="*/ 14291 w 278139"/>
                <a:gd name="csY44" fmla="*/ 60654 h 498741"/>
                <a:gd name="csX45" fmla="*/ 29734 w 278139"/>
                <a:gd name="csY45" fmla="*/ 24045 h 498741"/>
                <a:gd name="csX46" fmla="*/ 53643 w 278139"/>
                <a:gd name="csY46" fmla="*/ 22521 h 498741"/>
                <a:gd name="csX47" fmla="*/ 73387 w 278139"/>
                <a:gd name="csY47" fmla="*/ 7823 h 498741"/>
                <a:gd name="csX48" fmla="*/ 92792 w 278139"/>
                <a:gd name="csY48" fmla="*/ 0 h 498741"/>
                <a:gd name="csX49" fmla="*/ 107456 w 278139"/>
                <a:gd name="csY49" fmla="*/ 10464 h 498741"/>
                <a:gd name="csX50" fmla="*/ 109386 w 278139"/>
                <a:gd name="csY50" fmla="*/ 30818 h 498741"/>
                <a:gd name="csX51" fmla="*/ 132280 w 278139"/>
                <a:gd name="csY51" fmla="*/ 32342 h 498741"/>
                <a:gd name="csX52" fmla="*/ 123949 w 278139"/>
                <a:gd name="csY52" fmla="*/ 68037 h 498741"/>
                <a:gd name="csX53" fmla="*/ 124761 w 278139"/>
                <a:gd name="csY53" fmla="*/ 98414 h 498741"/>
                <a:gd name="csX54" fmla="*/ 160456 w 278139"/>
                <a:gd name="csY54" fmla="*/ 78196 h 498741"/>
                <a:gd name="csX55" fmla="*/ 170582 w 278139"/>
                <a:gd name="csY55" fmla="*/ 84157 h 498741"/>
                <a:gd name="csX56" fmla="*/ 190427 w 278139"/>
                <a:gd name="csY56" fmla="*/ 83175 h 498741"/>
                <a:gd name="csX57" fmla="*/ 197235 w 278139"/>
                <a:gd name="csY57" fmla="*/ 71389 h 498741"/>
                <a:gd name="csX58" fmla="*/ 222837 w 278139"/>
                <a:gd name="csY58" fmla="*/ 73726 h 498741"/>
                <a:gd name="csX59" fmla="*/ 248609 w 278139"/>
                <a:gd name="csY59" fmla="*/ 101225 h 498741"/>
                <a:gd name="csX60" fmla="*/ 250708 w 278139"/>
                <a:gd name="csY60" fmla="*/ 134650 h 498741"/>
                <a:gd name="csX61" fmla="*/ 278139 w 278139"/>
                <a:gd name="csY61" fmla="*/ 164181 h 498741"/>
                <a:gd name="csX62" fmla="*/ 276616 w 278139"/>
                <a:gd name="csY62" fmla="*/ 192832 h 498741"/>
                <a:gd name="csX63" fmla="*/ 265609 w 278139"/>
                <a:gd name="csY63" fmla="*/ 208105 h 498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</a:cxnLst>
              <a:rect l="l" t="t" r="r" b="b"/>
              <a:pathLst>
                <a:path w="278139" h="498741">
                  <a:moveTo>
                    <a:pt x="265609" y="208105"/>
                  </a:moveTo>
                  <a:lnTo>
                    <a:pt x="233843" y="203229"/>
                  </a:lnTo>
                  <a:lnTo>
                    <a:pt x="190055" y="209697"/>
                  </a:lnTo>
                  <a:lnTo>
                    <a:pt x="168380" y="237874"/>
                  </a:lnTo>
                  <a:lnTo>
                    <a:pt x="176407" y="278750"/>
                  </a:lnTo>
                  <a:lnTo>
                    <a:pt x="145996" y="263205"/>
                  </a:lnTo>
                  <a:lnTo>
                    <a:pt x="117040" y="263849"/>
                  </a:lnTo>
                  <a:lnTo>
                    <a:pt x="121984" y="237230"/>
                  </a:lnTo>
                  <a:lnTo>
                    <a:pt x="92182" y="237433"/>
                  </a:lnTo>
                  <a:lnTo>
                    <a:pt x="89508" y="274686"/>
                  </a:lnTo>
                  <a:lnTo>
                    <a:pt x="71220" y="324164"/>
                  </a:lnTo>
                  <a:lnTo>
                    <a:pt x="60213" y="354067"/>
                  </a:lnTo>
                  <a:lnTo>
                    <a:pt x="62516" y="378586"/>
                  </a:lnTo>
                  <a:lnTo>
                    <a:pt x="84596" y="379636"/>
                  </a:lnTo>
                  <a:lnTo>
                    <a:pt x="98346" y="410555"/>
                  </a:lnTo>
                  <a:lnTo>
                    <a:pt x="104409" y="439849"/>
                  </a:lnTo>
                  <a:lnTo>
                    <a:pt x="123305" y="459254"/>
                  </a:lnTo>
                  <a:lnTo>
                    <a:pt x="143827" y="463183"/>
                  </a:lnTo>
                  <a:lnTo>
                    <a:pt x="161370" y="480759"/>
                  </a:lnTo>
                  <a:lnTo>
                    <a:pt x="150296" y="494678"/>
                  </a:lnTo>
                  <a:lnTo>
                    <a:pt x="127945" y="498742"/>
                  </a:lnTo>
                  <a:lnTo>
                    <a:pt x="125303" y="481335"/>
                  </a:lnTo>
                  <a:lnTo>
                    <a:pt x="97669" y="466502"/>
                  </a:lnTo>
                  <a:lnTo>
                    <a:pt x="91776" y="472564"/>
                  </a:lnTo>
                  <a:lnTo>
                    <a:pt x="78399" y="459559"/>
                  </a:lnTo>
                  <a:lnTo>
                    <a:pt x="72608" y="442796"/>
                  </a:lnTo>
                  <a:lnTo>
                    <a:pt x="54592" y="423662"/>
                  </a:lnTo>
                  <a:lnTo>
                    <a:pt x="38200" y="407609"/>
                  </a:lnTo>
                  <a:lnTo>
                    <a:pt x="32646" y="427488"/>
                  </a:lnTo>
                  <a:lnTo>
                    <a:pt x="26212" y="408693"/>
                  </a:lnTo>
                  <a:lnTo>
                    <a:pt x="29903" y="387560"/>
                  </a:lnTo>
                  <a:lnTo>
                    <a:pt x="39893" y="355083"/>
                  </a:lnTo>
                  <a:lnTo>
                    <a:pt x="56285" y="320269"/>
                  </a:lnTo>
                  <a:lnTo>
                    <a:pt x="74877" y="288706"/>
                  </a:lnTo>
                  <a:lnTo>
                    <a:pt x="61636" y="257820"/>
                  </a:lnTo>
                  <a:lnTo>
                    <a:pt x="62178" y="242107"/>
                  </a:lnTo>
                  <a:lnTo>
                    <a:pt x="58316" y="223176"/>
                  </a:lnTo>
                  <a:lnTo>
                    <a:pt x="35728" y="196286"/>
                  </a:lnTo>
                  <a:lnTo>
                    <a:pt x="27634" y="179286"/>
                  </a:lnTo>
                  <a:lnTo>
                    <a:pt x="39318" y="173054"/>
                  </a:lnTo>
                  <a:lnTo>
                    <a:pt x="51713" y="143591"/>
                  </a:lnTo>
                  <a:lnTo>
                    <a:pt x="37861" y="121240"/>
                  </a:lnTo>
                  <a:lnTo>
                    <a:pt x="16357" y="96518"/>
                  </a:lnTo>
                  <a:lnTo>
                    <a:pt x="0" y="66817"/>
                  </a:lnTo>
                  <a:lnTo>
                    <a:pt x="14291" y="60654"/>
                  </a:lnTo>
                  <a:lnTo>
                    <a:pt x="29734" y="24045"/>
                  </a:lnTo>
                  <a:lnTo>
                    <a:pt x="53643" y="22521"/>
                  </a:lnTo>
                  <a:lnTo>
                    <a:pt x="73387" y="7823"/>
                  </a:lnTo>
                  <a:lnTo>
                    <a:pt x="92792" y="0"/>
                  </a:lnTo>
                  <a:lnTo>
                    <a:pt x="107456" y="10464"/>
                  </a:lnTo>
                  <a:lnTo>
                    <a:pt x="109386" y="30818"/>
                  </a:lnTo>
                  <a:lnTo>
                    <a:pt x="132280" y="32342"/>
                  </a:lnTo>
                  <a:lnTo>
                    <a:pt x="123949" y="68037"/>
                  </a:lnTo>
                  <a:lnTo>
                    <a:pt x="124761" y="98414"/>
                  </a:lnTo>
                  <a:lnTo>
                    <a:pt x="160456" y="78196"/>
                  </a:lnTo>
                  <a:lnTo>
                    <a:pt x="170582" y="84157"/>
                  </a:lnTo>
                  <a:lnTo>
                    <a:pt x="190427" y="83175"/>
                  </a:lnTo>
                  <a:lnTo>
                    <a:pt x="197235" y="71389"/>
                  </a:lnTo>
                  <a:lnTo>
                    <a:pt x="222837" y="73726"/>
                  </a:lnTo>
                  <a:lnTo>
                    <a:pt x="248609" y="101225"/>
                  </a:lnTo>
                  <a:lnTo>
                    <a:pt x="250708" y="134650"/>
                  </a:lnTo>
                  <a:lnTo>
                    <a:pt x="278139" y="164181"/>
                  </a:lnTo>
                  <a:lnTo>
                    <a:pt x="276616" y="192832"/>
                  </a:lnTo>
                  <a:lnTo>
                    <a:pt x="265609" y="20810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6" name="Forma libre: forma 95">
              <a:extLst>
                <a:ext uri="{FF2B5EF4-FFF2-40B4-BE49-F238E27FC236}">
                  <a16:creationId xmlns:a16="http://schemas.microsoft.com/office/drawing/2014/main" id="{32B9D462-77A6-6E12-351D-EDC9F054D11B}"/>
                </a:ext>
              </a:extLst>
            </p:cNvPr>
            <p:cNvSpPr/>
            <p:nvPr/>
          </p:nvSpPr>
          <p:spPr>
            <a:xfrm>
              <a:off x="9486357" y="2668204"/>
              <a:ext cx="252266" cy="290704"/>
            </a:xfrm>
            <a:custGeom>
              <a:avLst/>
              <a:gdLst>
                <a:gd name="csX0" fmla="*/ 246103 w 252266"/>
                <a:gd name="csY0" fmla="*/ 279833 h 290704"/>
                <a:gd name="csX1" fmla="*/ 216064 w 252266"/>
                <a:gd name="csY1" fmla="*/ 267337 h 290704"/>
                <a:gd name="csX2" fmla="*/ 200757 w 252266"/>
                <a:gd name="csY2" fmla="*/ 290704 h 290704"/>
                <a:gd name="csX3" fmla="*/ 172817 w 252266"/>
                <a:gd name="csY3" fmla="*/ 277429 h 290704"/>
                <a:gd name="csX4" fmla="*/ 183824 w 252266"/>
                <a:gd name="csY4" fmla="*/ 262155 h 290704"/>
                <a:gd name="csX5" fmla="*/ 185347 w 252266"/>
                <a:gd name="csY5" fmla="*/ 233505 h 290704"/>
                <a:gd name="csX6" fmla="*/ 157916 w 252266"/>
                <a:gd name="csY6" fmla="*/ 203974 h 290704"/>
                <a:gd name="csX7" fmla="*/ 155817 w 252266"/>
                <a:gd name="csY7" fmla="*/ 170548 h 290704"/>
                <a:gd name="csX8" fmla="*/ 130045 w 252266"/>
                <a:gd name="csY8" fmla="*/ 143049 h 290704"/>
                <a:gd name="csX9" fmla="*/ 104443 w 252266"/>
                <a:gd name="csY9" fmla="*/ 140712 h 290704"/>
                <a:gd name="csX10" fmla="*/ 97635 w 252266"/>
                <a:gd name="csY10" fmla="*/ 152498 h 290704"/>
                <a:gd name="csX11" fmla="*/ 77790 w 252266"/>
                <a:gd name="csY11" fmla="*/ 153480 h 290704"/>
                <a:gd name="csX12" fmla="*/ 67664 w 252266"/>
                <a:gd name="csY12" fmla="*/ 147519 h 290704"/>
                <a:gd name="csX13" fmla="*/ 31969 w 252266"/>
                <a:gd name="csY13" fmla="*/ 167737 h 290704"/>
                <a:gd name="csX14" fmla="*/ 31157 w 252266"/>
                <a:gd name="csY14" fmla="*/ 137360 h 290704"/>
                <a:gd name="csX15" fmla="*/ 39488 w 252266"/>
                <a:gd name="csY15" fmla="*/ 101665 h 290704"/>
                <a:gd name="csX16" fmla="*/ 16594 w 252266"/>
                <a:gd name="csY16" fmla="*/ 100141 h 290704"/>
                <a:gd name="csX17" fmla="*/ 14664 w 252266"/>
                <a:gd name="csY17" fmla="*/ 79788 h 290704"/>
                <a:gd name="csX18" fmla="*/ 0 w 252266"/>
                <a:gd name="csY18" fmla="*/ 69323 h 290704"/>
                <a:gd name="csX19" fmla="*/ 7214 w 252266"/>
                <a:gd name="csY19" fmla="*/ 56860 h 290704"/>
                <a:gd name="csX20" fmla="*/ 36033 w 252266"/>
                <a:gd name="csY20" fmla="*/ 34814 h 290704"/>
                <a:gd name="csX21" fmla="*/ 39081 w 252266"/>
                <a:gd name="csY21" fmla="*/ 42772 h 290704"/>
                <a:gd name="csX22" fmla="*/ 57132 w 252266"/>
                <a:gd name="csY22" fmla="*/ 43721 h 290704"/>
                <a:gd name="csX23" fmla="*/ 52018 w 252266"/>
                <a:gd name="csY23" fmla="*/ 4978 h 290704"/>
                <a:gd name="csX24" fmla="*/ 69561 w 252266"/>
                <a:gd name="csY24" fmla="*/ 0 h 290704"/>
                <a:gd name="csX25" fmla="*/ 89372 w 252266"/>
                <a:gd name="csY25" fmla="*/ 26754 h 290704"/>
                <a:gd name="csX26" fmla="*/ 104578 w 252266"/>
                <a:gd name="csY26" fmla="*/ 57504 h 290704"/>
                <a:gd name="csX27" fmla="*/ 146266 w 252266"/>
                <a:gd name="csY27" fmla="*/ 57775 h 290704"/>
                <a:gd name="csX28" fmla="*/ 159406 w 252266"/>
                <a:gd name="csY28" fmla="*/ 87306 h 290704"/>
                <a:gd name="csX29" fmla="*/ 137733 w 252266"/>
                <a:gd name="csY29" fmla="*/ 96179 h 290704"/>
                <a:gd name="csX30" fmla="*/ 128047 w 252266"/>
                <a:gd name="csY30" fmla="*/ 108371 h 290704"/>
                <a:gd name="csX31" fmla="*/ 168618 w 252266"/>
                <a:gd name="csY31" fmla="*/ 128622 h 290704"/>
                <a:gd name="csX32" fmla="*/ 196760 w 252266"/>
                <a:gd name="csY32" fmla="*/ 168652 h 290704"/>
                <a:gd name="csX33" fmla="*/ 218096 w 252266"/>
                <a:gd name="csY33" fmla="*/ 198488 h 290704"/>
                <a:gd name="csX34" fmla="*/ 243732 w 252266"/>
                <a:gd name="csY34" fmla="*/ 222024 h 290704"/>
                <a:gd name="csX35" fmla="*/ 252267 w 252266"/>
                <a:gd name="csY35" fmla="*/ 245967 h 290704"/>
                <a:gd name="csX36" fmla="*/ 246103 w 252266"/>
                <a:gd name="csY36" fmla="*/ 279833 h 29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52266" h="290704">
                  <a:moveTo>
                    <a:pt x="246103" y="279833"/>
                  </a:moveTo>
                  <a:lnTo>
                    <a:pt x="216064" y="267337"/>
                  </a:lnTo>
                  <a:lnTo>
                    <a:pt x="200757" y="290704"/>
                  </a:lnTo>
                  <a:lnTo>
                    <a:pt x="172817" y="277429"/>
                  </a:lnTo>
                  <a:lnTo>
                    <a:pt x="183824" y="262155"/>
                  </a:lnTo>
                  <a:lnTo>
                    <a:pt x="185347" y="233505"/>
                  </a:lnTo>
                  <a:lnTo>
                    <a:pt x="157916" y="203974"/>
                  </a:lnTo>
                  <a:lnTo>
                    <a:pt x="155817" y="170548"/>
                  </a:lnTo>
                  <a:lnTo>
                    <a:pt x="130045" y="143049"/>
                  </a:lnTo>
                  <a:lnTo>
                    <a:pt x="104443" y="140712"/>
                  </a:lnTo>
                  <a:lnTo>
                    <a:pt x="97635" y="152498"/>
                  </a:lnTo>
                  <a:lnTo>
                    <a:pt x="77790" y="153480"/>
                  </a:lnTo>
                  <a:lnTo>
                    <a:pt x="67664" y="147519"/>
                  </a:lnTo>
                  <a:lnTo>
                    <a:pt x="31969" y="167737"/>
                  </a:lnTo>
                  <a:lnTo>
                    <a:pt x="31157" y="137360"/>
                  </a:lnTo>
                  <a:lnTo>
                    <a:pt x="39488" y="101665"/>
                  </a:lnTo>
                  <a:lnTo>
                    <a:pt x="16594" y="100141"/>
                  </a:lnTo>
                  <a:lnTo>
                    <a:pt x="14664" y="79788"/>
                  </a:lnTo>
                  <a:lnTo>
                    <a:pt x="0" y="69323"/>
                  </a:lnTo>
                  <a:lnTo>
                    <a:pt x="7214" y="56860"/>
                  </a:lnTo>
                  <a:lnTo>
                    <a:pt x="36033" y="34814"/>
                  </a:lnTo>
                  <a:lnTo>
                    <a:pt x="39081" y="42772"/>
                  </a:lnTo>
                  <a:lnTo>
                    <a:pt x="57132" y="43721"/>
                  </a:lnTo>
                  <a:lnTo>
                    <a:pt x="52018" y="4978"/>
                  </a:lnTo>
                  <a:lnTo>
                    <a:pt x="69561" y="0"/>
                  </a:lnTo>
                  <a:lnTo>
                    <a:pt x="89372" y="26754"/>
                  </a:lnTo>
                  <a:lnTo>
                    <a:pt x="104578" y="57504"/>
                  </a:lnTo>
                  <a:lnTo>
                    <a:pt x="146266" y="57775"/>
                  </a:lnTo>
                  <a:lnTo>
                    <a:pt x="159406" y="87306"/>
                  </a:lnTo>
                  <a:lnTo>
                    <a:pt x="137733" y="96179"/>
                  </a:lnTo>
                  <a:lnTo>
                    <a:pt x="128047" y="108371"/>
                  </a:lnTo>
                  <a:lnTo>
                    <a:pt x="168618" y="128622"/>
                  </a:lnTo>
                  <a:lnTo>
                    <a:pt x="196760" y="168652"/>
                  </a:lnTo>
                  <a:lnTo>
                    <a:pt x="218096" y="198488"/>
                  </a:lnTo>
                  <a:lnTo>
                    <a:pt x="243732" y="222024"/>
                  </a:lnTo>
                  <a:lnTo>
                    <a:pt x="252267" y="245967"/>
                  </a:lnTo>
                  <a:lnTo>
                    <a:pt x="246103" y="27983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7" name="Forma libre: forma 96">
              <a:extLst>
                <a:ext uri="{FF2B5EF4-FFF2-40B4-BE49-F238E27FC236}">
                  <a16:creationId xmlns:a16="http://schemas.microsoft.com/office/drawing/2014/main" id="{2C699EBA-2E3F-86CE-4BAB-C015C6E1A4CB}"/>
                </a:ext>
              </a:extLst>
            </p:cNvPr>
            <p:cNvSpPr/>
            <p:nvPr/>
          </p:nvSpPr>
          <p:spPr>
            <a:xfrm>
              <a:off x="9221764" y="2469378"/>
              <a:ext cx="300626" cy="623232"/>
            </a:xfrm>
            <a:custGeom>
              <a:avLst/>
              <a:gdLst>
                <a:gd name="csX0" fmla="*/ 264593 w 300626"/>
                <a:gd name="csY0" fmla="*/ 268150 h 623232"/>
                <a:gd name="csX1" fmla="*/ 245188 w 300626"/>
                <a:gd name="csY1" fmla="*/ 275973 h 623232"/>
                <a:gd name="csX2" fmla="*/ 225444 w 300626"/>
                <a:gd name="csY2" fmla="*/ 290670 h 623232"/>
                <a:gd name="csX3" fmla="*/ 201535 w 300626"/>
                <a:gd name="csY3" fmla="*/ 292194 h 623232"/>
                <a:gd name="csX4" fmla="*/ 186093 w 300626"/>
                <a:gd name="csY4" fmla="*/ 328803 h 623232"/>
                <a:gd name="csX5" fmla="*/ 171801 w 300626"/>
                <a:gd name="csY5" fmla="*/ 334967 h 623232"/>
                <a:gd name="csX6" fmla="*/ 188158 w 300626"/>
                <a:gd name="csY6" fmla="*/ 364667 h 623232"/>
                <a:gd name="csX7" fmla="*/ 209663 w 300626"/>
                <a:gd name="csY7" fmla="*/ 389389 h 623232"/>
                <a:gd name="csX8" fmla="*/ 223515 w 300626"/>
                <a:gd name="csY8" fmla="*/ 411741 h 623232"/>
                <a:gd name="csX9" fmla="*/ 211119 w 300626"/>
                <a:gd name="csY9" fmla="*/ 441204 h 623232"/>
                <a:gd name="csX10" fmla="*/ 199435 w 300626"/>
                <a:gd name="csY10" fmla="*/ 447435 h 623232"/>
                <a:gd name="csX11" fmla="*/ 207529 w 300626"/>
                <a:gd name="csY11" fmla="*/ 464436 h 623232"/>
                <a:gd name="csX12" fmla="*/ 230118 w 300626"/>
                <a:gd name="csY12" fmla="*/ 491325 h 623232"/>
                <a:gd name="csX13" fmla="*/ 233979 w 300626"/>
                <a:gd name="csY13" fmla="*/ 510256 h 623232"/>
                <a:gd name="csX14" fmla="*/ 233437 w 300626"/>
                <a:gd name="csY14" fmla="*/ 525970 h 623232"/>
                <a:gd name="csX15" fmla="*/ 246679 w 300626"/>
                <a:gd name="csY15" fmla="*/ 556856 h 623232"/>
                <a:gd name="csX16" fmla="*/ 228086 w 300626"/>
                <a:gd name="csY16" fmla="*/ 588419 h 623232"/>
                <a:gd name="csX17" fmla="*/ 211694 w 300626"/>
                <a:gd name="csY17" fmla="*/ 623233 h 623232"/>
                <a:gd name="csX18" fmla="*/ 208410 w 300626"/>
                <a:gd name="csY18" fmla="*/ 598104 h 623232"/>
                <a:gd name="csX19" fmla="*/ 218841 w 300626"/>
                <a:gd name="csY19" fmla="*/ 572163 h 623232"/>
                <a:gd name="csX20" fmla="*/ 207428 w 300626"/>
                <a:gd name="csY20" fmla="*/ 552115 h 623232"/>
                <a:gd name="csX21" fmla="*/ 210205 w 300626"/>
                <a:gd name="csY21" fmla="*/ 515235 h 623232"/>
                <a:gd name="csX22" fmla="*/ 196455 w 300626"/>
                <a:gd name="csY22" fmla="*/ 497692 h 623232"/>
                <a:gd name="csX23" fmla="*/ 185416 w 300626"/>
                <a:gd name="csY23" fmla="*/ 457155 h 623232"/>
                <a:gd name="csX24" fmla="*/ 179285 w 300626"/>
                <a:gd name="csY24" fmla="*/ 414348 h 623232"/>
                <a:gd name="csX25" fmla="*/ 164656 w 300626"/>
                <a:gd name="csY25" fmla="*/ 386307 h 623232"/>
                <a:gd name="csX26" fmla="*/ 142338 w 300626"/>
                <a:gd name="csY26" fmla="*/ 403308 h 623232"/>
                <a:gd name="csX27" fmla="*/ 103832 w 300626"/>
                <a:gd name="csY27" fmla="*/ 427454 h 623232"/>
                <a:gd name="csX28" fmla="*/ 84834 w 300626"/>
                <a:gd name="csY28" fmla="*/ 424440 h 623232"/>
                <a:gd name="csX29" fmla="*/ 63870 w 300626"/>
                <a:gd name="csY29" fmla="*/ 416482 h 623232"/>
                <a:gd name="csX30" fmla="*/ 75520 w 300626"/>
                <a:gd name="csY30" fmla="*/ 374522 h 623232"/>
                <a:gd name="csX31" fmla="*/ 68477 w 300626"/>
                <a:gd name="csY31" fmla="*/ 342790 h 623232"/>
                <a:gd name="csX32" fmla="*/ 41925 w 300626"/>
                <a:gd name="csY32" fmla="*/ 303776 h 623232"/>
                <a:gd name="csX33" fmla="*/ 46057 w 300626"/>
                <a:gd name="csY33" fmla="*/ 291551 h 623232"/>
                <a:gd name="csX34" fmla="*/ 26246 w 300626"/>
                <a:gd name="csY34" fmla="*/ 287216 h 623232"/>
                <a:gd name="csX35" fmla="*/ 2234 w 300626"/>
                <a:gd name="csY35" fmla="*/ 259582 h 623232"/>
                <a:gd name="csX36" fmla="*/ 0 w 300626"/>
                <a:gd name="csY36" fmla="*/ 232353 h 623232"/>
                <a:gd name="csX37" fmla="*/ 11819 w 300626"/>
                <a:gd name="csY37" fmla="*/ 237467 h 623232"/>
                <a:gd name="csX38" fmla="*/ 12530 w 300626"/>
                <a:gd name="csY38" fmla="*/ 213185 h 623232"/>
                <a:gd name="csX39" fmla="*/ 29225 w 300626"/>
                <a:gd name="csY39" fmla="*/ 205159 h 623232"/>
                <a:gd name="csX40" fmla="*/ 25636 w 300626"/>
                <a:gd name="csY40" fmla="*/ 190766 h 623232"/>
                <a:gd name="csX41" fmla="*/ 33290 w 300626"/>
                <a:gd name="csY41" fmla="*/ 179218 h 623232"/>
                <a:gd name="csX42" fmla="*/ 34611 w 300626"/>
                <a:gd name="csY42" fmla="*/ 144167 h 623232"/>
                <a:gd name="csX43" fmla="*/ 61093 w 300626"/>
                <a:gd name="csY43" fmla="*/ 151888 h 623232"/>
                <a:gd name="csX44" fmla="*/ 76198 w 300626"/>
                <a:gd name="csY44" fmla="*/ 123983 h 623232"/>
                <a:gd name="csX45" fmla="*/ 77891 w 300626"/>
                <a:gd name="csY45" fmla="*/ 107490 h 623232"/>
                <a:gd name="csX46" fmla="*/ 96585 w 300626"/>
                <a:gd name="csY46" fmla="*/ 79077 h 623232"/>
                <a:gd name="csX47" fmla="*/ 95569 w 300626"/>
                <a:gd name="csY47" fmla="*/ 59671 h 623232"/>
                <a:gd name="csX48" fmla="*/ 139392 w 300626"/>
                <a:gd name="csY48" fmla="*/ 36270 h 623232"/>
                <a:gd name="csX49" fmla="*/ 163606 w 300626"/>
                <a:gd name="csY49" fmla="*/ 42400 h 623232"/>
                <a:gd name="csX50" fmla="*/ 160829 w 300626"/>
                <a:gd name="csY50" fmla="*/ 21572 h 623232"/>
                <a:gd name="csX51" fmla="*/ 172716 w 300626"/>
                <a:gd name="csY51" fmla="*/ 15341 h 623232"/>
                <a:gd name="csX52" fmla="*/ 170141 w 300626"/>
                <a:gd name="csY52" fmla="*/ 2506 h 623232"/>
                <a:gd name="csX53" fmla="*/ 189953 w 300626"/>
                <a:gd name="csY53" fmla="*/ 0 h 623232"/>
                <a:gd name="csX54" fmla="*/ 201264 w 300626"/>
                <a:gd name="csY54" fmla="*/ 19947 h 623232"/>
                <a:gd name="csX55" fmla="*/ 216064 w 300626"/>
                <a:gd name="csY55" fmla="*/ 28007 h 623232"/>
                <a:gd name="csX56" fmla="*/ 217046 w 300626"/>
                <a:gd name="csY56" fmla="*/ 53914 h 623232"/>
                <a:gd name="csX57" fmla="*/ 215691 w 300626"/>
                <a:gd name="csY57" fmla="*/ 81854 h 623232"/>
                <a:gd name="csX58" fmla="*/ 183620 w 300626"/>
                <a:gd name="csY58" fmla="*/ 110132 h 623232"/>
                <a:gd name="csX59" fmla="*/ 179557 w 300626"/>
                <a:gd name="csY59" fmla="*/ 150330 h 623232"/>
                <a:gd name="csX60" fmla="*/ 215285 w 300626"/>
                <a:gd name="csY60" fmla="*/ 144708 h 623232"/>
                <a:gd name="csX61" fmla="*/ 223378 w 300626"/>
                <a:gd name="csY61" fmla="*/ 175865 h 623232"/>
                <a:gd name="csX62" fmla="*/ 244816 w 300626"/>
                <a:gd name="csY62" fmla="*/ 182435 h 623232"/>
                <a:gd name="csX63" fmla="*/ 234961 w 300626"/>
                <a:gd name="csY63" fmla="*/ 210578 h 623232"/>
                <a:gd name="csX64" fmla="*/ 260089 w 300626"/>
                <a:gd name="csY64" fmla="*/ 223277 h 623232"/>
                <a:gd name="csX65" fmla="*/ 274787 w 300626"/>
                <a:gd name="csY65" fmla="*/ 229509 h 623232"/>
                <a:gd name="csX66" fmla="*/ 299610 w 300626"/>
                <a:gd name="csY66" fmla="*/ 219654 h 623232"/>
                <a:gd name="csX67" fmla="*/ 300626 w 300626"/>
                <a:gd name="csY67" fmla="*/ 233640 h 623232"/>
                <a:gd name="csX68" fmla="*/ 271807 w 300626"/>
                <a:gd name="csY68" fmla="*/ 255687 h 623232"/>
                <a:gd name="csX69" fmla="*/ 264593 w 300626"/>
                <a:gd name="csY69" fmla="*/ 268150 h 6232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300626" h="623232">
                  <a:moveTo>
                    <a:pt x="264593" y="268150"/>
                  </a:moveTo>
                  <a:lnTo>
                    <a:pt x="245188" y="275973"/>
                  </a:lnTo>
                  <a:lnTo>
                    <a:pt x="225444" y="290670"/>
                  </a:lnTo>
                  <a:lnTo>
                    <a:pt x="201535" y="292194"/>
                  </a:lnTo>
                  <a:lnTo>
                    <a:pt x="186093" y="328803"/>
                  </a:lnTo>
                  <a:lnTo>
                    <a:pt x="171801" y="334967"/>
                  </a:lnTo>
                  <a:lnTo>
                    <a:pt x="188158" y="364667"/>
                  </a:lnTo>
                  <a:lnTo>
                    <a:pt x="209663" y="389389"/>
                  </a:lnTo>
                  <a:lnTo>
                    <a:pt x="223515" y="411741"/>
                  </a:lnTo>
                  <a:lnTo>
                    <a:pt x="211119" y="441204"/>
                  </a:lnTo>
                  <a:lnTo>
                    <a:pt x="199435" y="447435"/>
                  </a:lnTo>
                  <a:lnTo>
                    <a:pt x="207529" y="464436"/>
                  </a:lnTo>
                  <a:lnTo>
                    <a:pt x="230118" y="491325"/>
                  </a:lnTo>
                  <a:lnTo>
                    <a:pt x="233979" y="510256"/>
                  </a:lnTo>
                  <a:lnTo>
                    <a:pt x="233437" y="525970"/>
                  </a:lnTo>
                  <a:lnTo>
                    <a:pt x="246679" y="556856"/>
                  </a:lnTo>
                  <a:lnTo>
                    <a:pt x="228086" y="588419"/>
                  </a:lnTo>
                  <a:lnTo>
                    <a:pt x="211694" y="623233"/>
                  </a:lnTo>
                  <a:lnTo>
                    <a:pt x="208410" y="598104"/>
                  </a:lnTo>
                  <a:lnTo>
                    <a:pt x="218841" y="572163"/>
                  </a:lnTo>
                  <a:lnTo>
                    <a:pt x="207428" y="552115"/>
                  </a:lnTo>
                  <a:lnTo>
                    <a:pt x="210205" y="515235"/>
                  </a:lnTo>
                  <a:lnTo>
                    <a:pt x="196455" y="497692"/>
                  </a:lnTo>
                  <a:lnTo>
                    <a:pt x="185416" y="457155"/>
                  </a:lnTo>
                  <a:lnTo>
                    <a:pt x="179285" y="414348"/>
                  </a:lnTo>
                  <a:lnTo>
                    <a:pt x="164656" y="386307"/>
                  </a:lnTo>
                  <a:lnTo>
                    <a:pt x="142338" y="403308"/>
                  </a:lnTo>
                  <a:lnTo>
                    <a:pt x="103832" y="427454"/>
                  </a:lnTo>
                  <a:lnTo>
                    <a:pt x="84834" y="424440"/>
                  </a:lnTo>
                  <a:lnTo>
                    <a:pt x="63870" y="416482"/>
                  </a:lnTo>
                  <a:lnTo>
                    <a:pt x="75520" y="374522"/>
                  </a:lnTo>
                  <a:lnTo>
                    <a:pt x="68477" y="342790"/>
                  </a:lnTo>
                  <a:lnTo>
                    <a:pt x="41925" y="303776"/>
                  </a:lnTo>
                  <a:lnTo>
                    <a:pt x="46057" y="291551"/>
                  </a:lnTo>
                  <a:lnTo>
                    <a:pt x="26246" y="287216"/>
                  </a:lnTo>
                  <a:lnTo>
                    <a:pt x="2234" y="259582"/>
                  </a:lnTo>
                  <a:lnTo>
                    <a:pt x="0" y="232353"/>
                  </a:lnTo>
                  <a:lnTo>
                    <a:pt x="11819" y="237467"/>
                  </a:lnTo>
                  <a:lnTo>
                    <a:pt x="12530" y="213185"/>
                  </a:lnTo>
                  <a:lnTo>
                    <a:pt x="29225" y="205159"/>
                  </a:lnTo>
                  <a:lnTo>
                    <a:pt x="25636" y="190766"/>
                  </a:lnTo>
                  <a:lnTo>
                    <a:pt x="33290" y="179218"/>
                  </a:lnTo>
                  <a:lnTo>
                    <a:pt x="34611" y="144167"/>
                  </a:lnTo>
                  <a:lnTo>
                    <a:pt x="61093" y="151888"/>
                  </a:lnTo>
                  <a:lnTo>
                    <a:pt x="76198" y="123983"/>
                  </a:lnTo>
                  <a:lnTo>
                    <a:pt x="77891" y="107490"/>
                  </a:lnTo>
                  <a:lnTo>
                    <a:pt x="96585" y="79077"/>
                  </a:lnTo>
                  <a:lnTo>
                    <a:pt x="95569" y="59671"/>
                  </a:lnTo>
                  <a:lnTo>
                    <a:pt x="139392" y="36270"/>
                  </a:lnTo>
                  <a:lnTo>
                    <a:pt x="163606" y="42400"/>
                  </a:lnTo>
                  <a:lnTo>
                    <a:pt x="160829" y="21572"/>
                  </a:lnTo>
                  <a:lnTo>
                    <a:pt x="172716" y="15341"/>
                  </a:lnTo>
                  <a:lnTo>
                    <a:pt x="170141" y="2506"/>
                  </a:lnTo>
                  <a:lnTo>
                    <a:pt x="189953" y="0"/>
                  </a:lnTo>
                  <a:lnTo>
                    <a:pt x="201264" y="19947"/>
                  </a:lnTo>
                  <a:lnTo>
                    <a:pt x="216064" y="28007"/>
                  </a:lnTo>
                  <a:lnTo>
                    <a:pt x="217046" y="53914"/>
                  </a:lnTo>
                  <a:lnTo>
                    <a:pt x="215691" y="81854"/>
                  </a:lnTo>
                  <a:lnTo>
                    <a:pt x="183620" y="110132"/>
                  </a:lnTo>
                  <a:lnTo>
                    <a:pt x="179557" y="150330"/>
                  </a:lnTo>
                  <a:lnTo>
                    <a:pt x="215285" y="144708"/>
                  </a:lnTo>
                  <a:lnTo>
                    <a:pt x="223378" y="175865"/>
                  </a:lnTo>
                  <a:lnTo>
                    <a:pt x="244816" y="182435"/>
                  </a:lnTo>
                  <a:lnTo>
                    <a:pt x="234961" y="210578"/>
                  </a:lnTo>
                  <a:lnTo>
                    <a:pt x="260089" y="223277"/>
                  </a:lnTo>
                  <a:lnTo>
                    <a:pt x="274787" y="229509"/>
                  </a:lnTo>
                  <a:lnTo>
                    <a:pt x="299610" y="219654"/>
                  </a:lnTo>
                  <a:lnTo>
                    <a:pt x="300626" y="233640"/>
                  </a:lnTo>
                  <a:lnTo>
                    <a:pt x="271807" y="255687"/>
                  </a:lnTo>
                  <a:lnTo>
                    <a:pt x="264593" y="26815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8" name="Forma libre: forma 97">
              <a:extLst>
                <a:ext uri="{FF2B5EF4-FFF2-40B4-BE49-F238E27FC236}">
                  <a16:creationId xmlns:a16="http://schemas.microsoft.com/office/drawing/2014/main" id="{8D9A4221-1B0F-7E1D-25F7-CA2D720131E8}"/>
                </a:ext>
              </a:extLst>
            </p:cNvPr>
            <p:cNvSpPr/>
            <p:nvPr/>
          </p:nvSpPr>
          <p:spPr>
            <a:xfrm>
              <a:off x="9555918" y="2638165"/>
              <a:ext cx="242647" cy="499588"/>
            </a:xfrm>
            <a:custGeom>
              <a:avLst/>
              <a:gdLst>
                <a:gd name="csX0" fmla="*/ 73286 w 242647"/>
                <a:gd name="csY0" fmla="*/ 435684 h 499588"/>
                <a:gd name="csX1" fmla="*/ 102613 w 242647"/>
                <a:gd name="csY1" fmla="*/ 422070 h 499588"/>
                <a:gd name="csX2" fmla="*/ 138172 w 242647"/>
                <a:gd name="csY2" fmla="*/ 419598 h 499588"/>
                <a:gd name="csX3" fmla="*/ 123305 w 242647"/>
                <a:gd name="csY3" fmla="*/ 399075 h 499588"/>
                <a:gd name="csX4" fmla="*/ 180199 w 242647"/>
                <a:gd name="csY4" fmla="*/ 373032 h 499588"/>
                <a:gd name="csX5" fmla="*/ 184399 w 242647"/>
                <a:gd name="csY5" fmla="*/ 332427 h 499588"/>
                <a:gd name="csX6" fmla="*/ 176542 w 242647"/>
                <a:gd name="csY6" fmla="*/ 309872 h 499588"/>
                <a:gd name="csX7" fmla="*/ 182706 w 242647"/>
                <a:gd name="csY7" fmla="*/ 276006 h 499588"/>
                <a:gd name="csX8" fmla="*/ 174171 w 242647"/>
                <a:gd name="csY8" fmla="*/ 252063 h 499588"/>
                <a:gd name="csX9" fmla="*/ 148535 w 242647"/>
                <a:gd name="csY9" fmla="*/ 228527 h 499588"/>
                <a:gd name="csX10" fmla="*/ 127199 w 242647"/>
                <a:gd name="csY10" fmla="*/ 198691 h 499588"/>
                <a:gd name="csX11" fmla="*/ 99057 w 242647"/>
                <a:gd name="csY11" fmla="*/ 158661 h 499588"/>
                <a:gd name="csX12" fmla="*/ 58486 w 242647"/>
                <a:gd name="csY12" fmla="*/ 138410 h 499588"/>
                <a:gd name="csX13" fmla="*/ 68172 w 242647"/>
                <a:gd name="csY13" fmla="*/ 126218 h 499588"/>
                <a:gd name="csX14" fmla="*/ 89846 w 242647"/>
                <a:gd name="csY14" fmla="*/ 117345 h 499588"/>
                <a:gd name="csX15" fmla="*/ 76706 w 242647"/>
                <a:gd name="csY15" fmla="*/ 87814 h 499588"/>
                <a:gd name="csX16" fmla="*/ 35017 w 242647"/>
                <a:gd name="csY16" fmla="*/ 87543 h 499588"/>
                <a:gd name="csX17" fmla="*/ 19811 w 242647"/>
                <a:gd name="csY17" fmla="*/ 56793 h 499588"/>
                <a:gd name="csX18" fmla="*/ 0 w 242647"/>
                <a:gd name="csY18" fmla="*/ 30039 h 499588"/>
                <a:gd name="csX19" fmla="*/ 18186 w 242647"/>
                <a:gd name="csY19" fmla="*/ 21776 h 499588"/>
                <a:gd name="csX20" fmla="*/ 45211 w 242647"/>
                <a:gd name="csY20" fmla="*/ 21945 h 499588"/>
                <a:gd name="csX21" fmla="*/ 78128 w 242647"/>
                <a:gd name="csY21" fmla="*/ 18050 h 499588"/>
                <a:gd name="csX22" fmla="*/ 106982 w 242647"/>
                <a:gd name="csY22" fmla="*/ 0 h 499588"/>
                <a:gd name="csX23" fmla="*/ 123305 w 242647"/>
                <a:gd name="csY23" fmla="*/ 12700 h 499588"/>
                <a:gd name="csX24" fmla="*/ 154259 w 242647"/>
                <a:gd name="csY24" fmla="*/ 18897 h 499588"/>
                <a:gd name="csX25" fmla="*/ 148907 w 242647"/>
                <a:gd name="csY25" fmla="*/ 38404 h 499588"/>
                <a:gd name="csX26" fmla="*/ 165028 w 242647"/>
                <a:gd name="csY26" fmla="*/ 52153 h 499588"/>
                <a:gd name="csX27" fmla="*/ 199130 w 242647"/>
                <a:gd name="csY27" fmla="*/ 60958 h 499588"/>
                <a:gd name="csX28" fmla="*/ 153920 w 242647"/>
                <a:gd name="csY28" fmla="*/ 89914 h 499588"/>
                <a:gd name="csX29" fmla="*/ 125709 w 242647"/>
                <a:gd name="csY29" fmla="*/ 121917 h 499588"/>
                <a:gd name="csX30" fmla="*/ 118259 w 242647"/>
                <a:gd name="csY30" fmla="*/ 145420 h 499588"/>
                <a:gd name="csX31" fmla="*/ 144166 w 242647"/>
                <a:gd name="csY31" fmla="*/ 181114 h 499588"/>
                <a:gd name="csX32" fmla="*/ 175831 w 242647"/>
                <a:gd name="csY32" fmla="*/ 225377 h 499588"/>
                <a:gd name="csX33" fmla="*/ 206548 w 242647"/>
                <a:gd name="csY33" fmla="*/ 246272 h 499588"/>
                <a:gd name="csX34" fmla="*/ 227138 w 242647"/>
                <a:gd name="csY34" fmla="*/ 273466 h 499588"/>
                <a:gd name="csX35" fmla="*/ 242648 w 242647"/>
                <a:gd name="csY35" fmla="*/ 336152 h 499588"/>
                <a:gd name="csX36" fmla="*/ 238077 w 242647"/>
                <a:gd name="csY36" fmla="*/ 395722 h 499588"/>
                <a:gd name="csX37" fmla="*/ 209832 w 242647"/>
                <a:gd name="csY37" fmla="*/ 418040 h 499588"/>
                <a:gd name="csX38" fmla="*/ 171056 w 242647"/>
                <a:gd name="csY38" fmla="*/ 439849 h 499588"/>
                <a:gd name="csX39" fmla="*/ 143421 w 242647"/>
                <a:gd name="csY39" fmla="*/ 468060 h 499588"/>
                <a:gd name="csX40" fmla="*/ 101190 w 242647"/>
                <a:gd name="csY40" fmla="*/ 499589 h 499588"/>
                <a:gd name="csX41" fmla="*/ 88898 w 242647"/>
                <a:gd name="csY41" fmla="*/ 477881 h 499588"/>
                <a:gd name="csX42" fmla="*/ 98413 w 242647"/>
                <a:gd name="csY42" fmla="*/ 454953 h 499588"/>
                <a:gd name="csX43" fmla="*/ 73286 w 242647"/>
                <a:gd name="csY43" fmla="*/ 435684 h 4995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242647" h="499588">
                  <a:moveTo>
                    <a:pt x="73286" y="435684"/>
                  </a:moveTo>
                  <a:lnTo>
                    <a:pt x="102613" y="422070"/>
                  </a:lnTo>
                  <a:lnTo>
                    <a:pt x="138172" y="419598"/>
                  </a:lnTo>
                  <a:lnTo>
                    <a:pt x="123305" y="399075"/>
                  </a:lnTo>
                  <a:lnTo>
                    <a:pt x="180199" y="373032"/>
                  </a:lnTo>
                  <a:lnTo>
                    <a:pt x="184399" y="332427"/>
                  </a:lnTo>
                  <a:lnTo>
                    <a:pt x="176542" y="309872"/>
                  </a:lnTo>
                  <a:lnTo>
                    <a:pt x="182706" y="276006"/>
                  </a:lnTo>
                  <a:lnTo>
                    <a:pt x="174171" y="252063"/>
                  </a:lnTo>
                  <a:lnTo>
                    <a:pt x="148535" y="228527"/>
                  </a:lnTo>
                  <a:lnTo>
                    <a:pt x="127199" y="198691"/>
                  </a:lnTo>
                  <a:lnTo>
                    <a:pt x="99057" y="158661"/>
                  </a:lnTo>
                  <a:lnTo>
                    <a:pt x="58486" y="138410"/>
                  </a:lnTo>
                  <a:lnTo>
                    <a:pt x="68172" y="126218"/>
                  </a:lnTo>
                  <a:lnTo>
                    <a:pt x="89846" y="117345"/>
                  </a:lnTo>
                  <a:lnTo>
                    <a:pt x="76706" y="87814"/>
                  </a:lnTo>
                  <a:lnTo>
                    <a:pt x="35017" y="87543"/>
                  </a:lnTo>
                  <a:lnTo>
                    <a:pt x="19811" y="56793"/>
                  </a:lnTo>
                  <a:lnTo>
                    <a:pt x="0" y="30039"/>
                  </a:lnTo>
                  <a:lnTo>
                    <a:pt x="18186" y="21776"/>
                  </a:lnTo>
                  <a:lnTo>
                    <a:pt x="45211" y="21945"/>
                  </a:lnTo>
                  <a:lnTo>
                    <a:pt x="78128" y="18050"/>
                  </a:lnTo>
                  <a:lnTo>
                    <a:pt x="106982" y="0"/>
                  </a:lnTo>
                  <a:lnTo>
                    <a:pt x="123305" y="12700"/>
                  </a:lnTo>
                  <a:lnTo>
                    <a:pt x="154259" y="18897"/>
                  </a:lnTo>
                  <a:lnTo>
                    <a:pt x="148907" y="38404"/>
                  </a:lnTo>
                  <a:lnTo>
                    <a:pt x="165028" y="52153"/>
                  </a:lnTo>
                  <a:lnTo>
                    <a:pt x="199130" y="60958"/>
                  </a:lnTo>
                  <a:lnTo>
                    <a:pt x="153920" y="89914"/>
                  </a:lnTo>
                  <a:lnTo>
                    <a:pt x="125709" y="121917"/>
                  </a:lnTo>
                  <a:lnTo>
                    <a:pt x="118259" y="145420"/>
                  </a:lnTo>
                  <a:lnTo>
                    <a:pt x="144166" y="181114"/>
                  </a:lnTo>
                  <a:lnTo>
                    <a:pt x="175831" y="225377"/>
                  </a:lnTo>
                  <a:lnTo>
                    <a:pt x="206548" y="246272"/>
                  </a:lnTo>
                  <a:lnTo>
                    <a:pt x="227138" y="273466"/>
                  </a:lnTo>
                  <a:lnTo>
                    <a:pt x="242648" y="336152"/>
                  </a:lnTo>
                  <a:lnTo>
                    <a:pt x="238077" y="395722"/>
                  </a:lnTo>
                  <a:lnTo>
                    <a:pt x="209832" y="418040"/>
                  </a:lnTo>
                  <a:lnTo>
                    <a:pt x="171056" y="439849"/>
                  </a:lnTo>
                  <a:lnTo>
                    <a:pt x="143421" y="468060"/>
                  </a:lnTo>
                  <a:lnTo>
                    <a:pt x="101190" y="499589"/>
                  </a:lnTo>
                  <a:lnTo>
                    <a:pt x="88898" y="477881"/>
                  </a:lnTo>
                  <a:lnTo>
                    <a:pt x="98413" y="454953"/>
                  </a:lnTo>
                  <a:lnTo>
                    <a:pt x="73286" y="43568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9" name="Forma libre: forma 98">
              <a:extLst>
                <a:ext uri="{FF2B5EF4-FFF2-40B4-BE49-F238E27FC236}">
                  <a16:creationId xmlns:a16="http://schemas.microsoft.com/office/drawing/2014/main" id="{6E9DD353-D1AD-FE3B-5447-F1417712374D}"/>
                </a:ext>
              </a:extLst>
            </p:cNvPr>
            <p:cNvSpPr/>
            <p:nvPr/>
          </p:nvSpPr>
          <p:spPr>
            <a:xfrm>
              <a:off x="10304217" y="1973277"/>
              <a:ext cx="220602" cy="180030"/>
            </a:xfrm>
            <a:custGeom>
              <a:avLst/>
              <a:gdLst>
                <a:gd name="csX0" fmla="*/ 220602 w 220602"/>
                <a:gd name="csY0" fmla="*/ 25907 h 180030"/>
                <a:gd name="csX1" fmla="*/ 220602 w 220602"/>
                <a:gd name="csY1" fmla="*/ 25907 h 180030"/>
                <a:gd name="csX2" fmla="*/ 220602 w 220602"/>
                <a:gd name="csY2" fmla="*/ 25907 h 180030"/>
                <a:gd name="csX3" fmla="*/ 220602 w 220602"/>
                <a:gd name="csY3" fmla="*/ 25907 h 180030"/>
                <a:gd name="csX4" fmla="*/ 215862 w 220602"/>
                <a:gd name="csY4" fmla="*/ 19981 h 180030"/>
                <a:gd name="csX5" fmla="*/ 215862 w 220602"/>
                <a:gd name="csY5" fmla="*/ 19981 h 180030"/>
                <a:gd name="csX6" fmla="*/ 220602 w 220602"/>
                <a:gd name="csY6" fmla="*/ 25907 h 180030"/>
                <a:gd name="csX7" fmla="*/ 207733 w 220602"/>
                <a:gd name="csY7" fmla="*/ 23875 h 180030"/>
                <a:gd name="csX8" fmla="*/ 193036 w 220602"/>
                <a:gd name="csY8" fmla="*/ 35356 h 180030"/>
                <a:gd name="csX9" fmla="*/ 182909 w 220602"/>
                <a:gd name="csY9" fmla="*/ 46870 h 180030"/>
                <a:gd name="csX10" fmla="*/ 184196 w 220602"/>
                <a:gd name="csY10" fmla="*/ 71186 h 180030"/>
                <a:gd name="csX11" fmla="*/ 166687 w 220602"/>
                <a:gd name="csY11" fmla="*/ 78670 h 180030"/>
                <a:gd name="csX12" fmla="*/ 160660 w 220602"/>
                <a:gd name="csY12" fmla="*/ 84665 h 180030"/>
                <a:gd name="csX13" fmla="*/ 147892 w 220602"/>
                <a:gd name="csY13" fmla="*/ 94655 h 180030"/>
                <a:gd name="csX14" fmla="*/ 125338 w 220602"/>
                <a:gd name="csY14" fmla="*/ 100243 h 180030"/>
                <a:gd name="csX15" fmla="*/ 110640 w 220602"/>
                <a:gd name="csY15" fmla="*/ 109319 h 180030"/>
                <a:gd name="csX16" fmla="*/ 109591 w 220602"/>
                <a:gd name="csY16" fmla="*/ 123983 h 180030"/>
                <a:gd name="csX17" fmla="*/ 105628 w 220602"/>
                <a:gd name="csY17" fmla="*/ 127742 h 180030"/>
                <a:gd name="csX18" fmla="*/ 119106 w 220602"/>
                <a:gd name="csY18" fmla="*/ 133228 h 180030"/>
                <a:gd name="csX19" fmla="*/ 138309 w 220602"/>
                <a:gd name="csY19" fmla="*/ 148095 h 180030"/>
                <a:gd name="csX20" fmla="*/ 133431 w 220602"/>
                <a:gd name="csY20" fmla="*/ 156291 h 180030"/>
                <a:gd name="csX21" fmla="*/ 119005 w 220602"/>
                <a:gd name="csY21" fmla="*/ 158492 h 180030"/>
                <a:gd name="csX22" fmla="*/ 95062 w 220602"/>
                <a:gd name="csY22" fmla="*/ 160151 h 180030"/>
                <a:gd name="csX23" fmla="*/ 81888 w 220602"/>
                <a:gd name="csY23" fmla="*/ 175425 h 180030"/>
                <a:gd name="csX24" fmla="*/ 66750 w 220602"/>
                <a:gd name="csY24" fmla="*/ 174240 h 180030"/>
                <a:gd name="csX25" fmla="*/ 64650 w 220602"/>
                <a:gd name="csY25" fmla="*/ 177288 h 180030"/>
                <a:gd name="csX26" fmla="*/ 48191 w 220602"/>
                <a:gd name="csY26" fmla="*/ 170853 h 180030"/>
                <a:gd name="csX27" fmla="*/ 44093 w 220602"/>
                <a:gd name="csY27" fmla="*/ 177220 h 180030"/>
                <a:gd name="csX28" fmla="*/ 34171 w 220602"/>
                <a:gd name="csY28" fmla="*/ 180031 h 180030"/>
                <a:gd name="csX29" fmla="*/ 32985 w 220602"/>
                <a:gd name="csY29" fmla="*/ 173664 h 180030"/>
                <a:gd name="csX30" fmla="*/ 24214 w 220602"/>
                <a:gd name="csY30" fmla="*/ 170548 h 180030"/>
                <a:gd name="csX31" fmla="*/ 15105 w 220602"/>
                <a:gd name="csY31" fmla="*/ 165164 h 180030"/>
                <a:gd name="csX32" fmla="*/ 24383 w 220602"/>
                <a:gd name="csY32" fmla="*/ 150263 h 180030"/>
                <a:gd name="csX33" fmla="*/ 32376 w 220602"/>
                <a:gd name="csY33" fmla="*/ 146267 h 180030"/>
                <a:gd name="csX34" fmla="*/ 29362 w 220602"/>
                <a:gd name="csY34" fmla="*/ 140069 h 180030"/>
                <a:gd name="csX35" fmla="*/ 37964 w 220602"/>
                <a:gd name="csY35" fmla="*/ 121815 h 180030"/>
                <a:gd name="csX36" fmla="*/ 35729 w 220602"/>
                <a:gd name="csY36" fmla="*/ 116295 h 180030"/>
                <a:gd name="csX37" fmla="*/ 15951 w 220602"/>
                <a:gd name="csY37" fmla="*/ 112604 h 180030"/>
                <a:gd name="csX38" fmla="*/ 0 w 220602"/>
                <a:gd name="csY38" fmla="*/ 103528 h 180030"/>
                <a:gd name="csX39" fmla="*/ 27567 w 220602"/>
                <a:gd name="csY39" fmla="*/ 81786 h 180030"/>
                <a:gd name="csX40" fmla="*/ 64887 w 220602"/>
                <a:gd name="csY40" fmla="*/ 63600 h 180030"/>
                <a:gd name="csX41" fmla="*/ 88153 w 220602"/>
                <a:gd name="csY41" fmla="*/ 39555 h 180030"/>
                <a:gd name="csX42" fmla="*/ 104239 w 220602"/>
                <a:gd name="csY42" fmla="*/ 50189 h 180030"/>
                <a:gd name="csX43" fmla="*/ 133500 w 220602"/>
                <a:gd name="csY43" fmla="*/ 51408 h 180030"/>
                <a:gd name="csX44" fmla="*/ 128216 w 220602"/>
                <a:gd name="csY44" fmla="*/ 33561 h 180030"/>
                <a:gd name="csX45" fmla="*/ 180538 w 220602"/>
                <a:gd name="csY45" fmla="*/ 18965 h 180030"/>
                <a:gd name="csX46" fmla="*/ 193983 w 220602"/>
                <a:gd name="csY46" fmla="*/ 0 h 180030"/>
                <a:gd name="csX47" fmla="*/ 215862 w 220602"/>
                <a:gd name="csY47" fmla="*/ 19981 h 1800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220602" h="180030">
                  <a:moveTo>
                    <a:pt x="220602" y="25907"/>
                  </a:moveTo>
                  <a:lnTo>
                    <a:pt x="220602" y="25907"/>
                  </a:lnTo>
                  <a:lnTo>
                    <a:pt x="220602" y="25907"/>
                  </a:lnTo>
                  <a:lnTo>
                    <a:pt x="220602" y="25907"/>
                  </a:lnTo>
                  <a:close/>
                  <a:moveTo>
                    <a:pt x="215862" y="19981"/>
                  </a:moveTo>
                  <a:lnTo>
                    <a:pt x="215862" y="19981"/>
                  </a:lnTo>
                  <a:lnTo>
                    <a:pt x="220602" y="25907"/>
                  </a:lnTo>
                  <a:lnTo>
                    <a:pt x="207733" y="23875"/>
                  </a:lnTo>
                  <a:lnTo>
                    <a:pt x="193036" y="35356"/>
                  </a:lnTo>
                  <a:lnTo>
                    <a:pt x="182909" y="46870"/>
                  </a:lnTo>
                  <a:lnTo>
                    <a:pt x="184196" y="71186"/>
                  </a:lnTo>
                  <a:lnTo>
                    <a:pt x="166687" y="78670"/>
                  </a:lnTo>
                  <a:lnTo>
                    <a:pt x="160660" y="84665"/>
                  </a:lnTo>
                  <a:lnTo>
                    <a:pt x="147892" y="94655"/>
                  </a:lnTo>
                  <a:lnTo>
                    <a:pt x="125338" y="100243"/>
                  </a:lnTo>
                  <a:lnTo>
                    <a:pt x="110640" y="109319"/>
                  </a:lnTo>
                  <a:lnTo>
                    <a:pt x="109591" y="123983"/>
                  </a:lnTo>
                  <a:lnTo>
                    <a:pt x="105628" y="127742"/>
                  </a:lnTo>
                  <a:lnTo>
                    <a:pt x="119106" y="133228"/>
                  </a:lnTo>
                  <a:lnTo>
                    <a:pt x="138309" y="148095"/>
                  </a:lnTo>
                  <a:lnTo>
                    <a:pt x="133431" y="156291"/>
                  </a:lnTo>
                  <a:lnTo>
                    <a:pt x="119005" y="158492"/>
                  </a:lnTo>
                  <a:lnTo>
                    <a:pt x="95062" y="160151"/>
                  </a:lnTo>
                  <a:lnTo>
                    <a:pt x="81888" y="175425"/>
                  </a:lnTo>
                  <a:lnTo>
                    <a:pt x="66750" y="174240"/>
                  </a:lnTo>
                  <a:lnTo>
                    <a:pt x="64650" y="177288"/>
                  </a:lnTo>
                  <a:lnTo>
                    <a:pt x="48191" y="170853"/>
                  </a:lnTo>
                  <a:lnTo>
                    <a:pt x="44093" y="177220"/>
                  </a:lnTo>
                  <a:lnTo>
                    <a:pt x="34171" y="180031"/>
                  </a:lnTo>
                  <a:lnTo>
                    <a:pt x="32985" y="173664"/>
                  </a:lnTo>
                  <a:lnTo>
                    <a:pt x="24214" y="170548"/>
                  </a:lnTo>
                  <a:lnTo>
                    <a:pt x="15105" y="165164"/>
                  </a:lnTo>
                  <a:lnTo>
                    <a:pt x="24383" y="150263"/>
                  </a:lnTo>
                  <a:lnTo>
                    <a:pt x="32376" y="146267"/>
                  </a:lnTo>
                  <a:lnTo>
                    <a:pt x="29362" y="140069"/>
                  </a:lnTo>
                  <a:lnTo>
                    <a:pt x="37964" y="121815"/>
                  </a:lnTo>
                  <a:lnTo>
                    <a:pt x="35729" y="116295"/>
                  </a:lnTo>
                  <a:lnTo>
                    <a:pt x="15951" y="112604"/>
                  </a:lnTo>
                  <a:lnTo>
                    <a:pt x="0" y="103528"/>
                  </a:lnTo>
                  <a:lnTo>
                    <a:pt x="27567" y="81786"/>
                  </a:lnTo>
                  <a:lnTo>
                    <a:pt x="64887" y="63600"/>
                  </a:lnTo>
                  <a:lnTo>
                    <a:pt x="88153" y="39555"/>
                  </a:lnTo>
                  <a:lnTo>
                    <a:pt x="104239" y="50189"/>
                  </a:lnTo>
                  <a:lnTo>
                    <a:pt x="133500" y="51408"/>
                  </a:lnTo>
                  <a:lnTo>
                    <a:pt x="128216" y="33561"/>
                  </a:lnTo>
                  <a:lnTo>
                    <a:pt x="180538" y="18965"/>
                  </a:lnTo>
                  <a:lnTo>
                    <a:pt x="193983" y="0"/>
                  </a:lnTo>
                  <a:lnTo>
                    <a:pt x="215862" y="1998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0" name="Forma libre: forma 99">
              <a:extLst>
                <a:ext uri="{FF2B5EF4-FFF2-40B4-BE49-F238E27FC236}">
                  <a16:creationId xmlns:a16="http://schemas.microsoft.com/office/drawing/2014/main" id="{5156FB8D-CCA8-2AE9-317B-FB6FCA314118}"/>
                </a:ext>
              </a:extLst>
            </p:cNvPr>
            <p:cNvSpPr/>
            <p:nvPr/>
          </p:nvSpPr>
          <p:spPr>
            <a:xfrm>
              <a:off x="10366903" y="2121372"/>
              <a:ext cx="113483" cy="142981"/>
            </a:xfrm>
            <a:custGeom>
              <a:avLst/>
              <a:gdLst>
                <a:gd name="csX0" fmla="*/ 1964 w 113483"/>
                <a:gd name="csY0" fmla="*/ 29192 h 142981"/>
                <a:gd name="csX1" fmla="*/ 4064 w 113483"/>
                <a:gd name="csY1" fmla="*/ 26144 h 142981"/>
                <a:gd name="csX2" fmla="*/ 19201 w 113483"/>
                <a:gd name="csY2" fmla="*/ 27330 h 142981"/>
                <a:gd name="csX3" fmla="*/ 32376 w 113483"/>
                <a:gd name="csY3" fmla="*/ 12056 h 142981"/>
                <a:gd name="csX4" fmla="*/ 56319 w 113483"/>
                <a:gd name="csY4" fmla="*/ 10397 h 142981"/>
                <a:gd name="csX5" fmla="*/ 70745 w 113483"/>
                <a:gd name="csY5" fmla="*/ 8196 h 142981"/>
                <a:gd name="csX6" fmla="*/ 75622 w 113483"/>
                <a:gd name="csY6" fmla="*/ 0 h 142981"/>
                <a:gd name="csX7" fmla="*/ 104849 w 113483"/>
                <a:gd name="csY7" fmla="*/ 39962 h 142981"/>
                <a:gd name="csX8" fmla="*/ 113213 w 113483"/>
                <a:gd name="csY8" fmla="*/ 61907 h 142981"/>
                <a:gd name="csX9" fmla="*/ 113484 w 113483"/>
                <a:gd name="csY9" fmla="*/ 100920 h 142981"/>
                <a:gd name="csX10" fmla="*/ 100717 w 113483"/>
                <a:gd name="csY10" fmla="*/ 119546 h 142981"/>
                <a:gd name="csX11" fmla="*/ 70068 w 113483"/>
                <a:gd name="csY11" fmla="*/ 126049 h 142981"/>
                <a:gd name="csX12" fmla="*/ 43009 w 113483"/>
                <a:gd name="csY12" fmla="*/ 140069 h 142981"/>
                <a:gd name="csX13" fmla="*/ 12496 w 113483"/>
                <a:gd name="csY13" fmla="*/ 142982 h 142981"/>
                <a:gd name="csX14" fmla="*/ 8703 w 113483"/>
                <a:gd name="csY14" fmla="*/ 124525 h 142981"/>
                <a:gd name="csX15" fmla="*/ 14968 w 113483"/>
                <a:gd name="csY15" fmla="*/ 99125 h 142981"/>
                <a:gd name="csX16" fmla="*/ 0 w 113483"/>
                <a:gd name="csY16" fmla="*/ 63905 h 142981"/>
                <a:gd name="csX17" fmla="*/ 25162 w 113483"/>
                <a:gd name="csY17" fmla="*/ 58181 h 142981"/>
                <a:gd name="csX18" fmla="*/ 1964 w 113483"/>
                <a:gd name="csY18" fmla="*/ 29192 h 142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13483" h="142981">
                  <a:moveTo>
                    <a:pt x="1964" y="29192"/>
                  </a:moveTo>
                  <a:lnTo>
                    <a:pt x="4064" y="26144"/>
                  </a:lnTo>
                  <a:lnTo>
                    <a:pt x="19201" y="27330"/>
                  </a:lnTo>
                  <a:lnTo>
                    <a:pt x="32376" y="12056"/>
                  </a:lnTo>
                  <a:lnTo>
                    <a:pt x="56319" y="10397"/>
                  </a:lnTo>
                  <a:lnTo>
                    <a:pt x="70745" y="8196"/>
                  </a:lnTo>
                  <a:lnTo>
                    <a:pt x="75622" y="0"/>
                  </a:lnTo>
                  <a:lnTo>
                    <a:pt x="104849" y="39962"/>
                  </a:lnTo>
                  <a:lnTo>
                    <a:pt x="113213" y="61907"/>
                  </a:lnTo>
                  <a:lnTo>
                    <a:pt x="113484" y="100920"/>
                  </a:lnTo>
                  <a:lnTo>
                    <a:pt x="100717" y="119546"/>
                  </a:lnTo>
                  <a:lnTo>
                    <a:pt x="70068" y="126049"/>
                  </a:lnTo>
                  <a:lnTo>
                    <a:pt x="43009" y="140069"/>
                  </a:lnTo>
                  <a:lnTo>
                    <a:pt x="12496" y="142982"/>
                  </a:lnTo>
                  <a:lnTo>
                    <a:pt x="8703" y="124525"/>
                  </a:lnTo>
                  <a:lnTo>
                    <a:pt x="14968" y="99125"/>
                  </a:lnTo>
                  <a:lnTo>
                    <a:pt x="0" y="63905"/>
                  </a:lnTo>
                  <a:lnTo>
                    <a:pt x="25162" y="58181"/>
                  </a:lnTo>
                  <a:lnTo>
                    <a:pt x="1964" y="2919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1" name="Forma libre: forma 100">
              <a:extLst>
                <a:ext uri="{FF2B5EF4-FFF2-40B4-BE49-F238E27FC236}">
                  <a16:creationId xmlns:a16="http://schemas.microsoft.com/office/drawing/2014/main" id="{C8B1B275-02AF-84DD-A9D8-C82EB0CCA950}"/>
                </a:ext>
              </a:extLst>
            </p:cNvPr>
            <p:cNvSpPr/>
            <p:nvPr/>
          </p:nvSpPr>
          <p:spPr>
            <a:xfrm>
              <a:off x="9067607" y="1666385"/>
              <a:ext cx="1084451" cy="353897"/>
            </a:xfrm>
            <a:custGeom>
              <a:avLst/>
              <a:gdLst>
                <a:gd name="csX0" fmla="*/ 0 w 1084451"/>
                <a:gd name="csY0" fmla="*/ 93131 h 353897"/>
                <a:gd name="csX1" fmla="*/ 35728 w 1084451"/>
                <a:gd name="csY1" fmla="*/ 87238 h 353897"/>
                <a:gd name="csX2" fmla="*/ 100344 w 1084451"/>
                <a:gd name="csY2" fmla="*/ 58080 h 353897"/>
                <a:gd name="csX3" fmla="*/ 151854 w 1084451"/>
                <a:gd name="csY3" fmla="*/ 42163 h 353897"/>
                <a:gd name="csX4" fmla="*/ 181284 w 1084451"/>
                <a:gd name="csY4" fmla="*/ 52560 h 353897"/>
                <a:gd name="csX5" fmla="*/ 216640 w 1084451"/>
                <a:gd name="csY5" fmla="*/ 53034 h 353897"/>
                <a:gd name="csX6" fmla="*/ 239262 w 1084451"/>
                <a:gd name="csY6" fmla="*/ 68883 h 353897"/>
                <a:gd name="csX7" fmla="*/ 273060 w 1084451"/>
                <a:gd name="csY7" fmla="*/ 70102 h 353897"/>
                <a:gd name="csX8" fmla="*/ 322030 w 1084451"/>
                <a:gd name="csY8" fmla="*/ 78603 h 353897"/>
                <a:gd name="csX9" fmla="*/ 354947 w 1084451"/>
                <a:gd name="csY9" fmla="*/ 55032 h 353897"/>
                <a:gd name="csX10" fmla="*/ 341198 w 1084451"/>
                <a:gd name="csY10" fmla="*/ 35085 h 353897"/>
                <a:gd name="csX11" fmla="*/ 376249 w 1084451"/>
                <a:gd name="csY11" fmla="*/ 0 h 353897"/>
                <a:gd name="csX12" fmla="*/ 414212 w 1084451"/>
                <a:gd name="csY12" fmla="*/ 13987 h 353897"/>
                <a:gd name="csX13" fmla="*/ 444929 w 1084451"/>
                <a:gd name="csY13" fmla="*/ 17949 h 353897"/>
                <a:gd name="csX14" fmla="*/ 484755 w 1084451"/>
                <a:gd name="csY14" fmla="*/ 26652 h 353897"/>
                <a:gd name="csX15" fmla="*/ 491224 w 1084451"/>
                <a:gd name="csY15" fmla="*/ 52018 h 353897"/>
                <a:gd name="csX16" fmla="*/ 539347 w 1084451"/>
                <a:gd name="csY16" fmla="*/ 66275 h 353897"/>
                <a:gd name="csX17" fmla="*/ 571350 w 1084451"/>
                <a:gd name="csY17" fmla="*/ 60010 h 353897"/>
                <a:gd name="csX18" fmla="*/ 614190 w 1084451"/>
                <a:gd name="csY18" fmla="*/ 55574 h 353897"/>
                <a:gd name="csX19" fmla="*/ 648124 w 1084451"/>
                <a:gd name="csY19" fmla="*/ 60044 h 353897"/>
                <a:gd name="csX20" fmla="*/ 681279 w 1084451"/>
                <a:gd name="csY20" fmla="*/ 76300 h 353897"/>
                <a:gd name="csX21" fmla="*/ 701835 w 1084451"/>
                <a:gd name="csY21" fmla="*/ 93605 h 353897"/>
                <a:gd name="csX22" fmla="*/ 733229 w 1084451"/>
                <a:gd name="csY22" fmla="*/ 93267 h 353897"/>
                <a:gd name="csX23" fmla="*/ 775899 w 1084451"/>
                <a:gd name="csY23" fmla="*/ 98787 h 353897"/>
                <a:gd name="csX24" fmla="*/ 807022 w 1084451"/>
                <a:gd name="csY24" fmla="*/ 90388 h 353897"/>
                <a:gd name="csX25" fmla="*/ 851624 w 1084451"/>
                <a:gd name="csY25" fmla="*/ 84766 h 353897"/>
                <a:gd name="csX26" fmla="*/ 901203 w 1084451"/>
                <a:gd name="csY26" fmla="*/ 60925 h 353897"/>
                <a:gd name="csX27" fmla="*/ 921523 w 1084451"/>
                <a:gd name="csY27" fmla="*/ 64582 h 353897"/>
                <a:gd name="csX28" fmla="*/ 939268 w 1084451"/>
                <a:gd name="csY28" fmla="*/ 75927 h 353897"/>
                <a:gd name="csX29" fmla="*/ 979670 w 1084451"/>
                <a:gd name="csY29" fmla="*/ 73082 h 353897"/>
                <a:gd name="csX30" fmla="*/ 963177 w 1084451"/>
                <a:gd name="csY30" fmla="*/ 98617 h 353897"/>
                <a:gd name="csX31" fmla="*/ 939234 w 1084451"/>
                <a:gd name="csY31" fmla="*/ 132483 h 353897"/>
                <a:gd name="csX32" fmla="*/ 947972 w 1084451"/>
                <a:gd name="csY32" fmla="*/ 146300 h 353897"/>
                <a:gd name="csX33" fmla="*/ 967140 w 1084451"/>
                <a:gd name="csY33" fmla="*/ 142033 h 353897"/>
                <a:gd name="csX34" fmla="*/ 1000565 w 1084451"/>
                <a:gd name="csY34" fmla="*/ 147282 h 353897"/>
                <a:gd name="csX35" fmla="*/ 1026574 w 1084451"/>
                <a:gd name="csY35" fmla="*/ 134786 h 353897"/>
                <a:gd name="csX36" fmla="*/ 1053769 w 1084451"/>
                <a:gd name="csY36" fmla="*/ 145623 h 353897"/>
                <a:gd name="csX37" fmla="*/ 1084451 w 1084451"/>
                <a:gd name="csY37" fmla="*/ 169295 h 353897"/>
                <a:gd name="csX38" fmla="*/ 1080726 w 1084451"/>
                <a:gd name="csY38" fmla="*/ 181318 h 353897"/>
                <a:gd name="csX39" fmla="*/ 1054005 w 1084451"/>
                <a:gd name="csY39" fmla="*/ 177525 h 353897"/>
                <a:gd name="csX40" fmla="*/ 1004832 w 1084451"/>
                <a:gd name="csY40" fmla="*/ 181995 h 353897"/>
                <a:gd name="csX41" fmla="*/ 980991 w 1084451"/>
                <a:gd name="csY41" fmla="*/ 191647 h 353897"/>
                <a:gd name="csX42" fmla="*/ 956167 w 1084451"/>
                <a:gd name="csY42" fmla="*/ 214032 h 353897"/>
                <a:gd name="csX43" fmla="*/ 904522 w 1084451"/>
                <a:gd name="csY43" fmla="*/ 227138 h 353897"/>
                <a:gd name="csX44" fmla="*/ 870791 w 1084451"/>
                <a:gd name="csY44" fmla="*/ 245121 h 353897"/>
                <a:gd name="csX45" fmla="*/ 835978 w 1084451"/>
                <a:gd name="csY45" fmla="*/ 238246 h 353897"/>
                <a:gd name="csX46" fmla="*/ 816911 w 1084451"/>
                <a:gd name="csY46" fmla="*/ 235198 h 353897"/>
                <a:gd name="csX47" fmla="*/ 799131 w 1084451"/>
                <a:gd name="csY47" fmla="*/ 257042 h 353897"/>
                <a:gd name="csX48" fmla="*/ 809969 w 1084451"/>
                <a:gd name="csY48" fmla="*/ 270046 h 353897"/>
                <a:gd name="csX49" fmla="*/ 815454 w 1084451"/>
                <a:gd name="csY49" fmla="*/ 281222 h 353897"/>
                <a:gd name="csX50" fmla="*/ 791749 w 1084451"/>
                <a:gd name="csY50" fmla="*/ 292601 h 353897"/>
                <a:gd name="csX51" fmla="*/ 767433 w 1084451"/>
                <a:gd name="csY51" fmla="*/ 310753 h 353897"/>
                <a:gd name="csX52" fmla="*/ 727877 w 1084451"/>
                <a:gd name="csY52" fmla="*/ 322674 h 353897"/>
                <a:gd name="csX53" fmla="*/ 677113 w 1084451"/>
                <a:gd name="csY53" fmla="*/ 323927 h 353897"/>
                <a:gd name="csX54" fmla="*/ 622386 w 1084451"/>
                <a:gd name="csY54" fmla="*/ 335712 h 353897"/>
                <a:gd name="csX55" fmla="*/ 582966 w 1084451"/>
                <a:gd name="csY55" fmla="*/ 353898 h 353897"/>
                <a:gd name="csX56" fmla="*/ 567964 w 1084451"/>
                <a:gd name="csY56" fmla="*/ 343366 h 353897"/>
                <a:gd name="csX57" fmla="*/ 526986 w 1084451"/>
                <a:gd name="csY57" fmla="*/ 343399 h 353897"/>
                <a:gd name="csX58" fmla="*/ 476899 w 1084451"/>
                <a:gd name="csY58" fmla="*/ 322809 h 353897"/>
                <a:gd name="csX59" fmla="*/ 443473 w 1084451"/>
                <a:gd name="csY59" fmla="*/ 317763 h 353897"/>
                <a:gd name="csX60" fmla="*/ 398431 w 1084451"/>
                <a:gd name="csY60" fmla="*/ 322470 h 353897"/>
                <a:gd name="csX61" fmla="*/ 328532 w 1084451"/>
                <a:gd name="csY61" fmla="*/ 314884 h 353897"/>
                <a:gd name="csX62" fmla="*/ 291178 w 1084451"/>
                <a:gd name="csY62" fmla="*/ 315663 h 353897"/>
                <a:gd name="csX63" fmla="*/ 271299 w 1084451"/>
                <a:gd name="csY63" fmla="*/ 295581 h 353897"/>
                <a:gd name="csX64" fmla="*/ 255890 w 1084451"/>
                <a:gd name="csY64" fmla="*/ 264357 h 353897"/>
                <a:gd name="csX65" fmla="*/ 234961 w 1084451"/>
                <a:gd name="csY65" fmla="*/ 260597 h 353897"/>
                <a:gd name="csX66" fmla="*/ 194050 w 1084451"/>
                <a:gd name="csY66" fmla="*/ 239499 h 353897"/>
                <a:gd name="csX67" fmla="*/ 148434 w 1084451"/>
                <a:gd name="csY67" fmla="*/ 234758 h 353897"/>
                <a:gd name="csX68" fmla="*/ 108202 w 1084451"/>
                <a:gd name="csY68" fmla="*/ 228967 h 353897"/>
                <a:gd name="csX69" fmla="*/ 96009 w 1084451"/>
                <a:gd name="csY69" fmla="*/ 214269 h 353897"/>
                <a:gd name="csX70" fmla="*/ 109048 w 1084451"/>
                <a:gd name="csY70" fmla="*/ 174714 h 353897"/>
                <a:gd name="csX71" fmla="*/ 85680 w 1084451"/>
                <a:gd name="csY71" fmla="*/ 147418 h 353897"/>
                <a:gd name="csX72" fmla="*/ 37354 w 1084451"/>
                <a:gd name="csY72" fmla="*/ 134718 h 353897"/>
                <a:gd name="csX73" fmla="*/ 8907 w 1084451"/>
                <a:gd name="csY73" fmla="*/ 116769 h 353897"/>
                <a:gd name="csX74" fmla="*/ 0 w 1084451"/>
                <a:gd name="csY74" fmla="*/ 93131 h 353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</a:cxnLst>
              <a:rect l="l" t="t" r="r" b="b"/>
              <a:pathLst>
                <a:path w="1084451" h="353897">
                  <a:moveTo>
                    <a:pt x="0" y="93131"/>
                  </a:moveTo>
                  <a:lnTo>
                    <a:pt x="35728" y="87238"/>
                  </a:lnTo>
                  <a:lnTo>
                    <a:pt x="100344" y="58080"/>
                  </a:lnTo>
                  <a:lnTo>
                    <a:pt x="151854" y="42163"/>
                  </a:lnTo>
                  <a:lnTo>
                    <a:pt x="181284" y="52560"/>
                  </a:lnTo>
                  <a:lnTo>
                    <a:pt x="216640" y="53034"/>
                  </a:lnTo>
                  <a:lnTo>
                    <a:pt x="239262" y="68883"/>
                  </a:lnTo>
                  <a:lnTo>
                    <a:pt x="273060" y="70102"/>
                  </a:lnTo>
                  <a:lnTo>
                    <a:pt x="322030" y="78603"/>
                  </a:lnTo>
                  <a:lnTo>
                    <a:pt x="354947" y="55032"/>
                  </a:lnTo>
                  <a:lnTo>
                    <a:pt x="341198" y="35085"/>
                  </a:lnTo>
                  <a:lnTo>
                    <a:pt x="376249" y="0"/>
                  </a:lnTo>
                  <a:lnTo>
                    <a:pt x="414212" y="13987"/>
                  </a:lnTo>
                  <a:lnTo>
                    <a:pt x="444929" y="17949"/>
                  </a:lnTo>
                  <a:lnTo>
                    <a:pt x="484755" y="26652"/>
                  </a:lnTo>
                  <a:lnTo>
                    <a:pt x="491224" y="52018"/>
                  </a:lnTo>
                  <a:lnTo>
                    <a:pt x="539347" y="66275"/>
                  </a:lnTo>
                  <a:lnTo>
                    <a:pt x="571350" y="60010"/>
                  </a:lnTo>
                  <a:lnTo>
                    <a:pt x="614190" y="55574"/>
                  </a:lnTo>
                  <a:lnTo>
                    <a:pt x="648124" y="60044"/>
                  </a:lnTo>
                  <a:lnTo>
                    <a:pt x="681279" y="76300"/>
                  </a:lnTo>
                  <a:lnTo>
                    <a:pt x="701835" y="93605"/>
                  </a:lnTo>
                  <a:lnTo>
                    <a:pt x="733229" y="93267"/>
                  </a:lnTo>
                  <a:lnTo>
                    <a:pt x="775899" y="98787"/>
                  </a:lnTo>
                  <a:lnTo>
                    <a:pt x="807022" y="90388"/>
                  </a:lnTo>
                  <a:lnTo>
                    <a:pt x="851624" y="84766"/>
                  </a:lnTo>
                  <a:lnTo>
                    <a:pt x="901203" y="60925"/>
                  </a:lnTo>
                  <a:lnTo>
                    <a:pt x="921523" y="64582"/>
                  </a:lnTo>
                  <a:lnTo>
                    <a:pt x="939268" y="75927"/>
                  </a:lnTo>
                  <a:lnTo>
                    <a:pt x="979670" y="73082"/>
                  </a:lnTo>
                  <a:lnTo>
                    <a:pt x="963177" y="98617"/>
                  </a:lnTo>
                  <a:lnTo>
                    <a:pt x="939234" y="132483"/>
                  </a:lnTo>
                  <a:lnTo>
                    <a:pt x="947972" y="146300"/>
                  </a:lnTo>
                  <a:lnTo>
                    <a:pt x="967140" y="142033"/>
                  </a:lnTo>
                  <a:lnTo>
                    <a:pt x="1000565" y="147282"/>
                  </a:lnTo>
                  <a:lnTo>
                    <a:pt x="1026574" y="134786"/>
                  </a:lnTo>
                  <a:lnTo>
                    <a:pt x="1053769" y="145623"/>
                  </a:lnTo>
                  <a:lnTo>
                    <a:pt x="1084451" y="169295"/>
                  </a:lnTo>
                  <a:lnTo>
                    <a:pt x="1080726" y="181318"/>
                  </a:lnTo>
                  <a:lnTo>
                    <a:pt x="1054005" y="177525"/>
                  </a:lnTo>
                  <a:lnTo>
                    <a:pt x="1004832" y="181995"/>
                  </a:lnTo>
                  <a:lnTo>
                    <a:pt x="980991" y="191647"/>
                  </a:lnTo>
                  <a:lnTo>
                    <a:pt x="956167" y="214032"/>
                  </a:lnTo>
                  <a:lnTo>
                    <a:pt x="904522" y="227138"/>
                  </a:lnTo>
                  <a:lnTo>
                    <a:pt x="870791" y="245121"/>
                  </a:lnTo>
                  <a:lnTo>
                    <a:pt x="835978" y="238246"/>
                  </a:lnTo>
                  <a:lnTo>
                    <a:pt x="816911" y="235198"/>
                  </a:lnTo>
                  <a:lnTo>
                    <a:pt x="799131" y="257042"/>
                  </a:lnTo>
                  <a:lnTo>
                    <a:pt x="809969" y="270046"/>
                  </a:lnTo>
                  <a:lnTo>
                    <a:pt x="815454" y="281222"/>
                  </a:lnTo>
                  <a:lnTo>
                    <a:pt x="791749" y="292601"/>
                  </a:lnTo>
                  <a:lnTo>
                    <a:pt x="767433" y="310753"/>
                  </a:lnTo>
                  <a:lnTo>
                    <a:pt x="727877" y="322674"/>
                  </a:lnTo>
                  <a:lnTo>
                    <a:pt x="677113" y="323927"/>
                  </a:lnTo>
                  <a:lnTo>
                    <a:pt x="622386" y="335712"/>
                  </a:lnTo>
                  <a:lnTo>
                    <a:pt x="582966" y="353898"/>
                  </a:lnTo>
                  <a:lnTo>
                    <a:pt x="567964" y="343366"/>
                  </a:lnTo>
                  <a:lnTo>
                    <a:pt x="526986" y="343399"/>
                  </a:lnTo>
                  <a:lnTo>
                    <a:pt x="476899" y="322809"/>
                  </a:lnTo>
                  <a:lnTo>
                    <a:pt x="443473" y="317763"/>
                  </a:lnTo>
                  <a:lnTo>
                    <a:pt x="398431" y="322470"/>
                  </a:lnTo>
                  <a:lnTo>
                    <a:pt x="328532" y="314884"/>
                  </a:lnTo>
                  <a:lnTo>
                    <a:pt x="291178" y="315663"/>
                  </a:lnTo>
                  <a:lnTo>
                    <a:pt x="271299" y="295581"/>
                  </a:lnTo>
                  <a:lnTo>
                    <a:pt x="255890" y="264357"/>
                  </a:lnTo>
                  <a:lnTo>
                    <a:pt x="234961" y="260597"/>
                  </a:lnTo>
                  <a:lnTo>
                    <a:pt x="194050" y="239499"/>
                  </a:lnTo>
                  <a:lnTo>
                    <a:pt x="148434" y="234758"/>
                  </a:lnTo>
                  <a:lnTo>
                    <a:pt x="108202" y="228967"/>
                  </a:lnTo>
                  <a:lnTo>
                    <a:pt x="96009" y="214269"/>
                  </a:lnTo>
                  <a:lnTo>
                    <a:pt x="109048" y="174714"/>
                  </a:lnTo>
                  <a:lnTo>
                    <a:pt x="85680" y="147418"/>
                  </a:lnTo>
                  <a:lnTo>
                    <a:pt x="37354" y="134718"/>
                  </a:lnTo>
                  <a:lnTo>
                    <a:pt x="8907" y="116769"/>
                  </a:lnTo>
                  <a:lnTo>
                    <a:pt x="0" y="9313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2" name="Forma libre: forma 101">
              <a:extLst>
                <a:ext uri="{FF2B5EF4-FFF2-40B4-BE49-F238E27FC236}">
                  <a16:creationId xmlns:a16="http://schemas.microsoft.com/office/drawing/2014/main" id="{0DF505F2-1A3F-282F-B47D-0DCF8824558F}"/>
                </a:ext>
              </a:extLst>
            </p:cNvPr>
            <p:cNvSpPr/>
            <p:nvPr/>
          </p:nvSpPr>
          <p:spPr>
            <a:xfrm>
              <a:off x="8404717" y="2226966"/>
              <a:ext cx="989762" cy="932258"/>
            </a:xfrm>
            <a:custGeom>
              <a:avLst/>
              <a:gdLst>
                <a:gd name="csX0" fmla="*/ 987188 w 989762"/>
                <a:gd name="csY0" fmla="*/ 244918 h 932258"/>
                <a:gd name="csX1" fmla="*/ 989763 w 989762"/>
                <a:gd name="csY1" fmla="*/ 257753 h 932258"/>
                <a:gd name="csX2" fmla="*/ 977876 w 989762"/>
                <a:gd name="csY2" fmla="*/ 263984 h 932258"/>
                <a:gd name="csX3" fmla="*/ 980653 w 989762"/>
                <a:gd name="csY3" fmla="*/ 284812 h 932258"/>
                <a:gd name="csX4" fmla="*/ 956439 w 989762"/>
                <a:gd name="csY4" fmla="*/ 278682 h 932258"/>
                <a:gd name="csX5" fmla="*/ 912616 w 989762"/>
                <a:gd name="csY5" fmla="*/ 302083 h 932258"/>
                <a:gd name="csX6" fmla="*/ 913632 w 989762"/>
                <a:gd name="csY6" fmla="*/ 321488 h 932258"/>
                <a:gd name="csX7" fmla="*/ 894938 w 989762"/>
                <a:gd name="csY7" fmla="*/ 349902 h 932258"/>
                <a:gd name="csX8" fmla="*/ 893245 w 989762"/>
                <a:gd name="csY8" fmla="*/ 366394 h 932258"/>
                <a:gd name="csX9" fmla="*/ 878140 w 989762"/>
                <a:gd name="csY9" fmla="*/ 394300 h 932258"/>
                <a:gd name="csX10" fmla="*/ 851658 w 989762"/>
                <a:gd name="csY10" fmla="*/ 386578 h 932258"/>
                <a:gd name="csX11" fmla="*/ 850337 w 989762"/>
                <a:gd name="csY11" fmla="*/ 421630 h 932258"/>
                <a:gd name="csX12" fmla="*/ 842683 w 989762"/>
                <a:gd name="csY12" fmla="*/ 433178 h 932258"/>
                <a:gd name="csX13" fmla="*/ 846272 w 989762"/>
                <a:gd name="csY13" fmla="*/ 447571 h 932258"/>
                <a:gd name="csX14" fmla="*/ 829577 w 989762"/>
                <a:gd name="csY14" fmla="*/ 455597 h 932258"/>
                <a:gd name="csX15" fmla="*/ 811730 w 989762"/>
                <a:gd name="csY15" fmla="*/ 401886 h 932258"/>
                <a:gd name="csX16" fmla="*/ 802383 w 989762"/>
                <a:gd name="csY16" fmla="*/ 401987 h 932258"/>
                <a:gd name="csX17" fmla="*/ 796829 w 989762"/>
                <a:gd name="csY17" fmla="*/ 423628 h 932258"/>
                <a:gd name="csX18" fmla="*/ 778304 w 989762"/>
                <a:gd name="csY18" fmla="*/ 406051 h 932258"/>
                <a:gd name="csX19" fmla="*/ 788768 w 989762"/>
                <a:gd name="csY19" fmla="*/ 386782 h 932258"/>
                <a:gd name="csX20" fmla="*/ 803907 w 989762"/>
                <a:gd name="csY20" fmla="*/ 384851 h 932258"/>
                <a:gd name="csX21" fmla="*/ 819519 w 989762"/>
                <a:gd name="csY21" fmla="*/ 356167 h 932258"/>
                <a:gd name="csX22" fmla="*/ 800012 w 989762"/>
                <a:gd name="csY22" fmla="*/ 350410 h 932258"/>
                <a:gd name="csX23" fmla="*/ 768585 w 989762"/>
                <a:gd name="csY23" fmla="*/ 350884 h 932258"/>
                <a:gd name="csX24" fmla="*/ 736378 w 989762"/>
                <a:gd name="csY24" fmla="*/ 346244 h 932258"/>
                <a:gd name="csX25" fmla="*/ 733364 w 989762"/>
                <a:gd name="csY25" fmla="*/ 322708 h 932258"/>
                <a:gd name="csX26" fmla="*/ 717211 w 989762"/>
                <a:gd name="csY26" fmla="*/ 321048 h 932258"/>
                <a:gd name="csX27" fmla="*/ 690388 w 989762"/>
                <a:gd name="csY27" fmla="*/ 306384 h 932258"/>
                <a:gd name="csX28" fmla="*/ 678434 w 989762"/>
                <a:gd name="csY28" fmla="*/ 329379 h 932258"/>
                <a:gd name="csX29" fmla="*/ 702885 w 989762"/>
                <a:gd name="csY29" fmla="*/ 347294 h 932258"/>
                <a:gd name="csX30" fmla="*/ 681685 w 989762"/>
                <a:gd name="csY30" fmla="*/ 359926 h 932258"/>
                <a:gd name="csX31" fmla="*/ 674167 w 989762"/>
                <a:gd name="csY31" fmla="*/ 372253 h 932258"/>
                <a:gd name="csX32" fmla="*/ 695029 w 989762"/>
                <a:gd name="csY32" fmla="*/ 381329 h 932258"/>
                <a:gd name="csX33" fmla="*/ 689271 w 989762"/>
                <a:gd name="csY33" fmla="*/ 401750 h 932258"/>
                <a:gd name="csX34" fmla="*/ 700989 w 989762"/>
                <a:gd name="csY34" fmla="*/ 427217 h 932258"/>
                <a:gd name="csX35" fmla="*/ 706272 w 989762"/>
                <a:gd name="csY35" fmla="*/ 455089 h 932258"/>
                <a:gd name="csX36" fmla="*/ 701429 w 989762"/>
                <a:gd name="csY36" fmla="*/ 467450 h 932258"/>
                <a:gd name="csX37" fmla="*/ 678366 w 989762"/>
                <a:gd name="csY37" fmla="*/ 467043 h 932258"/>
                <a:gd name="csX38" fmla="*/ 636644 w 989762"/>
                <a:gd name="csY38" fmla="*/ 474054 h 932258"/>
                <a:gd name="csX39" fmla="*/ 638574 w 989762"/>
                <a:gd name="csY39" fmla="*/ 499555 h 932258"/>
                <a:gd name="csX40" fmla="*/ 620489 w 989762"/>
                <a:gd name="csY40" fmla="*/ 519569 h 932258"/>
                <a:gd name="csX41" fmla="*/ 571757 w 989762"/>
                <a:gd name="csY41" fmla="*/ 542361 h 932258"/>
                <a:gd name="csX42" fmla="*/ 533861 w 989762"/>
                <a:gd name="csY42" fmla="*/ 582221 h 932258"/>
                <a:gd name="csX43" fmla="*/ 508393 w 989762"/>
                <a:gd name="csY43" fmla="*/ 603591 h 932258"/>
                <a:gd name="csX44" fmla="*/ 474663 w 989762"/>
                <a:gd name="csY44" fmla="*/ 625739 h 932258"/>
                <a:gd name="csX45" fmla="*/ 474596 w 989762"/>
                <a:gd name="csY45" fmla="*/ 641317 h 932258"/>
                <a:gd name="csX46" fmla="*/ 457730 w 989762"/>
                <a:gd name="csY46" fmla="*/ 649682 h 932258"/>
                <a:gd name="csX47" fmla="*/ 427217 w 989762"/>
                <a:gd name="csY47" fmla="*/ 661806 h 932258"/>
                <a:gd name="csX48" fmla="*/ 411402 w 989762"/>
                <a:gd name="csY48" fmla="*/ 663601 h 932258"/>
                <a:gd name="csX49" fmla="*/ 401242 w 989762"/>
                <a:gd name="csY49" fmla="*/ 689440 h 932258"/>
                <a:gd name="csX50" fmla="*/ 408286 w 989762"/>
                <a:gd name="csY50" fmla="*/ 733466 h 932258"/>
                <a:gd name="csX51" fmla="*/ 410082 w 989762"/>
                <a:gd name="csY51" fmla="*/ 761575 h 932258"/>
                <a:gd name="csX52" fmla="*/ 395756 w 989762"/>
                <a:gd name="csY52" fmla="*/ 793747 h 932258"/>
                <a:gd name="csX53" fmla="*/ 395587 w 989762"/>
                <a:gd name="csY53" fmla="*/ 851285 h 932258"/>
                <a:gd name="csX54" fmla="*/ 378078 w 989762"/>
                <a:gd name="csY54" fmla="*/ 852911 h 932258"/>
                <a:gd name="csX55" fmla="*/ 362635 w 989762"/>
                <a:gd name="csY55" fmla="*/ 878750 h 932258"/>
                <a:gd name="csX56" fmla="*/ 372964 w 989762"/>
                <a:gd name="csY56" fmla="*/ 889892 h 932258"/>
                <a:gd name="csX57" fmla="*/ 342079 w 989762"/>
                <a:gd name="csY57" fmla="*/ 899510 h 932258"/>
                <a:gd name="csX58" fmla="*/ 330666 w 989762"/>
                <a:gd name="csY58" fmla="*/ 922539 h 932258"/>
                <a:gd name="csX59" fmla="*/ 317086 w 989762"/>
                <a:gd name="csY59" fmla="*/ 932258 h 932258"/>
                <a:gd name="csX60" fmla="*/ 285014 w 989762"/>
                <a:gd name="csY60" fmla="*/ 900661 h 932258"/>
                <a:gd name="csX61" fmla="*/ 269335 w 989762"/>
                <a:gd name="csY61" fmla="*/ 853215 h 932258"/>
                <a:gd name="csX62" fmla="*/ 256330 w 989762"/>
                <a:gd name="csY62" fmla="*/ 819079 h 932258"/>
                <a:gd name="csX63" fmla="*/ 244477 w 989762"/>
                <a:gd name="csY63" fmla="*/ 803060 h 932258"/>
                <a:gd name="csX64" fmla="*/ 226495 w 989762"/>
                <a:gd name="csY64" fmla="*/ 770515 h 932258"/>
                <a:gd name="csX65" fmla="*/ 218096 w 989762"/>
                <a:gd name="csY65" fmla="*/ 728149 h 932258"/>
                <a:gd name="csX66" fmla="*/ 212237 w 989762"/>
                <a:gd name="csY66" fmla="*/ 707017 h 932258"/>
                <a:gd name="csX67" fmla="*/ 181419 w 989762"/>
                <a:gd name="csY67" fmla="*/ 660485 h 932258"/>
                <a:gd name="csX68" fmla="*/ 167399 w 989762"/>
                <a:gd name="csY68" fmla="*/ 594853 h 932258"/>
                <a:gd name="csX69" fmla="*/ 157273 w 989762"/>
                <a:gd name="csY69" fmla="*/ 551539 h 932258"/>
                <a:gd name="csX70" fmla="*/ 157375 w 989762"/>
                <a:gd name="csY70" fmla="*/ 510493 h 932258"/>
                <a:gd name="csX71" fmla="*/ 150838 w 989762"/>
                <a:gd name="csY71" fmla="*/ 478795 h 932258"/>
                <a:gd name="csX72" fmla="*/ 101530 w 989762"/>
                <a:gd name="csY72" fmla="*/ 499080 h 932258"/>
                <a:gd name="csX73" fmla="*/ 77654 w 989762"/>
                <a:gd name="csY73" fmla="*/ 495017 h 932258"/>
                <a:gd name="csX74" fmla="*/ 33426 w 989762"/>
                <a:gd name="csY74" fmla="*/ 453971 h 932258"/>
                <a:gd name="csX75" fmla="*/ 49715 w 989762"/>
                <a:gd name="csY75" fmla="*/ 441712 h 932258"/>
                <a:gd name="csX76" fmla="*/ 39725 w 989762"/>
                <a:gd name="csY76" fmla="*/ 428436 h 932258"/>
                <a:gd name="csX77" fmla="*/ 0 w 989762"/>
                <a:gd name="csY77" fmla="*/ 399684 h 932258"/>
                <a:gd name="csX78" fmla="*/ 22555 w 989762"/>
                <a:gd name="csY78" fmla="*/ 377096 h 932258"/>
                <a:gd name="csX79" fmla="*/ 97059 w 989762"/>
                <a:gd name="csY79" fmla="*/ 377164 h 932258"/>
                <a:gd name="csX80" fmla="*/ 90354 w 989762"/>
                <a:gd name="csY80" fmla="*/ 348107 h 932258"/>
                <a:gd name="csX81" fmla="*/ 71322 w 989762"/>
                <a:gd name="csY81" fmla="*/ 330937 h 932258"/>
                <a:gd name="csX82" fmla="*/ 67461 w 989762"/>
                <a:gd name="csY82" fmla="*/ 304860 h 932258"/>
                <a:gd name="csX83" fmla="*/ 45279 w 989762"/>
                <a:gd name="csY83" fmla="*/ 289654 h 932258"/>
                <a:gd name="csX84" fmla="*/ 82599 w 989762"/>
                <a:gd name="csY84" fmla="*/ 254163 h 932258"/>
                <a:gd name="csX85" fmla="*/ 121951 w 989762"/>
                <a:gd name="csY85" fmla="*/ 256737 h 932258"/>
                <a:gd name="csX86" fmla="*/ 157375 w 989762"/>
                <a:gd name="csY86" fmla="*/ 221211 h 932258"/>
                <a:gd name="csX87" fmla="*/ 178608 w 989762"/>
                <a:gd name="csY87" fmla="*/ 186872 h 932258"/>
                <a:gd name="csX88" fmla="*/ 211458 w 989762"/>
                <a:gd name="csY88" fmla="*/ 152870 h 932258"/>
                <a:gd name="csX89" fmla="*/ 210950 w 989762"/>
                <a:gd name="csY89" fmla="*/ 128724 h 932258"/>
                <a:gd name="csX90" fmla="*/ 239838 w 989762"/>
                <a:gd name="csY90" fmla="*/ 109150 h 932258"/>
                <a:gd name="csX91" fmla="*/ 212508 w 989762"/>
                <a:gd name="csY91" fmla="*/ 92420 h 932258"/>
                <a:gd name="csX92" fmla="*/ 200723 w 989762"/>
                <a:gd name="csY92" fmla="*/ 69526 h 932258"/>
                <a:gd name="csX93" fmla="*/ 188734 w 989762"/>
                <a:gd name="csY93" fmla="*/ 39826 h 932258"/>
                <a:gd name="csX94" fmla="*/ 205329 w 989762"/>
                <a:gd name="csY94" fmla="*/ 25230 h 932258"/>
                <a:gd name="csX95" fmla="*/ 256703 w 989762"/>
                <a:gd name="csY95" fmla="*/ 33493 h 932258"/>
                <a:gd name="csX96" fmla="*/ 294464 w 989762"/>
                <a:gd name="csY96" fmla="*/ 28447 h 932258"/>
                <a:gd name="csX97" fmla="*/ 327144 w 989762"/>
                <a:gd name="csY97" fmla="*/ 0 h 932258"/>
                <a:gd name="csX98" fmla="*/ 363549 w 989762"/>
                <a:gd name="csY98" fmla="*/ 39691 h 932258"/>
                <a:gd name="csX99" fmla="*/ 360129 w 989762"/>
                <a:gd name="csY99" fmla="*/ 67325 h 932258"/>
                <a:gd name="csX100" fmla="*/ 373608 w 989762"/>
                <a:gd name="csY100" fmla="*/ 84665 h 932258"/>
                <a:gd name="csX101" fmla="*/ 372490 w 989762"/>
                <a:gd name="csY101" fmla="*/ 101936 h 932258"/>
                <a:gd name="csX102" fmla="*/ 348175 w 989762"/>
                <a:gd name="csY102" fmla="*/ 97398 h 932258"/>
                <a:gd name="csX103" fmla="*/ 357691 w 989762"/>
                <a:gd name="csY103" fmla="*/ 134718 h 932258"/>
                <a:gd name="csX104" fmla="*/ 390947 w 989762"/>
                <a:gd name="csY104" fmla="*/ 156155 h 932258"/>
                <a:gd name="csX105" fmla="*/ 438020 w 989762"/>
                <a:gd name="csY105" fmla="*/ 179861 h 932258"/>
                <a:gd name="csX106" fmla="*/ 416549 w 989762"/>
                <a:gd name="csY106" fmla="*/ 195203 h 932258"/>
                <a:gd name="csX107" fmla="*/ 403376 w 989762"/>
                <a:gd name="csY107" fmla="*/ 226901 h 932258"/>
                <a:gd name="csX108" fmla="*/ 436192 w 989762"/>
                <a:gd name="csY108" fmla="*/ 239702 h 932258"/>
                <a:gd name="csX109" fmla="*/ 468127 w 989762"/>
                <a:gd name="csY109" fmla="*/ 256330 h 932258"/>
                <a:gd name="csX110" fmla="*/ 512288 w 989762"/>
                <a:gd name="csY110" fmla="*/ 275295 h 932258"/>
                <a:gd name="csX111" fmla="*/ 558718 w 989762"/>
                <a:gd name="csY111" fmla="*/ 279698 h 932258"/>
                <a:gd name="csX112" fmla="*/ 578259 w 989762"/>
                <a:gd name="csY112" fmla="*/ 296935 h 932258"/>
                <a:gd name="csX113" fmla="*/ 604403 w 989762"/>
                <a:gd name="csY113" fmla="*/ 300153 h 932258"/>
                <a:gd name="csX114" fmla="*/ 645143 w 989762"/>
                <a:gd name="csY114" fmla="*/ 308044 h 932258"/>
                <a:gd name="csX115" fmla="*/ 673354 w 989762"/>
                <a:gd name="csY115" fmla="*/ 307468 h 932258"/>
                <a:gd name="csX116" fmla="*/ 677248 w 989762"/>
                <a:gd name="csY116" fmla="*/ 294091 h 932258"/>
                <a:gd name="csX117" fmla="*/ 672778 w 989762"/>
                <a:gd name="csY117" fmla="*/ 272552 h 932258"/>
                <a:gd name="csX118" fmla="*/ 675386 w 989762"/>
                <a:gd name="csY118" fmla="*/ 257956 h 932258"/>
                <a:gd name="csX119" fmla="*/ 696045 w 989762"/>
                <a:gd name="csY119" fmla="*/ 250844 h 932258"/>
                <a:gd name="csX120" fmla="*/ 698889 w 989762"/>
                <a:gd name="csY120" fmla="*/ 277530 h 932258"/>
                <a:gd name="csX121" fmla="*/ 699634 w 989762"/>
                <a:gd name="csY121" fmla="*/ 284304 h 932258"/>
                <a:gd name="csX122" fmla="*/ 730418 w 989762"/>
                <a:gd name="csY122" fmla="*/ 297173 h 932258"/>
                <a:gd name="csX123" fmla="*/ 751685 w 989762"/>
                <a:gd name="csY123" fmla="*/ 291856 h 932258"/>
                <a:gd name="csX124" fmla="*/ 780302 w 989762"/>
                <a:gd name="csY124" fmla="*/ 294125 h 932258"/>
                <a:gd name="csX125" fmla="*/ 807903 w 989762"/>
                <a:gd name="csY125" fmla="*/ 293143 h 932258"/>
                <a:gd name="csX126" fmla="*/ 810308 w 989762"/>
                <a:gd name="csY126" fmla="*/ 272315 h 932258"/>
                <a:gd name="csX127" fmla="*/ 796524 w 989762"/>
                <a:gd name="csY127" fmla="*/ 261512 h 932258"/>
                <a:gd name="csX128" fmla="*/ 823820 w 989762"/>
                <a:gd name="csY128" fmla="*/ 257279 h 932258"/>
                <a:gd name="csX129" fmla="*/ 854638 w 989762"/>
                <a:gd name="csY129" fmla="*/ 232083 h 932258"/>
                <a:gd name="csX130" fmla="*/ 893685 w 989762"/>
                <a:gd name="csY130" fmla="*/ 210544 h 932258"/>
                <a:gd name="csX131" fmla="*/ 922098 w 989762"/>
                <a:gd name="csY131" fmla="*/ 218841 h 932258"/>
                <a:gd name="csX132" fmla="*/ 946245 w 989762"/>
                <a:gd name="csY132" fmla="*/ 204583 h 932258"/>
                <a:gd name="csX133" fmla="*/ 962128 w 989762"/>
                <a:gd name="csY133" fmla="*/ 225648 h 932258"/>
                <a:gd name="csX134" fmla="*/ 950681 w 989762"/>
                <a:gd name="csY134" fmla="*/ 239872 h 932258"/>
                <a:gd name="csX135" fmla="*/ 987188 w 989762"/>
                <a:gd name="csY135" fmla="*/ 244918 h 932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</a:cxnLst>
              <a:rect l="l" t="t" r="r" b="b"/>
              <a:pathLst>
                <a:path w="989762" h="932258">
                  <a:moveTo>
                    <a:pt x="987188" y="244918"/>
                  </a:moveTo>
                  <a:lnTo>
                    <a:pt x="989763" y="257753"/>
                  </a:lnTo>
                  <a:lnTo>
                    <a:pt x="977876" y="263984"/>
                  </a:lnTo>
                  <a:lnTo>
                    <a:pt x="980653" y="284812"/>
                  </a:lnTo>
                  <a:lnTo>
                    <a:pt x="956439" y="278682"/>
                  </a:lnTo>
                  <a:lnTo>
                    <a:pt x="912616" y="302083"/>
                  </a:lnTo>
                  <a:lnTo>
                    <a:pt x="913632" y="321488"/>
                  </a:lnTo>
                  <a:lnTo>
                    <a:pt x="894938" y="349902"/>
                  </a:lnTo>
                  <a:lnTo>
                    <a:pt x="893245" y="366394"/>
                  </a:lnTo>
                  <a:lnTo>
                    <a:pt x="878140" y="394300"/>
                  </a:lnTo>
                  <a:lnTo>
                    <a:pt x="851658" y="386578"/>
                  </a:lnTo>
                  <a:lnTo>
                    <a:pt x="850337" y="421630"/>
                  </a:lnTo>
                  <a:lnTo>
                    <a:pt x="842683" y="433178"/>
                  </a:lnTo>
                  <a:lnTo>
                    <a:pt x="846272" y="447571"/>
                  </a:lnTo>
                  <a:lnTo>
                    <a:pt x="829577" y="455597"/>
                  </a:lnTo>
                  <a:lnTo>
                    <a:pt x="811730" y="401886"/>
                  </a:lnTo>
                  <a:lnTo>
                    <a:pt x="802383" y="401987"/>
                  </a:lnTo>
                  <a:lnTo>
                    <a:pt x="796829" y="423628"/>
                  </a:lnTo>
                  <a:lnTo>
                    <a:pt x="778304" y="406051"/>
                  </a:lnTo>
                  <a:lnTo>
                    <a:pt x="788768" y="386782"/>
                  </a:lnTo>
                  <a:lnTo>
                    <a:pt x="803907" y="384851"/>
                  </a:lnTo>
                  <a:lnTo>
                    <a:pt x="819519" y="356167"/>
                  </a:lnTo>
                  <a:lnTo>
                    <a:pt x="800012" y="350410"/>
                  </a:lnTo>
                  <a:lnTo>
                    <a:pt x="768585" y="350884"/>
                  </a:lnTo>
                  <a:lnTo>
                    <a:pt x="736378" y="346244"/>
                  </a:lnTo>
                  <a:lnTo>
                    <a:pt x="733364" y="322708"/>
                  </a:lnTo>
                  <a:lnTo>
                    <a:pt x="717211" y="321048"/>
                  </a:lnTo>
                  <a:lnTo>
                    <a:pt x="690388" y="306384"/>
                  </a:lnTo>
                  <a:lnTo>
                    <a:pt x="678434" y="329379"/>
                  </a:lnTo>
                  <a:lnTo>
                    <a:pt x="702885" y="347294"/>
                  </a:lnTo>
                  <a:lnTo>
                    <a:pt x="681685" y="359926"/>
                  </a:lnTo>
                  <a:lnTo>
                    <a:pt x="674167" y="372253"/>
                  </a:lnTo>
                  <a:lnTo>
                    <a:pt x="695029" y="381329"/>
                  </a:lnTo>
                  <a:lnTo>
                    <a:pt x="689271" y="401750"/>
                  </a:lnTo>
                  <a:lnTo>
                    <a:pt x="700989" y="427217"/>
                  </a:lnTo>
                  <a:lnTo>
                    <a:pt x="706272" y="455089"/>
                  </a:lnTo>
                  <a:lnTo>
                    <a:pt x="701429" y="467450"/>
                  </a:lnTo>
                  <a:lnTo>
                    <a:pt x="678366" y="467043"/>
                  </a:lnTo>
                  <a:lnTo>
                    <a:pt x="636644" y="474054"/>
                  </a:lnTo>
                  <a:lnTo>
                    <a:pt x="638574" y="499555"/>
                  </a:lnTo>
                  <a:lnTo>
                    <a:pt x="620489" y="519569"/>
                  </a:lnTo>
                  <a:lnTo>
                    <a:pt x="571757" y="542361"/>
                  </a:lnTo>
                  <a:lnTo>
                    <a:pt x="533861" y="582221"/>
                  </a:lnTo>
                  <a:lnTo>
                    <a:pt x="508393" y="603591"/>
                  </a:lnTo>
                  <a:lnTo>
                    <a:pt x="474663" y="625739"/>
                  </a:lnTo>
                  <a:lnTo>
                    <a:pt x="474596" y="641317"/>
                  </a:lnTo>
                  <a:lnTo>
                    <a:pt x="457730" y="649682"/>
                  </a:lnTo>
                  <a:lnTo>
                    <a:pt x="427217" y="661806"/>
                  </a:lnTo>
                  <a:lnTo>
                    <a:pt x="411402" y="663601"/>
                  </a:lnTo>
                  <a:lnTo>
                    <a:pt x="401242" y="689440"/>
                  </a:lnTo>
                  <a:lnTo>
                    <a:pt x="408286" y="733466"/>
                  </a:lnTo>
                  <a:lnTo>
                    <a:pt x="410082" y="761575"/>
                  </a:lnTo>
                  <a:lnTo>
                    <a:pt x="395756" y="793747"/>
                  </a:lnTo>
                  <a:lnTo>
                    <a:pt x="395587" y="851285"/>
                  </a:lnTo>
                  <a:lnTo>
                    <a:pt x="378078" y="852911"/>
                  </a:lnTo>
                  <a:lnTo>
                    <a:pt x="362635" y="878750"/>
                  </a:lnTo>
                  <a:lnTo>
                    <a:pt x="372964" y="889892"/>
                  </a:lnTo>
                  <a:lnTo>
                    <a:pt x="342079" y="899510"/>
                  </a:lnTo>
                  <a:lnTo>
                    <a:pt x="330666" y="922539"/>
                  </a:lnTo>
                  <a:lnTo>
                    <a:pt x="317086" y="932258"/>
                  </a:lnTo>
                  <a:lnTo>
                    <a:pt x="285014" y="900661"/>
                  </a:lnTo>
                  <a:lnTo>
                    <a:pt x="269335" y="853215"/>
                  </a:lnTo>
                  <a:lnTo>
                    <a:pt x="256330" y="819079"/>
                  </a:lnTo>
                  <a:lnTo>
                    <a:pt x="244477" y="803060"/>
                  </a:lnTo>
                  <a:lnTo>
                    <a:pt x="226495" y="770515"/>
                  </a:lnTo>
                  <a:lnTo>
                    <a:pt x="218096" y="728149"/>
                  </a:lnTo>
                  <a:lnTo>
                    <a:pt x="212237" y="707017"/>
                  </a:lnTo>
                  <a:lnTo>
                    <a:pt x="181419" y="660485"/>
                  </a:lnTo>
                  <a:lnTo>
                    <a:pt x="167399" y="594853"/>
                  </a:lnTo>
                  <a:lnTo>
                    <a:pt x="157273" y="551539"/>
                  </a:lnTo>
                  <a:lnTo>
                    <a:pt x="157375" y="510493"/>
                  </a:lnTo>
                  <a:lnTo>
                    <a:pt x="150838" y="478795"/>
                  </a:lnTo>
                  <a:lnTo>
                    <a:pt x="101530" y="499080"/>
                  </a:lnTo>
                  <a:lnTo>
                    <a:pt x="77654" y="495017"/>
                  </a:lnTo>
                  <a:lnTo>
                    <a:pt x="33426" y="453971"/>
                  </a:lnTo>
                  <a:lnTo>
                    <a:pt x="49715" y="441712"/>
                  </a:lnTo>
                  <a:lnTo>
                    <a:pt x="39725" y="428436"/>
                  </a:lnTo>
                  <a:lnTo>
                    <a:pt x="0" y="399684"/>
                  </a:lnTo>
                  <a:lnTo>
                    <a:pt x="22555" y="377096"/>
                  </a:lnTo>
                  <a:lnTo>
                    <a:pt x="97059" y="377164"/>
                  </a:lnTo>
                  <a:lnTo>
                    <a:pt x="90354" y="348107"/>
                  </a:lnTo>
                  <a:lnTo>
                    <a:pt x="71322" y="330937"/>
                  </a:lnTo>
                  <a:lnTo>
                    <a:pt x="67461" y="304860"/>
                  </a:lnTo>
                  <a:lnTo>
                    <a:pt x="45279" y="289654"/>
                  </a:lnTo>
                  <a:lnTo>
                    <a:pt x="82599" y="254163"/>
                  </a:lnTo>
                  <a:lnTo>
                    <a:pt x="121951" y="256737"/>
                  </a:lnTo>
                  <a:lnTo>
                    <a:pt x="157375" y="221211"/>
                  </a:lnTo>
                  <a:lnTo>
                    <a:pt x="178608" y="186872"/>
                  </a:lnTo>
                  <a:lnTo>
                    <a:pt x="211458" y="152870"/>
                  </a:lnTo>
                  <a:lnTo>
                    <a:pt x="210950" y="128724"/>
                  </a:lnTo>
                  <a:lnTo>
                    <a:pt x="239838" y="109150"/>
                  </a:lnTo>
                  <a:lnTo>
                    <a:pt x="212508" y="92420"/>
                  </a:lnTo>
                  <a:lnTo>
                    <a:pt x="200723" y="69526"/>
                  </a:lnTo>
                  <a:lnTo>
                    <a:pt x="188734" y="39826"/>
                  </a:lnTo>
                  <a:lnTo>
                    <a:pt x="205329" y="25230"/>
                  </a:lnTo>
                  <a:lnTo>
                    <a:pt x="256703" y="33493"/>
                  </a:lnTo>
                  <a:lnTo>
                    <a:pt x="294464" y="28447"/>
                  </a:lnTo>
                  <a:lnTo>
                    <a:pt x="327144" y="0"/>
                  </a:lnTo>
                  <a:lnTo>
                    <a:pt x="363549" y="39691"/>
                  </a:lnTo>
                  <a:lnTo>
                    <a:pt x="360129" y="67325"/>
                  </a:lnTo>
                  <a:lnTo>
                    <a:pt x="373608" y="84665"/>
                  </a:lnTo>
                  <a:lnTo>
                    <a:pt x="372490" y="101936"/>
                  </a:lnTo>
                  <a:lnTo>
                    <a:pt x="348175" y="97398"/>
                  </a:lnTo>
                  <a:lnTo>
                    <a:pt x="357691" y="134718"/>
                  </a:lnTo>
                  <a:lnTo>
                    <a:pt x="390947" y="156155"/>
                  </a:lnTo>
                  <a:lnTo>
                    <a:pt x="438020" y="179861"/>
                  </a:lnTo>
                  <a:lnTo>
                    <a:pt x="416549" y="195203"/>
                  </a:lnTo>
                  <a:lnTo>
                    <a:pt x="403376" y="226901"/>
                  </a:lnTo>
                  <a:lnTo>
                    <a:pt x="436192" y="239702"/>
                  </a:lnTo>
                  <a:lnTo>
                    <a:pt x="468127" y="256330"/>
                  </a:lnTo>
                  <a:lnTo>
                    <a:pt x="512288" y="275295"/>
                  </a:lnTo>
                  <a:lnTo>
                    <a:pt x="558718" y="279698"/>
                  </a:lnTo>
                  <a:lnTo>
                    <a:pt x="578259" y="296935"/>
                  </a:lnTo>
                  <a:lnTo>
                    <a:pt x="604403" y="300153"/>
                  </a:lnTo>
                  <a:lnTo>
                    <a:pt x="645143" y="308044"/>
                  </a:lnTo>
                  <a:lnTo>
                    <a:pt x="673354" y="307468"/>
                  </a:lnTo>
                  <a:lnTo>
                    <a:pt x="677248" y="294091"/>
                  </a:lnTo>
                  <a:lnTo>
                    <a:pt x="672778" y="272552"/>
                  </a:lnTo>
                  <a:lnTo>
                    <a:pt x="675386" y="257956"/>
                  </a:lnTo>
                  <a:lnTo>
                    <a:pt x="696045" y="250844"/>
                  </a:lnTo>
                  <a:lnTo>
                    <a:pt x="698889" y="277530"/>
                  </a:lnTo>
                  <a:lnTo>
                    <a:pt x="699634" y="284304"/>
                  </a:lnTo>
                  <a:lnTo>
                    <a:pt x="730418" y="297173"/>
                  </a:lnTo>
                  <a:lnTo>
                    <a:pt x="751685" y="291856"/>
                  </a:lnTo>
                  <a:lnTo>
                    <a:pt x="780302" y="294125"/>
                  </a:lnTo>
                  <a:lnTo>
                    <a:pt x="807903" y="293143"/>
                  </a:lnTo>
                  <a:lnTo>
                    <a:pt x="810308" y="272315"/>
                  </a:lnTo>
                  <a:lnTo>
                    <a:pt x="796524" y="261512"/>
                  </a:lnTo>
                  <a:lnTo>
                    <a:pt x="823820" y="257279"/>
                  </a:lnTo>
                  <a:lnTo>
                    <a:pt x="854638" y="232083"/>
                  </a:lnTo>
                  <a:lnTo>
                    <a:pt x="893685" y="210544"/>
                  </a:lnTo>
                  <a:lnTo>
                    <a:pt x="922098" y="218841"/>
                  </a:lnTo>
                  <a:lnTo>
                    <a:pt x="946245" y="204583"/>
                  </a:lnTo>
                  <a:lnTo>
                    <a:pt x="962128" y="225648"/>
                  </a:lnTo>
                  <a:lnTo>
                    <a:pt x="950681" y="239872"/>
                  </a:lnTo>
                  <a:lnTo>
                    <a:pt x="987188" y="24491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3" name="Forma libre: forma 102">
              <a:extLst>
                <a:ext uri="{FF2B5EF4-FFF2-40B4-BE49-F238E27FC236}">
                  <a16:creationId xmlns:a16="http://schemas.microsoft.com/office/drawing/2014/main" id="{C7A87BC7-ED8C-F7A7-4E99-7989E6FE1599}"/>
                </a:ext>
              </a:extLst>
            </p:cNvPr>
            <p:cNvSpPr/>
            <p:nvPr/>
          </p:nvSpPr>
          <p:spPr>
            <a:xfrm>
              <a:off x="9078884" y="2533350"/>
              <a:ext cx="155409" cy="195609"/>
            </a:xfrm>
            <a:custGeom>
              <a:avLst/>
              <a:gdLst>
                <a:gd name="csX0" fmla="*/ 155410 w 155409"/>
                <a:gd name="csY0" fmla="*/ 149213 h 195609"/>
                <a:gd name="csX1" fmla="*/ 154699 w 155409"/>
                <a:gd name="csY1" fmla="*/ 173495 h 195609"/>
                <a:gd name="csX2" fmla="*/ 142880 w 155409"/>
                <a:gd name="csY2" fmla="*/ 168381 h 195609"/>
                <a:gd name="csX3" fmla="*/ 145114 w 155409"/>
                <a:gd name="csY3" fmla="*/ 195609 h 195609"/>
                <a:gd name="csX4" fmla="*/ 135429 w 155409"/>
                <a:gd name="csY4" fmla="*/ 177965 h 195609"/>
                <a:gd name="csX5" fmla="*/ 133464 w 155409"/>
                <a:gd name="csY5" fmla="*/ 160693 h 195609"/>
                <a:gd name="csX6" fmla="*/ 127030 w 155409"/>
                <a:gd name="csY6" fmla="*/ 144404 h 195609"/>
                <a:gd name="csX7" fmla="*/ 112874 w 155409"/>
                <a:gd name="csY7" fmla="*/ 124694 h 195609"/>
                <a:gd name="csX8" fmla="*/ 81684 w 155409"/>
                <a:gd name="csY8" fmla="*/ 123339 h 195609"/>
                <a:gd name="csX9" fmla="*/ 84766 w 155409"/>
                <a:gd name="csY9" fmla="*/ 137292 h 195609"/>
                <a:gd name="csX10" fmla="*/ 74132 w 155409"/>
                <a:gd name="csY10" fmla="*/ 156155 h 195609"/>
                <a:gd name="csX11" fmla="*/ 59704 w 155409"/>
                <a:gd name="csY11" fmla="*/ 149280 h 195609"/>
                <a:gd name="csX12" fmla="*/ 54794 w 155409"/>
                <a:gd name="csY12" fmla="*/ 155444 h 195609"/>
                <a:gd name="csX13" fmla="*/ 45211 w 155409"/>
                <a:gd name="csY13" fmla="*/ 151753 h 195609"/>
                <a:gd name="csX14" fmla="*/ 32105 w 155409"/>
                <a:gd name="csY14" fmla="*/ 148705 h 195609"/>
                <a:gd name="csX15" fmla="*/ 26821 w 155409"/>
                <a:gd name="csY15" fmla="*/ 120833 h 195609"/>
                <a:gd name="csX16" fmla="*/ 15104 w 155409"/>
                <a:gd name="csY16" fmla="*/ 95366 h 195609"/>
                <a:gd name="csX17" fmla="*/ 20861 w 155409"/>
                <a:gd name="csY17" fmla="*/ 74945 h 195609"/>
                <a:gd name="csX18" fmla="*/ 0 w 155409"/>
                <a:gd name="csY18" fmla="*/ 65869 h 195609"/>
                <a:gd name="csX19" fmla="*/ 7518 w 155409"/>
                <a:gd name="csY19" fmla="*/ 53542 h 195609"/>
                <a:gd name="csX20" fmla="*/ 28718 w 155409"/>
                <a:gd name="csY20" fmla="*/ 40910 h 195609"/>
                <a:gd name="csX21" fmla="*/ 4266 w 155409"/>
                <a:gd name="csY21" fmla="*/ 22995 h 195609"/>
                <a:gd name="csX22" fmla="*/ 16221 w 155409"/>
                <a:gd name="csY22" fmla="*/ 0 h 195609"/>
                <a:gd name="csX23" fmla="*/ 43043 w 155409"/>
                <a:gd name="csY23" fmla="*/ 14664 h 195609"/>
                <a:gd name="csX24" fmla="*/ 59197 w 155409"/>
                <a:gd name="csY24" fmla="*/ 16323 h 195609"/>
                <a:gd name="csX25" fmla="*/ 62211 w 155409"/>
                <a:gd name="csY25" fmla="*/ 39860 h 195609"/>
                <a:gd name="csX26" fmla="*/ 94418 w 155409"/>
                <a:gd name="csY26" fmla="*/ 44500 h 195609"/>
                <a:gd name="csX27" fmla="*/ 125844 w 155409"/>
                <a:gd name="csY27" fmla="*/ 44025 h 195609"/>
                <a:gd name="csX28" fmla="*/ 145352 w 155409"/>
                <a:gd name="csY28" fmla="*/ 49783 h 195609"/>
                <a:gd name="csX29" fmla="*/ 129740 w 155409"/>
                <a:gd name="csY29" fmla="*/ 78467 h 195609"/>
                <a:gd name="csX30" fmla="*/ 114601 w 155409"/>
                <a:gd name="csY30" fmla="*/ 80397 h 195609"/>
                <a:gd name="csX31" fmla="*/ 104137 w 155409"/>
                <a:gd name="csY31" fmla="*/ 99667 h 195609"/>
                <a:gd name="csX32" fmla="*/ 122661 w 155409"/>
                <a:gd name="csY32" fmla="*/ 117243 h 195609"/>
                <a:gd name="csX33" fmla="*/ 128215 w 155409"/>
                <a:gd name="csY33" fmla="*/ 95603 h 195609"/>
                <a:gd name="csX34" fmla="*/ 137562 w 155409"/>
                <a:gd name="csY34" fmla="*/ 95502 h 195609"/>
                <a:gd name="csX35" fmla="*/ 155410 w 155409"/>
                <a:gd name="csY35" fmla="*/ 149213 h 1956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55409" h="195609">
                  <a:moveTo>
                    <a:pt x="155410" y="149213"/>
                  </a:moveTo>
                  <a:lnTo>
                    <a:pt x="154699" y="173495"/>
                  </a:lnTo>
                  <a:lnTo>
                    <a:pt x="142880" y="168381"/>
                  </a:lnTo>
                  <a:lnTo>
                    <a:pt x="145114" y="195609"/>
                  </a:lnTo>
                  <a:lnTo>
                    <a:pt x="135429" y="177965"/>
                  </a:lnTo>
                  <a:lnTo>
                    <a:pt x="133464" y="160693"/>
                  </a:lnTo>
                  <a:lnTo>
                    <a:pt x="127030" y="144404"/>
                  </a:lnTo>
                  <a:lnTo>
                    <a:pt x="112874" y="124694"/>
                  </a:lnTo>
                  <a:lnTo>
                    <a:pt x="81684" y="123339"/>
                  </a:lnTo>
                  <a:lnTo>
                    <a:pt x="84766" y="137292"/>
                  </a:lnTo>
                  <a:lnTo>
                    <a:pt x="74132" y="156155"/>
                  </a:lnTo>
                  <a:lnTo>
                    <a:pt x="59704" y="149280"/>
                  </a:lnTo>
                  <a:lnTo>
                    <a:pt x="54794" y="155444"/>
                  </a:lnTo>
                  <a:lnTo>
                    <a:pt x="45211" y="151753"/>
                  </a:lnTo>
                  <a:lnTo>
                    <a:pt x="32105" y="148705"/>
                  </a:lnTo>
                  <a:lnTo>
                    <a:pt x="26821" y="120833"/>
                  </a:lnTo>
                  <a:lnTo>
                    <a:pt x="15104" y="95366"/>
                  </a:lnTo>
                  <a:lnTo>
                    <a:pt x="20861" y="74945"/>
                  </a:lnTo>
                  <a:lnTo>
                    <a:pt x="0" y="65869"/>
                  </a:lnTo>
                  <a:lnTo>
                    <a:pt x="7518" y="53542"/>
                  </a:lnTo>
                  <a:lnTo>
                    <a:pt x="28718" y="40910"/>
                  </a:lnTo>
                  <a:lnTo>
                    <a:pt x="4266" y="22995"/>
                  </a:lnTo>
                  <a:lnTo>
                    <a:pt x="16221" y="0"/>
                  </a:lnTo>
                  <a:lnTo>
                    <a:pt x="43043" y="14664"/>
                  </a:lnTo>
                  <a:lnTo>
                    <a:pt x="59197" y="16323"/>
                  </a:lnTo>
                  <a:lnTo>
                    <a:pt x="62211" y="39860"/>
                  </a:lnTo>
                  <a:lnTo>
                    <a:pt x="94418" y="44500"/>
                  </a:lnTo>
                  <a:lnTo>
                    <a:pt x="125844" y="44025"/>
                  </a:lnTo>
                  <a:lnTo>
                    <a:pt x="145352" y="49783"/>
                  </a:lnTo>
                  <a:lnTo>
                    <a:pt x="129740" y="78467"/>
                  </a:lnTo>
                  <a:lnTo>
                    <a:pt x="114601" y="80397"/>
                  </a:lnTo>
                  <a:lnTo>
                    <a:pt x="104137" y="99667"/>
                  </a:lnTo>
                  <a:lnTo>
                    <a:pt x="122661" y="117243"/>
                  </a:lnTo>
                  <a:lnTo>
                    <a:pt x="128215" y="95603"/>
                  </a:lnTo>
                  <a:lnTo>
                    <a:pt x="137562" y="95502"/>
                  </a:lnTo>
                  <a:lnTo>
                    <a:pt x="155410" y="14921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4" name="Forma libre: forma 103">
              <a:extLst>
                <a:ext uri="{FF2B5EF4-FFF2-40B4-BE49-F238E27FC236}">
                  <a16:creationId xmlns:a16="http://schemas.microsoft.com/office/drawing/2014/main" id="{C4FC99D4-5E20-6405-7A85-DC1948463F22}"/>
                </a:ext>
              </a:extLst>
            </p:cNvPr>
            <p:cNvSpPr/>
            <p:nvPr/>
          </p:nvSpPr>
          <p:spPr>
            <a:xfrm>
              <a:off x="9103606" y="2470732"/>
              <a:ext cx="111418" cy="53406"/>
            </a:xfrm>
            <a:custGeom>
              <a:avLst/>
              <a:gdLst>
                <a:gd name="csX0" fmla="*/ 97635 w 111418"/>
                <a:gd name="csY0" fmla="*/ 17746 h 53406"/>
                <a:gd name="csX1" fmla="*/ 111419 w 111418"/>
                <a:gd name="csY1" fmla="*/ 28549 h 53406"/>
                <a:gd name="csX2" fmla="*/ 109014 w 111418"/>
                <a:gd name="csY2" fmla="*/ 49376 h 53406"/>
                <a:gd name="csX3" fmla="*/ 81413 w 111418"/>
                <a:gd name="csY3" fmla="*/ 50359 h 53406"/>
                <a:gd name="csX4" fmla="*/ 52796 w 111418"/>
                <a:gd name="csY4" fmla="*/ 48090 h 53406"/>
                <a:gd name="csX5" fmla="*/ 31529 w 111418"/>
                <a:gd name="csY5" fmla="*/ 53406 h 53406"/>
                <a:gd name="csX6" fmla="*/ 745 w 111418"/>
                <a:gd name="csY6" fmla="*/ 40537 h 53406"/>
                <a:gd name="csX7" fmla="*/ 0 w 111418"/>
                <a:gd name="csY7" fmla="*/ 33764 h 53406"/>
                <a:gd name="csX8" fmla="*/ 22420 w 111418"/>
                <a:gd name="csY8" fmla="*/ 8568 h 53406"/>
                <a:gd name="csX9" fmla="*/ 40707 w 111418"/>
                <a:gd name="csY9" fmla="*/ 0 h 53406"/>
                <a:gd name="csX10" fmla="*/ 64921 w 111418"/>
                <a:gd name="csY10" fmla="*/ 7823 h 53406"/>
                <a:gd name="csX11" fmla="*/ 82802 w 111418"/>
                <a:gd name="csY11" fmla="*/ 8636 h 53406"/>
                <a:gd name="csX12" fmla="*/ 97635 w 111418"/>
                <a:gd name="csY12" fmla="*/ 17746 h 53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1418" h="53406">
                  <a:moveTo>
                    <a:pt x="97635" y="17746"/>
                  </a:moveTo>
                  <a:lnTo>
                    <a:pt x="111419" y="28549"/>
                  </a:lnTo>
                  <a:lnTo>
                    <a:pt x="109014" y="49376"/>
                  </a:lnTo>
                  <a:lnTo>
                    <a:pt x="81413" y="50359"/>
                  </a:lnTo>
                  <a:lnTo>
                    <a:pt x="52796" y="48090"/>
                  </a:lnTo>
                  <a:lnTo>
                    <a:pt x="31529" y="53406"/>
                  </a:lnTo>
                  <a:lnTo>
                    <a:pt x="745" y="40537"/>
                  </a:lnTo>
                  <a:lnTo>
                    <a:pt x="0" y="33764"/>
                  </a:lnTo>
                  <a:lnTo>
                    <a:pt x="22420" y="8568"/>
                  </a:lnTo>
                  <a:lnTo>
                    <a:pt x="40707" y="0"/>
                  </a:lnTo>
                  <a:lnTo>
                    <a:pt x="64921" y="7823"/>
                  </a:lnTo>
                  <a:lnTo>
                    <a:pt x="82802" y="8636"/>
                  </a:lnTo>
                  <a:lnTo>
                    <a:pt x="97635" y="1774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5" name="Forma libre: forma 104">
              <a:extLst>
                <a:ext uri="{FF2B5EF4-FFF2-40B4-BE49-F238E27FC236}">
                  <a16:creationId xmlns:a16="http://schemas.microsoft.com/office/drawing/2014/main" id="{FB683922-D612-DC27-FA42-E6021FF29088}"/>
                </a:ext>
              </a:extLst>
            </p:cNvPr>
            <p:cNvSpPr/>
            <p:nvPr/>
          </p:nvSpPr>
          <p:spPr>
            <a:xfrm>
              <a:off x="8808093" y="2398700"/>
              <a:ext cx="273872" cy="136309"/>
            </a:xfrm>
            <a:custGeom>
              <a:avLst/>
              <a:gdLst>
                <a:gd name="csX0" fmla="*/ 272010 w 273872"/>
                <a:gd name="csY0" fmla="*/ 86222 h 136309"/>
                <a:gd name="csX1" fmla="*/ 269402 w 273872"/>
                <a:gd name="csY1" fmla="*/ 100819 h 136309"/>
                <a:gd name="csX2" fmla="*/ 273872 w 273872"/>
                <a:gd name="csY2" fmla="*/ 122357 h 136309"/>
                <a:gd name="csX3" fmla="*/ 269978 w 273872"/>
                <a:gd name="csY3" fmla="*/ 135734 h 136309"/>
                <a:gd name="csX4" fmla="*/ 241767 w 273872"/>
                <a:gd name="csY4" fmla="*/ 136310 h 136309"/>
                <a:gd name="csX5" fmla="*/ 201027 w 273872"/>
                <a:gd name="csY5" fmla="*/ 128419 h 136309"/>
                <a:gd name="csX6" fmla="*/ 174883 w 273872"/>
                <a:gd name="csY6" fmla="*/ 125202 h 136309"/>
                <a:gd name="csX7" fmla="*/ 155342 w 273872"/>
                <a:gd name="csY7" fmla="*/ 107964 h 136309"/>
                <a:gd name="csX8" fmla="*/ 108912 w 273872"/>
                <a:gd name="csY8" fmla="*/ 103562 h 136309"/>
                <a:gd name="csX9" fmla="*/ 64751 w 273872"/>
                <a:gd name="csY9" fmla="*/ 84597 h 136309"/>
                <a:gd name="csX10" fmla="*/ 32816 w 273872"/>
                <a:gd name="csY10" fmla="*/ 67969 h 136309"/>
                <a:gd name="csX11" fmla="*/ 0 w 273872"/>
                <a:gd name="csY11" fmla="*/ 55167 h 136309"/>
                <a:gd name="csX12" fmla="*/ 13173 w 273872"/>
                <a:gd name="csY12" fmla="*/ 23469 h 136309"/>
                <a:gd name="csX13" fmla="*/ 34644 w 273872"/>
                <a:gd name="csY13" fmla="*/ 8128 h 136309"/>
                <a:gd name="csX14" fmla="*/ 48699 w 273872"/>
                <a:gd name="csY14" fmla="*/ 0 h 136309"/>
                <a:gd name="csX15" fmla="*/ 75859 w 273872"/>
                <a:gd name="csY15" fmla="*/ 10431 h 136309"/>
                <a:gd name="csX16" fmla="*/ 110030 w 273872"/>
                <a:gd name="csY16" fmla="*/ 32477 h 136309"/>
                <a:gd name="csX17" fmla="*/ 129062 w 273872"/>
                <a:gd name="csY17" fmla="*/ 37354 h 136309"/>
                <a:gd name="csX18" fmla="*/ 140441 w 273872"/>
                <a:gd name="csY18" fmla="*/ 53610 h 136309"/>
                <a:gd name="csX19" fmla="*/ 166755 w 273872"/>
                <a:gd name="csY19" fmla="*/ 60281 h 136309"/>
                <a:gd name="csX20" fmla="*/ 194220 w 273872"/>
                <a:gd name="csY20" fmla="*/ 75148 h 136309"/>
                <a:gd name="csX21" fmla="*/ 232556 w 273872"/>
                <a:gd name="csY21" fmla="*/ 82937 h 136309"/>
                <a:gd name="csX22" fmla="*/ 272010 w 273872"/>
                <a:gd name="csY22" fmla="*/ 86222 h 1363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273872" h="136309">
                  <a:moveTo>
                    <a:pt x="272010" y="86222"/>
                  </a:moveTo>
                  <a:lnTo>
                    <a:pt x="269402" y="100819"/>
                  </a:lnTo>
                  <a:lnTo>
                    <a:pt x="273872" y="122357"/>
                  </a:lnTo>
                  <a:lnTo>
                    <a:pt x="269978" y="135734"/>
                  </a:lnTo>
                  <a:lnTo>
                    <a:pt x="241767" y="136310"/>
                  </a:lnTo>
                  <a:lnTo>
                    <a:pt x="201027" y="128419"/>
                  </a:lnTo>
                  <a:lnTo>
                    <a:pt x="174883" y="125202"/>
                  </a:lnTo>
                  <a:lnTo>
                    <a:pt x="155342" y="107964"/>
                  </a:lnTo>
                  <a:lnTo>
                    <a:pt x="108912" y="103562"/>
                  </a:lnTo>
                  <a:lnTo>
                    <a:pt x="64751" y="84597"/>
                  </a:lnTo>
                  <a:lnTo>
                    <a:pt x="32816" y="67969"/>
                  </a:lnTo>
                  <a:lnTo>
                    <a:pt x="0" y="55167"/>
                  </a:lnTo>
                  <a:lnTo>
                    <a:pt x="13173" y="23469"/>
                  </a:lnTo>
                  <a:lnTo>
                    <a:pt x="34644" y="8128"/>
                  </a:lnTo>
                  <a:lnTo>
                    <a:pt x="48699" y="0"/>
                  </a:lnTo>
                  <a:lnTo>
                    <a:pt x="75859" y="10431"/>
                  </a:lnTo>
                  <a:lnTo>
                    <a:pt x="110030" y="32477"/>
                  </a:lnTo>
                  <a:lnTo>
                    <a:pt x="129062" y="37354"/>
                  </a:lnTo>
                  <a:lnTo>
                    <a:pt x="140441" y="53610"/>
                  </a:lnTo>
                  <a:lnTo>
                    <a:pt x="166755" y="60281"/>
                  </a:lnTo>
                  <a:lnTo>
                    <a:pt x="194220" y="75148"/>
                  </a:lnTo>
                  <a:lnTo>
                    <a:pt x="232556" y="82937"/>
                  </a:lnTo>
                  <a:lnTo>
                    <a:pt x="272010" y="8622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6" name="Forma libre: forma 105">
              <a:extLst>
                <a:ext uri="{FF2B5EF4-FFF2-40B4-BE49-F238E27FC236}">
                  <a16:creationId xmlns:a16="http://schemas.microsoft.com/office/drawing/2014/main" id="{FE1871D6-09A3-844E-3211-5FD705D7ADF0}"/>
                </a:ext>
              </a:extLst>
            </p:cNvPr>
            <p:cNvSpPr/>
            <p:nvPr/>
          </p:nvSpPr>
          <p:spPr>
            <a:xfrm>
              <a:off x="8157395" y="2171460"/>
              <a:ext cx="574466" cy="455190"/>
            </a:xfrm>
            <a:custGeom>
              <a:avLst/>
              <a:gdLst>
                <a:gd name="csX0" fmla="*/ 574466 w 574466"/>
                <a:gd name="csY0" fmla="*/ 55506 h 455190"/>
                <a:gd name="csX1" fmla="*/ 541786 w 574466"/>
                <a:gd name="csY1" fmla="*/ 83953 h 455190"/>
                <a:gd name="csX2" fmla="*/ 504025 w 574466"/>
                <a:gd name="csY2" fmla="*/ 88999 h 455190"/>
                <a:gd name="csX3" fmla="*/ 452651 w 574466"/>
                <a:gd name="csY3" fmla="*/ 80736 h 455190"/>
                <a:gd name="csX4" fmla="*/ 436057 w 574466"/>
                <a:gd name="csY4" fmla="*/ 95332 h 455190"/>
                <a:gd name="csX5" fmla="*/ 448045 w 574466"/>
                <a:gd name="csY5" fmla="*/ 125033 h 455190"/>
                <a:gd name="csX6" fmla="*/ 459830 w 574466"/>
                <a:gd name="csY6" fmla="*/ 147926 h 455190"/>
                <a:gd name="csX7" fmla="*/ 487160 w 574466"/>
                <a:gd name="csY7" fmla="*/ 164656 h 455190"/>
                <a:gd name="csX8" fmla="*/ 458273 w 574466"/>
                <a:gd name="csY8" fmla="*/ 184230 h 455190"/>
                <a:gd name="csX9" fmla="*/ 458781 w 574466"/>
                <a:gd name="csY9" fmla="*/ 208376 h 455190"/>
                <a:gd name="csX10" fmla="*/ 425931 w 574466"/>
                <a:gd name="csY10" fmla="*/ 242378 h 455190"/>
                <a:gd name="csX11" fmla="*/ 404697 w 574466"/>
                <a:gd name="csY11" fmla="*/ 276718 h 455190"/>
                <a:gd name="csX12" fmla="*/ 369273 w 574466"/>
                <a:gd name="csY12" fmla="*/ 312243 h 455190"/>
                <a:gd name="csX13" fmla="*/ 329921 w 574466"/>
                <a:gd name="csY13" fmla="*/ 309669 h 455190"/>
                <a:gd name="csX14" fmla="*/ 292601 w 574466"/>
                <a:gd name="csY14" fmla="*/ 345160 h 455190"/>
                <a:gd name="csX15" fmla="*/ 314783 w 574466"/>
                <a:gd name="csY15" fmla="*/ 360366 h 455190"/>
                <a:gd name="csX16" fmla="*/ 318644 w 574466"/>
                <a:gd name="csY16" fmla="*/ 386443 h 455190"/>
                <a:gd name="csX17" fmla="*/ 337676 w 574466"/>
                <a:gd name="csY17" fmla="*/ 403613 h 455190"/>
                <a:gd name="csX18" fmla="*/ 344382 w 574466"/>
                <a:gd name="csY18" fmla="*/ 432670 h 455190"/>
                <a:gd name="csX19" fmla="*/ 269877 w 574466"/>
                <a:gd name="csY19" fmla="*/ 432602 h 455190"/>
                <a:gd name="csX20" fmla="*/ 247322 w 574466"/>
                <a:gd name="csY20" fmla="*/ 455190 h 455190"/>
                <a:gd name="csX21" fmla="*/ 222499 w 574466"/>
                <a:gd name="csY21" fmla="*/ 446622 h 455190"/>
                <a:gd name="csX22" fmla="*/ 212373 w 574466"/>
                <a:gd name="csY22" fmla="*/ 422273 h 455190"/>
                <a:gd name="csX23" fmla="*/ 186228 w 574466"/>
                <a:gd name="csY23" fmla="*/ 396501 h 455190"/>
                <a:gd name="csX24" fmla="*/ 123814 w 574466"/>
                <a:gd name="csY24" fmla="*/ 402868 h 455190"/>
                <a:gd name="csX25" fmla="*/ 68816 w 574466"/>
                <a:gd name="csY25" fmla="*/ 403511 h 455190"/>
                <a:gd name="csX26" fmla="*/ 21098 w 574466"/>
                <a:gd name="csY26" fmla="*/ 408252 h 455190"/>
                <a:gd name="csX27" fmla="*/ 33866 w 574466"/>
                <a:gd name="csY27" fmla="*/ 368900 h 455190"/>
                <a:gd name="csX28" fmla="*/ 82734 w 574466"/>
                <a:gd name="csY28" fmla="*/ 351392 h 455190"/>
                <a:gd name="csX29" fmla="*/ 79923 w 574466"/>
                <a:gd name="csY29" fmla="*/ 335814 h 455190"/>
                <a:gd name="csX30" fmla="*/ 63702 w 574466"/>
                <a:gd name="csY30" fmla="*/ 330327 h 455190"/>
                <a:gd name="csX31" fmla="*/ 62787 w 574466"/>
                <a:gd name="csY31" fmla="*/ 300491 h 455190"/>
                <a:gd name="csX32" fmla="*/ 30412 w 574466"/>
                <a:gd name="csY32" fmla="*/ 285624 h 455190"/>
                <a:gd name="csX33" fmla="*/ 16764 w 574466"/>
                <a:gd name="csY33" fmla="*/ 265169 h 455190"/>
                <a:gd name="csX34" fmla="*/ 0 w 574466"/>
                <a:gd name="csY34" fmla="*/ 247356 h 455190"/>
                <a:gd name="csX35" fmla="*/ 56759 w 574466"/>
                <a:gd name="csY35" fmla="*/ 264628 h 455190"/>
                <a:gd name="csX36" fmla="*/ 90625 w 574466"/>
                <a:gd name="csY36" fmla="*/ 259582 h 455190"/>
                <a:gd name="csX37" fmla="*/ 110877 w 574466"/>
                <a:gd name="csY37" fmla="*/ 263882 h 455190"/>
                <a:gd name="csX38" fmla="*/ 117718 w 574466"/>
                <a:gd name="csY38" fmla="*/ 256466 h 455190"/>
                <a:gd name="csX39" fmla="*/ 141322 w 574466"/>
                <a:gd name="csY39" fmla="*/ 259446 h 455190"/>
                <a:gd name="csX40" fmla="*/ 185314 w 574466"/>
                <a:gd name="csY40" fmla="*/ 245358 h 455190"/>
                <a:gd name="csX41" fmla="*/ 186499 w 574466"/>
                <a:gd name="csY41" fmla="*/ 216538 h 455190"/>
                <a:gd name="csX42" fmla="*/ 205396 w 574466"/>
                <a:gd name="csY42" fmla="*/ 197370 h 455190"/>
                <a:gd name="csX43" fmla="*/ 230593 w 574466"/>
                <a:gd name="csY43" fmla="*/ 197438 h 455190"/>
                <a:gd name="csX44" fmla="*/ 234318 w 574466"/>
                <a:gd name="csY44" fmla="*/ 187955 h 455190"/>
                <a:gd name="csX45" fmla="*/ 260192 w 574466"/>
                <a:gd name="csY45" fmla="*/ 183553 h 455190"/>
                <a:gd name="csX46" fmla="*/ 272722 w 574466"/>
                <a:gd name="csY46" fmla="*/ 186702 h 455190"/>
                <a:gd name="csX47" fmla="*/ 285963 w 574466"/>
                <a:gd name="csY47" fmla="*/ 177186 h 455190"/>
                <a:gd name="csX48" fmla="*/ 284101 w 574466"/>
                <a:gd name="csY48" fmla="*/ 156833 h 455190"/>
                <a:gd name="csX49" fmla="*/ 298460 w 574466"/>
                <a:gd name="csY49" fmla="*/ 136412 h 455190"/>
                <a:gd name="csX50" fmla="*/ 320032 w 574466"/>
                <a:gd name="csY50" fmla="*/ 127810 h 455190"/>
                <a:gd name="csX51" fmla="*/ 306723 w 574466"/>
                <a:gd name="csY51" fmla="*/ 105424 h 455190"/>
                <a:gd name="csX52" fmla="*/ 338930 w 574466"/>
                <a:gd name="csY52" fmla="*/ 106474 h 455190"/>
                <a:gd name="csX53" fmla="*/ 348242 w 574466"/>
                <a:gd name="csY53" fmla="*/ 94282 h 455190"/>
                <a:gd name="csX54" fmla="*/ 346820 w 574466"/>
                <a:gd name="csY54" fmla="*/ 81278 h 455190"/>
                <a:gd name="csX55" fmla="*/ 363686 w 574466"/>
                <a:gd name="csY55" fmla="*/ 67054 h 455190"/>
                <a:gd name="csX56" fmla="*/ 359824 w 574466"/>
                <a:gd name="csY56" fmla="*/ 50189 h 455190"/>
                <a:gd name="csX57" fmla="*/ 351798 w 574466"/>
                <a:gd name="csY57" fmla="*/ 35864 h 455190"/>
                <a:gd name="csX58" fmla="*/ 371576 w 574466"/>
                <a:gd name="csY58" fmla="*/ 21098 h 455190"/>
                <a:gd name="csX59" fmla="*/ 407948 w 574466"/>
                <a:gd name="csY59" fmla="*/ 13987 h 455190"/>
                <a:gd name="csX60" fmla="*/ 446826 w 574466"/>
                <a:gd name="csY60" fmla="*/ 10058 h 455190"/>
                <a:gd name="csX61" fmla="*/ 464030 w 574466"/>
                <a:gd name="csY61" fmla="*/ 3793 h 455190"/>
                <a:gd name="csX62" fmla="*/ 483740 w 574466"/>
                <a:gd name="csY62" fmla="*/ 0 h 455190"/>
                <a:gd name="csX63" fmla="*/ 508767 w 574466"/>
                <a:gd name="csY63" fmla="*/ 15781 h 455190"/>
                <a:gd name="csX64" fmla="*/ 518791 w 574466"/>
                <a:gd name="csY64" fmla="*/ 41824 h 455190"/>
                <a:gd name="csX65" fmla="*/ 574466 w 574466"/>
                <a:gd name="csY65" fmla="*/ 55506 h 4551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574466" h="455190">
                  <a:moveTo>
                    <a:pt x="574466" y="55506"/>
                  </a:moveTo>
                  <a:lnTo>
                    <a:pt x="541786" y="83953"/>
                  </a:lnTo>
                  <a:lnTo>
                    <a:pt x="504025" y="88999"/>
                  </a:lnTo>
                  <a:lnTo>
                    <a:pt x="452651" y="80736"/>
                  </a:lnTo>
                  <a:lnTo>
                    <a:pt x="436057" y="95332"/>
                  </a:lnTo>
                  <a:lnTo>
                    <a:pt x="448045" y="125033"/>
                  </a:lnTo>
                  <a:lnTo>
                    <a:pt x="459830" y="147926"/>
                  </a:lnTo>
                  <a:lnTo>
                    <a:pt x="487160" y="164656"/>
                  </a:lnTo>
                  <a:lnTo>
                    <a:pt x="458273" y="184230"/>
                  </a:lnTo>
                  <a:lnTo>
                    <a:pt x="458781" y="208376"/>
                  </a:lnTo>
                  <a:lnTo>
                    <a:pt x="425931" y="242378"/>
                  </a:lnTo>
                  <a:lnTo>
                    <a:pt x="404697" y="276718"/>
                  </a:lnTo>
                  <a:lnTo>
                    <a:pt x="369273" y="312243"/>
                  </a:lnTo>
                  <a:lnTo>
                    <a:pt x="329921" y="309669"/>
                  </a:lnTo>
                  <a:lnTo>
                    <a:pt x="292601" y="345160"/>
                  </a:lnTo>
                  <a:lnTo>
                    <a:pt x="314783" y="360366"/>
                  </a:lnTo>
                  <a:lnTo>
                    <a:pt x="318644" y="386443"/>
                  </a:lnTo>
                  <a:lnTo>
                    <a:pt x="337676" y="403613"/>
                  </a:lnTo>
                  <a:lnTo>
                    <a:pt x="344382" y="432670"/>
                  </a:lnTo>
                  <a:lnTo>
                    <a:pt x="269877" y="432602"/>
                  </a:lnTo>
                  <a:lnTo>
                    <a:pt x="247322" y="455190"/>
                  </a:lnTo>
                  <a:lnTo>
                    <a:pt x="222499" y="446622"/>
                  </a:lnTo>
                  <a:lnTo>
                    <a:pt x="212373" y="422273"/>
                  </a:lnTo>
                  <a:lnTo>
                    <a:pt x="186228" y="396501"/>
                  </a:lnTo>
                  <a:lnTo>
                    <a:pt x="123814" y="402868"/>
                  </a:lnTo>
                  <a:lnTo>
                    <a:pt x="68816" y="403511"/>
                  </a:lnTo>
                  <a:lnTo>
                    <a:pt x="21098" y="408252"/>
                  </a:lnTo>
                  <a:lnTo>
                    <a:pt x="33866" y="368900"/>
                  </a:lnTo>
                  <a:lnTo>
                    <a:pt x="82734" y="351392"/>
                  </a:lnTo>
                  <a:lnTo>
                    <a:pt x="79923" y="335814"/>
                  </a:lnTo>
                  <a:lnTo>
                    <a:pt x="63702" y="330327"/>
                  </a:lnTo>
                  <a:lnTo>
                    <a:pt x="62787" y="300491"/>
                  </a:lnTo>
                  <a:lnTo>
                    <a:pt x="30412" y="285624"/>
                  </a:lnTo>
                  <a:lnTo>
                    <a:pt x="16764" y="265169"/>
                  </a:lnTo>
                  <a:lnTo>
                    <a:pt x="0" y="247356"/>
                  </a:lnTo>
                  <a:lnTo>
                    <a:pt x="56759" y="264628"/>
                  </a:lnTo>
                  <a:lnTo>
                    <a:pt x="90625" y="259582"/>
                  </a:lnTo>
                  <a:lnTo>
                    <a:pt x="110877" y="263882"/>
                  </a:lnTo>
                  <a:lnTo>
                    <a:pt x="117718" y="256466"/>
                  </a:lnTo>
                  <a:lnTo>
                    <a:pt x="141322" y="259446"/>
                  </a:lnTo>
                  <a:lnTo>
                    <a:pt x="185314" y="245358"/>
                  </a:lnTo>
                  <a:lnTo>
                    <a:pt x="186499" y="216538"/>
                  </a:lnTo>
                  <a:lnTo>
                    <a:pt x="205396" y="197370"/>
                  </a:lnTo>
                  <a:lnTo>
                    <a:pt x="230593" y="197438"/>
                  </a:lnTo>
                  <a:lnTo>
                    <a:pt x="234318" y="187955"/>
                  </a:lnTo>
                  <a:lnTo>
                    <a:pt x="260192" y="183553"/>
                  </a:lnTo>
                  <a:lnTo>
                    <a:pt x="272722" y="186702"/>
                  </a:lnTo>
                  <a:lnTo>
                    <a:pt x="285963" y="177186"/>
                  </a:lnTo>
                  <a:lnTo>
                    <a:pt x="284101" y="156833"/>
                  </a:lnTo>
                  <a:lnTo>
                    <a:pt x="298460" y="136412"/>
                  </a:lnTo>
                  <a:lnTo>
                    <a:pt x="320032" y="127810"/>
                  </a:lnTo>
                  <a:lnTo>
                    <a:pt x="306723" y="105424"/>
                  </a:lnTo>
                  <a:lnTo>
                    <a:pt x="338930" y="106474"/>
                  </a:lnTo>
                  <a:lnTo>
                    <a:pt x="348242" y="94282"/>
                  </a:lnTo>
                  <a:lnTo>
                    <a:pt x="346820" y="81278"/>
                  </a:lnTo>
                  <a:lnTo>
                    <a:pt x="363686" y="67054"/>
                  </a:lnTo>
                  <a:lnTo>
                    <a:pt x="359824" y="50189"/>
                  </a:lnTo>
                  <a:lnTo>
                    <a:pt x="351798" y="35864"/>
                  </a:lnTo>
                  <a:lnTo>
                    <a:pt x="371576" y="21098"/>
                  </a:lnTo>
                  <a:lnTo>
                    <a:pt x="407948" y="13987"/>
                  </a:lnTo>
                  <a:lnTo>
                    <a:pt x="446826" y="10058"/>
                  </a:lnTo>
                  <a:lnTo>
                    <a:pt x="464030" y="3793"/>
                  </a:lnTo>
                  <a:lnTo>
                    <a:pt x="483740" y="0"/>
                  </a:lnTo>
                  <a:lnTo>
                    <a:pt x="508767" y="15781"/>
                  </a:lnTo>
                  <a:lnTo>
                    <a:pt x="518791" y="41824"/>
                  </a:lnTo>
                  <a:lnTo>
                    <a:pt x="574466" y="5550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7" name="Forma libre: forma 106">
              <a:extLst>
                <a:ext uri="{FF2B5EF4-FFF2-40B4-BE49-F238E27FC236}">
                  <a16:creationId xmlns:a16="http://schemas.microsoft.com/office/drawing/2014/main" id="{AD6A3177-F1FF-139B-2874-14ED9C0459F5}"/>
                </a:ext>
              </a:extLst>
            </p:cNvPr>
            <p:cNvSpPr/>
            <p:nvPr/>
          </p:nvSpPr>
          <p:spPr>
            <a:xfrm>
              <a:off x="8145677" y="2125639"/>
              <a:ext cx="495457" cy="310447"/>
            </a:xfrm>
            <a:custGeom>
              <a:avLst/>
              <a:gdLst>
                <a:gd name="csX0" fmla="*/ 202890 w 495457"/>
                <a:gd name="csY0" fmla="*/ 38031 h 310447"/>
                <a:gd name="csX1" fmla="*/ 221754 w 495457"/>
                <a:gd name="csY1" fmla="*/ 38268 h 310447"/>
                <a:gd name="csX2" fmla="*/ 247288 w 495457"/>
                <a:gd name="csY2" fmla="*/ 45414 h 310447"/>
                <a:gd name="csX3" fmla="*/ 257651 w 495457"/>
                <a:gd name="csY3" fmla="*/ 49546 h 310447"/>
                <a:gd name="csX4" fmla="*/ 282136 w 495457"/>
                <a:gd name="csY4" fmla="*/ 38675 h 310447"/>
                <a:gd name="csX5" fmla="*/ 293549 w 495457"/>
                <a:gd name="csY5" fmla="*/ 45211 h 310447"/>
                <a:gd name="csX6" fmla="*/ 304488 w 495457"/>
                <a:gd name="csY6" fmla="*/ 29700 h 310447"/>
                <a:gd name="csX7" fmla="*/ 324740 w 495457"/>
                <a:gd name="csY7" fmla="*/ 30411 h 310447"/>
                <a:gd name="csX8" fmla="*/ 329955 w 495457"/>
                <a:gd name="csY8" fmla="*/ 25433 h 310447"/>
                <a:gd name="csX9" fmla="*/ 333511 w 495457"/>
                <a:gd name="csY9" fmla="*/ 11785 h 310447"/>
                <a:gd name="csX10" fmla="*/ 348107 w 495457"/>
                <a:gd name="csY10" fmla="*/ 0 h 310447"/>
                <a:gd name="csX11" fmla="*/ 366428 w 495457"/>
                <a:gd name="csY11" fmla="*/ 7688 h 310447"/>
                <a:gd name="csX12" fmla="*/ 362737 w 495457"/>
                <a:gd name="csY12" fmla="*/ 18051 h 310447"/>
                <a:gd name="csX13" fmla="*/ 372998 w 495457"/>
                <a:gd name="csY13" fmla="*/ 19642 h 310447"/>
                <a:gd name="csX14" fmla="*/ 369849 w 495457"/>
                <a:gd name="csY14" fmla="*/ 48089 h 310447"/>
                <a:gd name="csX15" fmla="*/ 383260 w 495457"/>
                <a:gd name="csY15" fmla="*/ 59197 h 310447"/>
                <a:gd name="csX16" fmla="*/ 395045 w 495457"/>
                <a:gd name="csY16" fmla="*/ 52086 h 310447"/>
                <a:gd name="csX17" fmla="*/ 410081 w 495457"/>
                <a:gd name="csY17" fmla="*/ 48699 h 310447"/>
                <a:gd name="csX18" fmla="*/ 431179 w 495457"/>
                <a:gd name="csY18" fmla="*/ 33561 h 310447"/>
                <a:gd name="csX19" fmla="*/ 454513 w 495457"/>
                <a:gd name="csY19" fmla="*/ 36033 h 310447"/>
                <a:gd name="csX20" fmla="*/ 489429 w 495457"/>
                <a:gd name="csY20" fmla="*/ 36101 h 310447"/>
                <a:gd name="csX21" fmla="*/ 495457 w 495457"/>
                <a:gd name="csY21" fmla="*/ 45820 h 310447"/>
                <a:gd name="csX22" fmla="*/ 475747 w 495457"/>
                <a:gd name="csY22" fmla="*/ 49613 h 310447"/>
                <a:gd name="csX23" fmla="*/ 458543 w 495457"/>
                <a:gd name="csY23" fmla="*/ 55879 h 310447"/>
                <a:gd name="csX24" fmla="*/ 419665 w 495457"/>
                <a:gd name="csY24" fmla="*/ 59807 h 310447"/>
                <a:gd name="csX25" fmla="*/ 383293 w 495457"/>
                <a:gd name="csY25" fmla="*/ 66919 h 310447"/>
                <a:gd name="csX26" fmla="*/ 363516 w 495457"/>
                <a:gd name="csY26" fmla="*/ 81684 h 310447"/>
                <a:gd name="csX27" fmla="*/ 371542 w 495457"/>
                <a:gd name="csY27" fmla="*/ 96010 h 310447"/>
                <a:gd name="csX28" fmla="*/ 375403 w 495457"/>
                <a:gd name="csY28" fmla="*/ 112875 h 310447"/>
                <a:gd name="csX29" fmla="*/ 358538 w 495457"/>
                <a:gd name="csY29" fmla="*/ 127098 h 310447"/>
                <a:gd name="csX30" fmla="*/ 359960 w 495457"/>
                <a:gd name="csY30" fmla="*/ 140103 h 310447"/>
                <a:gd name="csX31" fmla="*/ 350647 w 495457"/>
                <a:gd name="csY31" fmla="*/ 152295 h 310447"/>
                <a:gd name="csX32" fmla="*/ 318440 w 495457"/>
                <a:gd name="csY32" fmla="*/ 151245 h 310447"/>
                <a:gd name="csX33" fmla="*/ 331750 w 495457"/>
                <a:gd name="csY33" fmla="*/ 173630 h 310447"/>
                <a:gd name="csX34" fmla="*/ 310177 w 495457"/>
                <a:gd name="csY34" fmla="*/ 182232 h 310447"/>
                <a:gd name="csX35" fmla="*/ 295818 w 495457"/>
                <a:gd name="csY35" fmla="*/ 202653 h 310447"/>
                <a:gd name="csX36" fmla="*/ 297680 w 495457"/>
                <a:gd name="csY36" fmla="*/ 223006 h 310447"/>
                <a:gd name="csX37" fmla="*/ 284439 w 495457"/>
                <a:gd name="csY37" fmla="*/ 232523 h 310447"/>
                <a:gd name="csX38" fmla="*/ 271909 w 495457"/>
                <a:gd name="csY38" fmla="*/ 229373 h 310447"/>
                <a:gd name="csX39" fmla="*/ 246035 w 495457"/>
                <a:gd name="csY39" fmla="*/ 233776 h 310447"/>
                <a:gd name="csX40" fmla="*/ 242310 w 495457"/>
                <a:gd name="csY40" fmla="*/ 243258 h 310447"/>
                <a:gd name="csX41" fmla="*/ 217114 w 495457"/>
                <a:gd name="csY41" fmla="*/ 243190 h 310447"/>
                <a:gd name="csX42" fmla="*/ 198217 w 495457"/>
                <a:gd name="csY42" fmla="*/ 262359 h 310447"/>
                <a:gd name="csX43" fmla="*/ 197031 w 495457"/>
                <a:gd name="csY43" fmla="*/ 291178 h 310447"/>
                <a:gd name="csX44" fmla="*/ 153040 w 495457"/>
                <a:gd name="csY44" fmla="*/ 305267 h 310447"/>
                <a:gd name="csX45" fmla="*/ 129435 w 495457"/>
                <a:gd name="csY45" fmla="*/ 302286 h 310447"/>
                <a:gd name="csX46" fmla="*/ 122594 w 495457"/>
                <a:gd name="csY46" fmla="*/ 309703 h 310447"/>
                <a:gd name="csX47" fmla="*/ 102343 w 495457"/>
                <a:gd name="csY47" fmla="*/ 305402 h 310447"/>
                <a:gd name="csX48" fmla="*/ 68477 w 495457"/>
                <a:gd name="csY48" fmla="*/ 310448 h 310447"/>
                <a:gd name="csX49" fmla="*/ 11717 w 495457"/>
                <a:gd name="csY49" fmla="*/ 293176 h 310447"/>
                <a:gd name="csX50" fmla="*/ 42434 w 495457"/>
                <a:gd name="csY50" fmla="*/ 262460 h 310447"/>
                <a:gd name="csX51" fmla="*/ 39657 w 495457"/>
                <a:gd name="csY51" fmla="*/ 240651 h 310447"/>
                <a:gd name="csX52" fmla="*/ 14020 w 495457"/>
                <a:gd name="csY52" fmla="*/ 234961 h 310447"/>
                <a:gd name="csX53" fmla="*/ 11379 w 495457"/>
                <a:gd name="csY53" fmla="*/ 213456 h 310447"/>
                <a:gd name="csX54" fmla="*/ 271 w 495457"/>
                <a:gd name="csY54" fmla="*/ 186431 h 310447"/>
                <a:gd name="csX55" fmla="*/ 14766 w 495457"/>
                <a:gd name="csY55" fmla="*/ 167873 h 310447"/>
                <a:gd name="csX56" fmla="*/ 0 w 495457"/>
                <a:gd name="csY56" fmla="*/ 162895 h 310447"/>
                <a:gd name="csX57" fmla="*/ 9313 w 495457"/>
                <a:gd name="csY57" fmla="*/ 138240 h 310447"/>
                <a:gd name="csX58" fmla="*/ 23130 w 495457"/>
                <a:gd name="csY58" fmla="*/ 96043 h 310447"/>
                <a:gd name="csX59" fmla="*/ 57674 w 495457"/>
                <a:gd name="csY59" fmla="*/ 108879 h 310447"/>
                <a:gd name="csX60" fmla="*/ 83208 w 495457"/>
                <a:gd name="csY60" fmla="*/ 104374 h 310447"/>
                <a:gd name="csX61" fmla="*/ 90286 w 495457"/>
                <a:gd name="csY61" fmla="*/ 89033 h 310447"/>
                <a:gd name="csX62" fmla="*/ 117006 w 495457"/>
                <a:gd name="csY62" fmla="*/ 83920 h 310447"/>
                <a:gd name="csX63" fmla="*/ 136073 w 495457"/>
                <a:gd name="csY63" fmla="*/ 73624 h 310447"/>
                <a:gd name="csX64" fmla="*/ 142846 w 495457"/>
                <a:gd name="csY64" fmla="*/ 46532 h 310447"/>
                <a:gd name="csX65" fmla="*/ 171395 w 495457"/>
                <a:gd name="csY65" fmla="*/ 39996 h 310447"/>
                <a:gd name="csX66" fmla="*/ 176712 w 495457"/>
                <a:gd name="csY66" fmla="*/ 27939 h 310447"/>
                <a:gd name="csX67" fmla="*/ 192662 w 495457"/>
                <a:gd name="csY67" fmla="*/ 36981 h 310447"/>
                <a:gd name="csX68" fmla="*/ 202890 w 495457"/>
                <a:gd name="csY68" fmla="*/ 38031 h 3104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</a:cxnLst>
              <a:rect l="l" t="t" r="r" b="b"/>
              <a:pathLst>
                <a:path w="495457" h="310447">
                  <a:moveTo>
                    <a:pt x="202890" y="38031"/>
                  </a:moveTo>
                  <a:lnTo>
                    <a:pt x="221754" y="38268"/>
                  </a:lnTo>
                  <a:lnTo>
                    <a:pt x="247288" y="45414"/>
                  </a:lnTo>
                  <a:lnTo>
                    <a:pt x="257651" y="49546"/>
                  </a:lnTo>
                  <a:lnTo>
                    <a:pt x="282136" y="38675"/>
                  </a:lnTo>
                  <a:lnTo>
                    <a:pt x="293549" y="45211"/>
                  </a:lnTo>
                  <a:lnTo>
                    <a:pt x="304488" y="29700"/>
                  </a:lnTo>
                  <a:lnTo>
                    <a:pt x="324740" y="30411"/>
                  </a:lnTo>
                  <a:lnTo>
                    <a:pt x="329955" y="25433"/>
                  </a:lnTo>
                  <a:lnTo>
                    <a:pt x="333511" y="11785"/>
                  </a:lnTo>
                  <a:lnTo>
                    <a:pt x="348107" y="0"/>
                  </a:lnTo>
                  <a:lnTo>
                    <a:pt x="366428" y="7688"/>
                  </a:lnTo>
                  <a:lnTo>
                    <a:pt x="362737" y="18051"/>
                  </a:lnTo>
                  <a:lnTo>
                    <a:pt x="372998" y="19642"/>
                  </a:lnTo>
                  <a:lnTo>
                    <a:pt x="369849" y="48089"/>
                  </a:lnTo>
                  <a:lnTo>
                    <a:pt x="383260" y="59197"/>
                  </a:lnTo>
                  <a:lnTo>
                    <a:pt x="395045" y="52086"/>
                  </a:lnTo>
                  <a:lnTo>
                    <a:pt x="410081" y="48699"/>
                  </a:lnTo>
                  <a:lnTo>
                    <a:pt x="431179" y="33561"/>
                  </a:lnTo>
                  <a:lnTo>
                    <a:pt x="454513" y="36033"/>
                  </a:lnTo>
                  <a:lnTo>
                    <a:pt x="489429" y="36101"/>
                  </a:lnTo>
                  <a:lnTo>
                    <a:pt x="495457" y="45820"/>
                  </a:lnTo>
                  <a:lnTo>
                    <a:pt x="475747" y="49613"/>
                  </a:lnTo>
                  <a:lnTo>
                    <a:pt x="458543" y="55879"/>
                  </a:lnTo>
                  <a:lnTo>
                    <a:pt x="419665" y="59807"/>
                  </a:lnTo>
                  <a:lnTo>
                    <a:pt x="383293" y="66919"/>
                  </a:lnTo>
                  <a:lnTo>
                    <a:pt x="363516" y="81684"/>
                  </a:lnTo>
                  <a:lnTo>
                    <a:pt x="371542" y="96010"/>
                  </a:lnTo>
                  <a:lnTo>
                    <a:pt x="375403" y="112875"/>
                  </a:lnTo>
                  <a:lnTo>
                    <a:pt x="358538" y="127098"/>
                  </a:lnTo>
                  <a:lnTo>
                    <a:pt x="359960" y="140103"/>
                  </a:lnTo>
                  <a:lnTo>
                    <a:pt x="350647" y="152295"/>
                  </a:lnTo>
                  <a:lnTo>
                    <a:pt x="318440" y="151245"/>
                  </a:lnTo>
                  <a:lnTo>
                    <a:pt x="331750" y="173630"/>
                  </a:lnTo>
                  <a:lnTo>
                    <a:pt x="310177" y="182232"/>
                  </a:lnTo>
                  <a:lnTo>
                    <a:pt x="295818" y="202653"/>
                  </a:lnTo>
                  <a:lnTo>
                    <a:pt x="297680" y="223006"/>
                  </a:lnTo>
                  <a:lnTo>
                    <a:pt x="284439" y="232523"/>
                  </a:lnTo>
                  <a:lnTo>
                    <a:pt x="271909" y="229373"/>
                  </a:lnTo>
                  <a:lnTo>
                    <a:pt x="246035" y="233776"/>
                  </a:lnTo>
                  <a:lnTo>
                    <a:pt x="242310" y="243258"/>
                  </a:lnTo>
                  <a:lnTo>
                    <a:pt x="217114" y="243190"/>
                  </a:lnTo>
                  <a:lnTo>
                    <a:pt x="198217" y="262359"/>
                  </a:lnTo>
                  <a:lnTo>
                    <a:pt x="197031" y="291178"/>
                  </a:lnTo>
                  <a:lnTo>
                    <a:pt x="153040" y="305267"/>
                  </a:lnTo>
                  <a:lnTo>
                    <a:pt x="129435" y="302286"/>
                  </a:lnTo>
                  <a:lnTo>
                    <a:pt x="122594" y="309703"/>
                  </a:lnTo>
                  <a:lnTo>
                    <a:pt x="102343" y="305402"/>
                  </a:lnTo>
                  <a:lnTo>
                    <a:pt x="68477" y="310448"/>
                  </a:lnTo>
                  <a:lnTo>
                    <a:pt x="11717" y="293176"/>
                  </a:lnTo>
                  <a:lnTo>
                    <a:pt x="42434" y="262460"/>
                  </a:lnTo>
                  <a:lnTo>
                    <a:pt x="39657" y="240651"/>
                  </a:lnTo>
                  <a:lnTo>
                    <a:pt x="14020" y="234961"/>
                  </a:lnTo>
                  <a:lnTo>
                    <a:pt x="11379" y="213456"/>
                  </a:lnTo>
                  <a:lnTo>
                    <a:pt x="271" y="186431"/>
                  </a:lnTo>
                  <a:lnTo>
                    <a:pt x="14766" y="167873"/>
                  </a:lnTo>
                  <a:lnTo>
                    <a:pt x="0" y="162895"/>
                  </a:lnTo>
                  <a:lnTo>
                    <a:pt x="9313" y="138240"/>
                  </a:lnTo>
                  <a:lnTo>
                    <a:pt x="23130" y="96043"/>
                  </a:lnTo>
                  <a:lnTo>
                    <a:pt x="57674" y="108879"/>
                  </a:lnTo>
                  <a:lnTo>
                    <a:pt x="83208" y="104374"/>
                  </a:lnTo>
                  <a:lnTo>
                    <a:pt x="90286" y="89033"/>
                  </a:lnTo>
                  <a:lnTo>
                    <a:pt x="117006" y="83920"/>
                  </a:lnTo>
                  <a:lnTo>
                    <a:pt x="136073" y="73624"/>
                  </a:lnTo>
                  <a:lnTo>
                    <a:pt x="142846" y="46532"/>
                  </a:lnTo>
                  <a:lnTo>
                    <a:pt x="171395" y="39996"/>
                  </a:lnTo>
                  <a:lnTo>
                    <a:pt x="176712" y="27939"/>
                  </a:lnTo>
                  <a:lnTo>
                    <a:pt x="192662" y="36981"/>
                  </a:lnTo>
                  <a:lnTo>
                    <a:pt x="202890" y="3803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8" name="Forma libre: forma 107">
              <a:extLst>
                <a:ext uri="{FF2B5EF4-FFF2-40B4-BE49-F238E27FC236}">
                  <a16:creationId xmlns:a16="http://schemas.microsoft.com/office/drawing/2014/main" id="{F7DC1C69-E196-4576-1577-711680BD1741}"/>
                </a:ext>
              </a:extLst>
            </p:cNvPr>
            <p:cNvSpPr/>
            <p:nvPr/>
          </p:nvSpPr>
          <p:spPr>
            <a:xfrm>
              <a:off x="8379826" y="2041855"/>
              <a:ext cx="255280" cy="142981"/>
            </a:xfrm>
            <a:custGeom>
              <a:avLst/>
              <a:gdLst>
                <a:gd name="csX0" fmla="*/ 13140 w 255280"/>
                <a:gd name="csY0" fmla="*/ 129198 h 142981"/>
                <a:gd name="csX1" fmla="*/ 32172 w 255280"/>
                <a:gd name="csY1" fmla="*/ 94926 h 142981"/>
                <a:gd name="csX2" fmla="*/ 24857 w 255280"/>
                <a:gd name="csY2" fmla="*/ 69696 h 142981"/>
                <a:gd name="csX3" fmla="*/ 0 w 255280"/>
                <a:gd name="csY3" fmla="*/ 61636 h 142981"/>
                <a:gd name="csX4" fmla="*/ 8771 w 255280"/>
                <a:gd name="csY4" fmla="*/ 46735 h 142981"/>
                <a:gd name="csX5" fmla="*/ 37049 w 255280"/>
                <a:gd name="csY5" fmla="*/ 48326 h 142981"/>
                <a:gd name="csX6" fmla="*/ 53169 w 255280"/>
                <a:gd name="csY6" fmla="*/ 29599 h 142981"/>
                <a:gd name="csX7" fmla="*/ 63905 w 255280"/>
                <a:gd name="csY7" fmla="*/ 7857 h 142981"/>
                <a:gd name="csX8" fmla="*/ 109217 w 255280"/>
                <a:gd name="csY8" fmla="*/ 0 h 142981"/>
                <a:gd name="csX9" fmla="*/ 102139 w 255280"/>
                <a:gd name="csY9" fmla="*/ 15714 h 142981"/>
                <a:gd name="csX10" fmla="*/ 106982 w 255280"/>
                <a:gd name="csY10" fmla="*/ 25094 h 142981"/>
                <a:gd name="csX11" fmla="*/ 120969 w 255280"/>
                <a:gd name="csY11" fmla="*/ 24248 h 142981"/>
                <a:gd name="csX12" fmla="*/ 108574 w 255280"/>
                <a:gd name="csY12" fmla="*/ 34679 h 142981"/>
                <a:gd name="csX13" fmla="*/ 71728 w 255280"/>
                <a:gd name="csY13" fmla="*/ 29023 h 142981"/>
                <a:gd name="csX14" fmla="*/ 68510 w 255280"/>
                <a:gd name="csY14" fmla="*/ 48530 h 142981"/>
                <a:gd name="csX15" fmla="*/ 105221 w 255280"/>
                <a:gd name="csY15" fmla="*/ 45922 h 142981"/>
                <a:gd name="csX16" fmla="*/ 147079 w 255280"/>
                <a:gd name="csY16" fmla="*/ 56928 h 142981"/>
                <a:gd name="csX17" fmla="*/ 211086 w 255280"/>
                <a:gd name="csY17" fmla="*/ 51781 h 142981"/>
                <a:gd name="csX18" fmla="*/ 219688 w 255280"/>
                <a:gd name="csY18" fmla="*/ 83107 h 142981"/>
                <a:gd name="csX19" fmla="*/ 230829 w 255280"/>
                <a:gd name="csY19" fmla="*/ 79686 h 142981"/>
                <a:gd name="csX20" fmla="*/ 251386 w 255280"/>
                <a:gd name="csY20" fmla="*/ 87408 h 142981"/>
                <a:gd name="csX21" fmla="*/ 250201 w 255280"/>
                <a:gd name="csY21" fmla="*/ 100581 h 142981"/>
                <a:gd name="csX22" fmla="*/ 255280 w 255280"/>
                <a:gd name="csY22" fmla="*/ 119885 h 142981"/>
                <a:gd name="csX23" fmla="*/ 220365 w 255280"/>
                <a:gd name="csY23" fmla="*/ 119817 h 142981"/>
                <a:gd name="csX24" fmla="*/ 197031 w 255280"/>
                <a:gd name="csY24" fmla="*/ 117345 h 142981"/>
                <a:gd name="csX25" fmla="*/ 175933 w 255280"/>
                <a:gd name="csY25" fmla="*/ 132483 h 142981"/>
                <a:gd name="csX26" fmla="*/ 160896 w 255280"/>
                <a:gd name="csY26" fmla="*/ 135870 h 142981"/>
                <a:gd name="csX27" fmla="*/ 149111 w 255280"/>
                <a:gd name="csY27" fmla="*/ 142982 h 142981"/>
                <a:gd name="csX28" fmla="*/ 135700 w 255280"/>
                <a:gd name="csY28" fmla="*/ 131873 h 142981"/>
                <a:gd name="csX29" fmla="*/ 138850 w 255280"/>
                <a:gd name="csY29" fmla="*/ 103426 h 142981"/>
                <a:gd name="csX30" fmla="*/ 128588 w 255280"/>
                <a:gd name="csY30" fmla="*/ 101835 h 142981"/>
                <a:gd name="csX31" fmla="*/ 132280 w 255280"/>
                <a:gd name="csY31" fmla="*/ 91472 h 142981"/>
                <a:gd name="csX32" fmla="*/ 113959 w 255280"/>
                <a:gd name="csY32" fmla="*/ 83784 h 142981"/>
                <a:gd name="csX33" fmla="*/ 99363 w 255280"/>
                <a:gd name="csY33" fmla="*/ 95569 h 142981"/>
                <a:gd name="csX34" fmla="*/ 95806 w 255280"/>
                <a:gd name="csY34" fmla="*/ 109217 h 142981"/>
                <a:gd name="csX35" fmla="*/ 90591 w 255280"/>
                <a:gd name="csY35" fmla="*/ 114195 h 142981"/>
                <a:gd name="csX36" fmla="*/ 70339 w 255280"/>
                <a:gd name="csY36" fmla="*/ 113484 h 142981"/>
                <a:gd name="csX37" fmla="*/ 59401 w 255280"/>
                <a:gd name="csY37" fmla="*/ 128995 h 142981"/>
                <a:gd name="csX38" fmla="*/ 47988 w 255280"/>
                <a:gd name="csY38" fmla="*/ 122459 h 142981"/>
                <a:gd name="csX39" fmla="*/ 23503 w 255280"/>
                <a:gd name="csY39" fmla="*/ 133330 h 142981"/>
                <a:gd name="csX40" fmla="*/ 13140 w 255280"/>
                <a:gd name="csY40" fmla="*/ 129198 h 1429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55280" h="142981">
                  <a:moveTo>
                    <a:pt x="13140" y="129198"/>
                  </a:moveTo>
                  <a:lnTo>
                    <a:pt x="32172" y="94926"/>
                  </a:lnTo>
                  <a:lnTo>
                    <a:pt x="24857" y="69696"/>
                  </a:lnTo>
                  <a:lnTo>
                    <a:pt x="0" y="61636"/>
                  </a:lnTo>
                  <a:lnTo>
                    <a:pt x="8771" y="46735"/>
                  </a:lnTo>
                  <a:lnTo>
                    <a:pt x="37049" y="48326"/>
                  </a:lnTo>
                  <a:lnTo>
                    <a:pt x="53169" y="29599"/>
                  </a:lnTo>
                  <a:lnTo>
                    <a:pt x="63905" y="7857"/>
                  </a:lnTo>
                  <a:lnTo>
                    <a:pt x="109217" y="0"/>
                  </a:lnTo>
                  <a:lnTo>
                    <a:pt x="102139" y="15714"/>
                  </a:lnTo>
                  <a:lnTo>
                    <a:pt x="106982" y="25094"/>
                  </a:lnTo>
                  <a:lnTo>
                    <a:pt x="120969" y="24248"/>
                  </a:lnTo>
                  <a:lnTo>
                    <a:pt x="108574" y="34679"/>
                  </a:lnTo>
                  <a:lnTo>
                    <a:pt x="71728" y="29023"/>
                  </a:lnTo>
                  <a:lnTo>
                    <a:pt x="68510" y="48530"/>
                  </a:lnTo>
                  <a:lnTo>
                    <a:pt x="105221" y="45922"/>
                  </a:lnTo>
                  <a:lnTo>
                    <a:pt x="147079" y="56928"/>
                  </a:lnTo>
                  <a:lnTo>
                    <a:pt x="211086" y="51781"/>
                  </a:lnTo>
                  <a:lnTo>
                    <a:pt x="219688" y="83107"/>
                  </a:lnTo>
                  <a:lnTo>
                    <a:pt x="230829" y="79686"/>
                  </a:lnTo>
                  <a:lnTo>
                    <a:pt x="251386" y="87408"/>
                  </a:lnTo>
                  <a:lnTo>
                    <a:pt x="250201" y="100581"/>
                  </a:lnTo>
                  <a:lnTo>
                    <a:pt x="255280" y="119885"/>
                  </a:lnTo>
                  <a:lnTo>
                    <a:pt x="220365" y="119817"/>
                  </a:lnTo>
                  <a:lnTo>
                    <a:pt x="197031" y="117345"/>
                  </a:lnTo>
                  <a:lnTo>
                    <a:pt x="175933" y="132483"/>
                  </a:lnTo>
                  <a:lnTo>
                    <a:pt x="160896" y="135870"/>
                  </a:lnTo>
                  <a:lnTo>
                    <a:pt x="149111" y="142982"/>
                  </a:lnTo>
                  <a:lnTo>
                    <a:pt x="135700" y="131873"/>
                  </a:lnTo>
                  <a:lnTo>
                    <a:pt x="138850" y="103426"/>
                  </a:lnTo>
                  <a:lnTo>
                    <a:pt x="128588" y="101835"/>
                  </a:lnTo>
                  <a:lnTo>
                    <a:pt x="132280" y="91472"/>
                  </a:lnTo>
                  <a:lnTo>
                    <a:pt x="113959" y="83784"/>
                  </a:lnTo>
                  <a:lnTo>
                    <a:pt x="99363" y="95569"/>
                  </a:lnTo>
                  <a:lnTo>
                    <a:pt x="95806" y="109217"/>
                  </a:lnTo>
                  <a:lnTo>
                    <a:pt x="90591" y="114195"/>
                  </a:lnTo>
                  <a:lnTo>
                    <a:pt x="70339" y="113484"/>
                  </a:lnTo>
                  <a:lnTo>
                    <a:pt x="59401" y="128995"/>
                  </a:lnTo>
                  <a:lnTo>
                    <a:pt x="47988" y="122459"/>
                  </a:lnTo>
                  <a:lnTo>
                    <a:pt x="23503" y="133330"/>
                  </a:lnTo>
                  <a:lnTo>
                    <a:pt x="13140" y="12919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9" name="Forma libre: forma 108">
              <a:extLst>
                <a:ext uri="{FF2B5EF4-FFF2-40B4-BE49-F238E27FC236}">
                  <a16:creationId xmlns:a16="http://schemas.microsoft.com/office/drawing/2014/main" id="{EC9B1467-AE80-0F6A-5071-B4D8740D829F}"/>
                </a:ext>
              </a:extLst>
            </p:cNvPr>
            <p:cNvSpPr/>
            <p:nvPr/>
          </p:nvSpPr>
          <p:spPr>
            <a:xfrm>
              <a:off x="8448336" y="1962677"/>
              <a:ext cx="365581" cy="136106"/>
            </a:xfrm>
            <a:custGeom>
              <a:avLst/>
              <a:gdLst>
                <a:gd name="csX0" fmla="*/ 50697 w 365581"/>
                <a:gd name="csY0" fmla="*/ 34950 h 136106"/>
                <a:gd name="csX1" fmla="*/ 58283 w 365581"/>
                <a:gd name="csY1" fmla="*/ 20116 h 136106"/>
                <a:gd name="csX2" fmla="*/ 80601 w 365581"/>
                <a:gd name="csY2" fmla="*/ 15341 h 136106"/>
                <a:gd name="csX3" fmla="*/ 136310 w 365581"/>
                <a:gd name="csY3" fmla="*/ 26991 h 136106"/>
                <a:gd name="csX4" fmla="*/ 141559 w 365581"/>
                <a:gd name="csY4" fmla="*/ 7010 h 136106"/>
                <a:gd name="csX5" fmla="*/ 160795 w 365581"/>
                <a:gd name="csY5" fmla="*/ 0 h 136106"/>
                <a:gd name="csX6" fmla="*/ 209020 w 365581"/>
                <a:gd name="csY6" fmla="*/ 14224 h 136106"/>
                <a:gd name="csX7" fmla="*/ 221313 w 365581"/>
                <a:gd name="csY7" fmla="*/ 10498 h 136106"/>
                <a:gd name="csX8" fmla="*/ 277462 w 365581"/>
                <a:gd name="csY8" fmla="*/ 11413 h 136106"/>
                <a:gd name="csX9" fmla="*/ 327720 w 365581"/>
                <a:gd name="csY9" fmla="*/ 14969 h 136106"/>
                <a:gd name="csX10" fmla="*/ 344721 w 365581"/>
                <a:gd name="csY10" fmla="*/ 27126 h 136106"/>
                <a:gd name="csX11" fmla="*/ 365582 w 365581"/>
                <a:gd name="csY11" fmla="*/ 32105 h 136106"/>
                <a:gd name="csX12" fmla="*/ 360806 w 365581"/>
                <a:gd name="csY12" fmla="*/ 39758 h 136106"/>
                <a:gd name="csX13" fmla="*/ 307468 w 365581"/>
                <a:gd name="csY13" fmla="*/ 58114 h 136106"/>
                <a:gd name="csX14" fmla="*/ 295378 w 365581"/>
                <a:gd name="csY14" fmla="*/ 71558 h 136106"/>
                <a:gd name="csX15" fmla="*/ 251928 w 365581"/>
                <a:gd name="csY15" fmla="*/ 75588 h 136106"/>
                <a:gd name="csX16" fmla="*/ 239127 w 365581"/>
                <a:gd name="csY16" fmla="*/ 97195 h 136106"/>
                <a:gd name="csX17" fmla="*/ 203297 w 365581"/>
                <a:gd name="csY17" fmla="*/ 92657 h 136106"/>
                <a:gd name="csX18" fmla="*/ 179895 w 365581"/>
                <a:gd name="csY18" fmla="*/ 99295 h 136106"/>
                <a:gd name="csX19" fmla="*/ 147554 w 365581"/>
                <a:gd name="csY19" fmla="*/ 115279 h 136106"/>
                <a:gd name="csX20" fmla="*/ 152227 w 365581"/>
                <a:gd name="csY20" fmla="*/ 123204 h 136106"/>
                <a:gd name="csX21" fmla="*/ 142575 w 365581"/>
                <a:gd name="csY21" fmla="*/ 130959 h 136106"/>
                <a:gd name="csX22" fmla="*/ 78569 w 365581"/>
                <a:gd name="csY22" fmla="*/ 136107 h 136106"/>
                <a:gd name="csX23" fmla="*/ 36711 w 365581"/>
                <a:gd name="csY23" fmla="*/ 125100 h 136106"/>
                <a:gd name="csX24" fmla="*/ 0 w 365581"/>
                <a:gd name="csY24" fmla="*/ 127708 h 136106"/>
                <a:gd name="csX25" fmla="*/ 3217 w 365581"/>
                <a:gd name="csY25" fmla="*/ 108201 h 136106"/>
                <a:gd name="csX26" fmla="*/ 40063 w 365581"/>
                <a:gd name="csY26" fmla="*/ 113857 h 136106"/>
                <a:gd name="csX27" fmla="*/ 52459 w 365581"/>
                <a:gd name="csY27" fmla="*/ 103426 h 136106"/>
                <a:gd name="csX28" fmla="*/ 78230 w 365581"/>
                <a:gd name="csY28" fmla="*/ 106745 h 136106"/>
                <a:gd name="csX29" fmla="*/ 121578 w 365581"/>
                <a:gd name="csY29" fmla="*/ 82362 h 136106"/>
                <a:gd name="csX30" fmla="*/ 81447 w 365581"/>
                <a:gd name="csY30" fmla="*/ 64514 h 136106"/>
                <a:gd name="csX31" fmla="*/ 57335 w 365581"/>
                <a:gd name="csY31" fmla="*/ 72947 h 136106"/>
                <a:gd name="csX32" fmla="*/ 32342 w 365581"/>
                <a:gd name="csY32" fmla="*/ 60213 h 136106"/>
                <a:gd name="csX33" fmla="*/ 60755 w 365581"/>
                <a:gd name="csY33" fmla="*/ 38268 h 136106"/>
                <a:gd name="csX34" fmla="*/ 50697 w 365581"/>
                <a:gd name="csY34" fmla="*/ 34950 h 136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365581" h="136106">
                  <a:moveTo>
                    <a:pt x="50697" y="34950"/>
                  </a:moveTo>
                  <a:lnTo>
                    <a:pt x="58283" y="20116"/>
                  </a:lnTo>
                  <a:lnTo>
                    <a:pt x="80601" y="15341"/>
                  </a:lnTo>
                  <a:lnTo>
                    <a:pt x="136310" y="26991"/>
                  </a:lnTo>
                  <a:lnTo>
                    <a:pt x="141559" y="7010"/>
                  </a:lnTo>
                  <a:lnTo>
                    <a:pt x="160795" y="0"/>
                  </a:lnTo>
                  <a:lnTo>
                    <a:pt x="209020" y="14224"/>
                  </a:lnTo>
                  <a:lnTo>
                    <a:pt x="221313" y="10498"/>
                  </a:lnTo>
                  <a:lnTo>
                    <a:pt x="277462" y="11413"/>
                  </a:lnTo>
                  <a:lnTo>
                    <a:pt x="327720" y="14969"/>
                  </a:lnTo>
                  <a:lnTo>
                    <a:pt x="344721" y="27126"/>
                  </a:lnTo>
                  <a:lnTo>
                    <a:pt x="365582" y="32105"/>
                  </a:lnTo>
                  <a:lnTo>
                    <a:pt x="360806" y="39758"/>
                  </a:lnTo>
                  <a:lnTo>
                    <a:pt x="307468" y="58114"/>
                  </a:lnTo>
                  <a:lnTo>
                    <a:pt x="295378" y="71558"/>
                  </a:lnTo>
                  <a:lnTo>
                    <a:pt x="251928" y="75588"/>
                  </a:lnTo>
                  <a:lnTo>
                    <a:pt x="239127" y="97195"/>
                  </a:lnTo>
                  <a:lnTo>
                    <a:pt x="203297" y="92657"/>
                  </a:lnTo>
                  <a:lnTo>
                    <a:pt x="179895" y="99295"/>
                  </a:lnTo>
                  <a:lnTo>
                    <a:pt x="147554" y="115279"/>
                  </a:lnTo>
                  <a:lnTo>
                    <a:pt x="152227" y="123204"/>
                  </a:lnTo>
                  <a:lnTo>
                    <a:pt x="142575" y="130959"/>
                  </a:lnTo>
                  <a:lnTo>
                    <a:pt x="78569" y="136107"/>
                  </a:lnTo>
                  <a:lnTo>
                    <a:pt x="36711" y="125100"/>
                  </a:lnTo>
                  <a:lnTo>
                    <a:pt x="0" y="127708"/>
                  </a:lnTo>
                  <a:lnTo>
                    <a:pt x="3217" y="108201"/>
                  </a:lnTo>
                  <a:lnTo>
                    <a:pt x="40063" y="113857"/>
                  </a:lnTo>
                  <a:lnTo>
                    <a:pt x="52459" y="103426"/>
                  </a:lnTo>
                  <a:lnTo>
                    <a:pt x="78230" y="106745"/>
                  </a:lnTo>
                  <a:lnTo>
                    <a:pt x="121578" y="82362"/>
                  </a:lnTo>
                  <a:lnTo>
                    <a:pt x="81447" y="64514"/>
                  </a:lnTo>
                  <a:lnTo>
                    <a:pt x="57335" y="72947"/>
                  </a:lnTo>
                  <a:lnTo>
                    <a:pt x="32342" y="60213"/>
                  </a:lnTo>
                  <a:lnTo>
                    <a:pt x="60755" y="38268"/>
                  </a:lnTo>
                  <a:lnTo>
                    <a:pt x="50697" y="3495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0" name="Forma libre: forma 109">
              <a:extLst>
                <a:ext uri="{FF2B5EF4-FFF2-40B4-BE49-F238E27FC236}">
                  <a16:creationId xmlns:a16="http://schemas.microsoft.com/office/drawing/2014/main" id="{A467F260-A59E-470D-C623-3DE21878A907}"/>
                </a:ext>
              </a:extLst>
            </p:cNvPr>
            <p:cNvSpPr/>
            <p:nvPr/>
          </p:nvSpPr>
          <p:spPr>
            <a:xfrm>
              <a:off x="7873870" y="1981168"/>
              <a:ext cx="475611" cy="253350"/>
            </a:xfrm>
            <a:custGeom>
              <a:avLst/>
              <a:gdLst>
                <a:gd name="csX0" fmla="*/ 0 w 475611"/>
                <a:gd name="csY0" fmla="*/ 32816 h 253350"/>
                <a:gd name="csX1" fmla="*/ 14969 w 475611"/>
                <a:gd name="csY1" fmla="*/ 21539 h 253350"/>
                <a:gd name="csX2" fmla="*/ 53406 w 475611"/>
                <a:gd name="csY2" fmla="*/ 14494 h 253350"/>
                <a:gd name="csX3" fmla="*/ 76300 w 475611"/>
                <a:gd name="csY3" fmla="*/ 23977 h 253350"/>
                <a:gd name="csX4" fmla="*/ 100006 w 475611"/>
                <a:gd name="csY4" fmla="*/ 50528 h 253350"/>
                <a:gd name="csX5" fmla="*/ 117379 w 475611"/>
                <a:gd name="csY5" fmla="*/ 48868 h 253350"/>
                <a:gd name="csX6" fmla="*/ 155579 w 475611"/>
                <a:gd name="csY6" fmla="*/ 48428 h 253350"/>
                <a:gd name="csX7" fmla="*/ 150026 w 475611"/>
                <a:gd name="csY7" fmla="*/ 31360 h 253350"/>
                <a:gd name="csX8" fmla="*/ 178981 w 475611"/>
                <a:gd name="csY8" fmla="*/ 19676 h 253350"/>
                <a:gd name="csX9" fmla="*/ 207496 w 475611"/>
                <a:gd name="csY9" fmla="*/ 0 h 253350"/>
                <a:gd name="csX10" fmla="*/ 253113 w 475611"/>
                <a:gd name="csY10" fmla="*/ 17915 h 253350"/>
                <a:gd name="csX11" fmla="*/ 256737 w 475611"/>
                <a:gd name="csY11" fmla="*/ 44940 h 253350"/>
                <a:gd name="csX12" fmla="*/ 269708 w 475611"/>
                <a:gd name="csY12" fmla="*/ 51882 h 253350"/>
                <a:gd name="csX13" fmla="*/ 306316 w 475611"/>
                <a:gd name="csY13" fmla="*/ 50325 h 253350"/>
                <a:gd name="csX14" fmla="*/ 317695 w 475611"/>
                <a:gd name="csY14" fmla="*/ 56454 h 253350"/>
                <a:gd name="csX15" fmla="*/ 334323 w 475611"/>
                <a:gd name="csY15" fmla="*/ 91370 h 253350"/>
                <a:gd name="csX16" fmla="*/ 373066 w 475611"/>
                <a:gd name="csY16" fmla="*/ 114771 h 253350"/>
                <a:gd name="csX17" fmla="*/ 395146 w 475611"/>
                <a:gd name="csY17" fmla="*/ 130722 h 253350"/>
                <a:gd name="csX18" fmla="*/ 430570 w 475611"/>
                <a:gd name="csY18" fmla="*/ 147282 h 253350"/>
                <a:gd name="csX19" fmla="*/ 475612 w 475611"/>
                <a:gd name="csY19" fmla="*/ 161777 h 253350"/>
                <a:gd name="csX20" fmla="*/ 474697 w 475611"/>
                <a:gd name="csY20" fmla="*/ 182503 h 253350"/>
                <a:gd name="csX21" fmla="*/ 464470 w 475611"/>
                <a:gd name="csY21" fmla="*/ 181453 h 253350"/>
                <a:gd name="csX22" fmla="*/ 448519 w 475611"/>
                <a:gd name="csY22" fmla="*/ 172411 h 253350"/>
                <a:gd name="csX23" fmla="*/ 443202 w 475611"/>
                <a:gd name="csY23" fmla="*/ 184467 h 253350"/>
                <a:gd name="csX24" fmla="*/ 414653 w 475611"/>
                <a:gd name="csY24" fmla="*/ 191003 h 253350"/>
                <a:gd name="csX25" fmla="*/ 407880 w 475611"/>
                <a:gd name="csY25" fmla="*/ 218096 h 253350"/>
                <a:gd name="csX26" fmla="*/ 388814 w 475611"/>
                <a:gd name="csY26" fmla="*/ 228391 h 253350"/>
                <a:gd name="csX27" fmla="*/ 362093 w 475611"/>
                <a:gd name="csY27" fmla="*/ 233505 h 253350"/>
                <a:gd name="csX28" fmla="*/ 355015 w 475611"/>
                <a:gd name="csY28" fmla="*/ 248846 h 253350"/>
                <a:gd name="csX29" fmla="*/ 329481 w 475611"/>
                <a:gd name="csY29" fmla="*/ 253350 h 253350"/>
                <a:gd name="csX30" fmla="*/ 294937 w 475611"/>
                <a:gd name="csY30" fmla="*/ 240515 h 253350"/>
                <a:gd name="csX31" fmla="*/ 291957 w 475611"/>
                <a:gd name="csY31" fmla="*/ 212000 h 253350"/>
                <a:gd name="csX32" fmla="*/ 266727 w 475611"/>
                <a:gd name="csY32" fmla="*/ 210815 h 253350"/>
                <a:gd name="csX33" fmla="*/ 228019 w 475611"/>
                <a:gd name="csY33" fmla="*/ 180810 h 253350"/>
                <a:gd name="csX34" fmla="*/ 200960 w 475611"/>
                <a:gd name="csY34" fmla="*/ 177118 h 253350"/>
                <a:gd name="csX35" fmla="*/ 163504 w 475611"/>
                <a:gd name="csY35" fmla="*/ 159948 h 253350"/>
                <a:gd name="csX36" fmla="*/ 139426 w 475611"/>
                <a:gd name="csY36" fmla="*/ 156833 h 253350"/>
                <a:gd name="csX37" fmla="*/ 124558 w 475611"/>
                <a:gd name="csY37" fmla="*/ 163132 h 253350"/>
                <a:gd name="csX38" fmla="*/ 101936 w 475611"/>
                <a:gd name="csY38" fmla="*/ 162150 h 253350"/>
                <a:gd name="csX39" fmla="*/ 77824 w 475611"/>
                <a:gd name="csY39" fmla="*/ 181521 h 253350"/>
                <a:gd name="csX40" fmla="*/ 48089 w 475611"/>
                <a:gd name="csY40" fmla="*/ 188057 h 253350"/>
                <a:gd name="csX41" fmla="*/ 41790 w 475611"/>
                <a:gd name="csY41" fmla="*/ 164114 h 253350"/>
                <a:gd name="csX42" fmla="*/ 46701 w 475611"/>
                <a:gd name="csY42" fmla="*/ 128690 h 253350"/>
                <a:gd name="csX43" fmla="*/ 20286 w 475611"/>
                <a:gd name="csY43" fmla="*/ 117210 h 253350"/>
                <a:gd name="csX44" fmla="*/ 28989 w 475611"/>
                <a:gd name="csY44" fmla="*/ 94045 h 253350"/>
                <a:gd name="csX45" fmla="*/ 6502 w 475611"/>
                <a:gd name="csY45" fmla="*/ 92047 h 253350"/>
                <a:gd name="csX46" fmla="*/ 13986 w 475611"/>
                <a:gd name="csY46" fmla="*/ 63498 h 253350"/>
                <a:gd name="csX47" fmla="*/ 45922 w 475611"/>
                <a:gd name="csY47" fmla="*/ 71829 h 253350"/>
                <a:gd name="csX48" fmla="*/ 75690 w 475611"/>
                <a:gd name="csY48" fmla="*/ 60992 h 253350"/>
                <a:gd name="csX49" fmla="*/ 51002 w 475611"/>
                <a:gd name="csY49" fmla="*/ 40673 h 253350"/>
                <a:gd name="csX50" fmla="*/ 41316 w 475611"/>
                <a:gd name="csY50" fmla="*/ 21302 h 253350"/>
                <a:gd name="csX51" fmla="*/ 14055 w 475611"/>
                <a:gd name="csY51" fmla="*/ 29937 h 253350"/>
                <a:gd name="csX52" fmla="*/ 10600 w 475611"/>
                <a:gd name="csY52" fmla="*/ 54761 h 253350"/>
                <a:gd name="csX53" fmla="*/ 0 w 475611"/>
                <a:gd name="csY53" fmla="*/ 32816 h 25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</a:cxnLst>
              <a:rect l="l" t="t" r="r" b="b"/>
              <a:pathLst>
                <a:path w="475611" h="253350">
                  <a:moveTo>
                    <a:pt x="0" y="32816"/>
                  </a:moveTo>
                  <a:lnTo>
                    <a:pt x="14969" y="21539"/>
                  </a:lnTo>
                  <a:lnTo>
                    <a:pt x="53406" y="14494"/>
                  </a:lnTo>
                  <a:lnTo>
                    <a:pt x="76300" y="23977"/>
                  </a:lnTo>
                  <a:lnTo>
                    <a:pt x="100006" y="50528"/>
                  </a:lnTo>
                  <a:lnTo>
                    <a:pt x="117379" y="48868"/>
                  </a:lnTo>
                  <a:lnTo>
                    <a:pt x="155579" y="48428"/>
                  </a:lnTo>
                  <a:lnTo>
                    <a:pt x="150026" y="31360"/>
                  </a:lnTo>
                  <a:lnTo>
                    <a:pt x="178981" y="19676"/>
                  </a:lnTo>
                  <a:lnTo>
                    <a:pt x="207496" y="0"/>
                  </a:lnTo>
                  <a:lnTo>
                    <a:pt x="253113" y="17915"/>
                  </a:lnTo>
                  <a:lnTo>
                    <a:pt x="256737" y="44940"/>
                  </a:lnTo>
                  <a:lnTo>
                    <a:pt x="269708" y="51882"/>
                  </a:lnTo>
                  <a:lnTo>
                    <a:pt x="306316" y="50325"/>
                  </a:lnTo>
                  <a:lnTo>
                    <a:pt x="317695" y="56454"/>
                  </a:lnTo>
                  <a:lnTo>
                    <a:pt x="334323" y="91370"/>
                  </a:lnTo>
                  <a:lnTo>
                    <a:pt x="373066" y="114771"/>
                  </a:lnTo>
                  <a:lnTo>
                    <a:pt x="395146" y="130722"/>
                  </a:lnTo>
                  <a:lnTo>
                    <a:pt x="430570" y="147282"/>
                  </a:lnTo>
                  <a:lnTo>
                    <a:pt x="475612" y="161777"/>
                  </a:lnTo>
                  <a:lnTo>
                    <a:pt x="474697" y="182503"/>
                  </a:lnTo>
                  <a:lnTo>
                    <a:pt x="464470" y="181453"/>
                  </a:lnTo>
                  <a:lnTo>
                    <a:pt x="448519" y="172411"/>
                  </a:lnTo>
                  <a:lnTo>
                    <a:pt x="443202" y="184467"/>
                  </a:lnTo>
                  <a:lnTo>
                    <a:pt x="414653" y="191003"/>
                  </a:lnTo>
                  <a:lnTo>
                    <a:pt x="407880" y="218096"/>
                  </a:lnTo>
                  <a:lnTo>
                    <a:pt x="388814" y="228391"/>
                  </a:lnTo>
                  <a:lnTo>
                    <a:pt x="362093" y="233505"/>
                  </a:lnTo>
                  <a:lnTo>
                    <a:pt x="355015" y="248846"/>
                  </a:lnTo>
                  <a:lnTo>
                    <a:pt x="329481" y="253350"/>
                  </a:lnTo>
                  <a:lnTo>
                    <a:pt x="294937" y="240515"/>
                  </a:lnTo>
                  <a:lnTo>
                    <a:pt x="291957" y="212000"/>
                  </a:lnTo>
                  <a:lnTo>
                    <a:pt x="266727" y="210815"/>
                  </a:lnTo>
                  <a:lnTo>
                    <a:pt x="228019" y="180810"/>
                  </a:lnTo>
                  <a:lnTo>
                    <a:pt x="200960" y="177118"/>
                  </a:lnTo>
                  <a:lnTo>
                    <a:pt x="163504" y="159948"/>
                  </a:lnTo>
                  <a:lnTo>
                    <a:pt x="139426" y="156833"/>
                  </a:lnTo>
                  <a:lnTo>
                    <a:pt x="124558" y="163132"/>
                  </a:lnTo>
                  <a:lnTo>
                    <a:pt x="101936" y="162150"/>
                  </a:lnTo>
                  <a:lnTo>
                    <a:pt x="77824" y="181521"/>
                  </a:lnTo>
                  <a:lnTo>
                    <a:pt x="48089" y="188057"/>
                  </a:lnTo>
                  <a:lnTo>
                    <a:pt x="41790" y="164114"/>
                  </a:lnTo>
                  <a:lnTo>
                    <a:pt x="46701" y="128690"/>
                  </a:lnTo>
                  <a:lnTo>
                    <a:pt x="20286" y="117210"/>
                  </a:lnTo>
                  <a:lnTo>
                    <a:pt x="28989" y="94045"/>
                  </a:lnTo>
                  <a:lnTo>
                    <a:pt x="6502" y="92047"/>
                  </a:lnTo>
                  <a:lnTo>
                    <a:pt x="13986" y="63498"/>
                  </a:lnTo>
                  <a:lnTo>
                    <a:pt x="45922" y="71829"/>
                  </a:lnTo>
                  <a:lnTo>
                    <a:pt x="75690" y="60992"/>
                  </a:lnTo>
                  <a:lnTo>
                    <a:pt x="51002" y="40673"/>
                  </a:lnTo>
                  <a:lnTo>
                    <a:pt x="41316" y="21302"/>
                  </a:lnTo>
                  <a:lnTo>
                    <a:pt x="14055" y="29937"/>
                  </a:lnTo>
                  <a:lnTo>
                    <a:pt x="10600" y="54761"/>
                  </a:lnTo>
                  <a:lnTo>
                    <a:pt x="0" y="3281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1" name="Forma libre: forma 110">
              <a:extLst>
                <a:ext uri="{FF2B5EF4-FFF2-40B4-BE49-F238E27FC236}">
                  <a16:creationId xmlns:a16="http://schemas.microsoft.com/office/drawing/2014/main" id="{50370E9B-C5C3-AE70-4597-E5978E1BE3A4}"/>
                </a:ext>
              </a:extLst>
            </p:cNvPr>
            <p:cNvSpPr/>
            <p:nvPr/>
          </p:nvSpPr>
          <p:spPr>
            <a:xfrm>
              <a:off x="7589634" y="2084086"/>
              <a:ext cx="650494" cy="495626"/>
            </a:xfrm>
            <a:custGeom>
              <a:avLst/>
              <a:gdLst>
                <a:gd name="csX0" fmla="*/ 151008 w 650494"/>
                <a:gd name="csY0" fmla="*/ 331411 h 495626"/>
                <a:gd name="csX1" fmla="*/ 132280 w 650494"/>
                <a:gd name="csY1" fmla="*/ 313631 h 495626"/>
                <a:gd name="csX2" fmla="*/ 131942 w 650494"/>
                <a:gd name="csY2" fmla="*/ 295581 h 495626"/>
                <a:gd name="csX3" fmla="*/ 121104 w 650494"/>
                <a:gd name="csY3" fmla="*/ 295581 h 495626"/>
                <a:gd name="csX4" fmla="*/ 126658 w 650494"/>
                <a:gd name="csY4" fmla="*/ 271062 h 495626"/>
                <a:gd name="csX5" fmla="*/ 109252 w 650494"/>
                <a:gd name="csY5" fmla="*/ 245324 h 495626"/>
                <a:gd name="csX6" fmla="*/ 67732 w 650494"/>
                <a:gd name="csY6" fmla="*/ 226766 h 495626"/>
                <a:gd name="csX7" fmla="*/ 44297 w 650494"/>
                <a:gd name="csY7" fmla="*/ 194559 h 495626"/>
                <a:gd name="csX8" fmla="*/ 52120 w 650494"/>
                <a:gd name="csY8" fmla="*/ 168144 h 495626"/>
                <a:gd name="csX9" fmla="*/ 69188 w 650494"/>
                <a:gd name="csY9" fmla="*/ 156460 h 495626"/>
                <a:gd name="csX10" fmla="*/ 66614 w 650494"/>
                <a:gd name="csY10" fmla="*/ 136683 h 495626"/>
                <a:gd name="csX11" fmla="*/ 44432 w 650494"/>
                <a:gd name="csY11" fmla="*/ 126489 h 495626"/>
                <a:gd name="csX12" fmla="*/ 22487 w 650494"/>
                <a:gd name="csY12" fmla="*/ 86121 h 495626"/>
                <a:gd name="csX13" fmla="*/ 22487 w 650494"/>
                <a:gd name="csY13" fmla="*/ 86121 h 495626"/>
                <a:gd name="csX14" fmla="*/ 3962 w 650494"/>
                <a:gd name="csY14" fmla="*/ 58960 h 495626"/>
                <a:gd name="csX15" fmla="*/ 10567 w 650494"/>
                <a:gd name="csY15" fmla="*/ 48496 h 495626"/>
                <a:gd name="csX16" fmla="*/ 0 w 650494"/>
                <a:gd name="csY16" fmla="*/ 9652 h 495626"/>
                <a:gd name="csX17" fmla="*/ 23199 w 650494"/>
                <a:gd name="csY17" fmla="*/ 0 h 495626"/>
                <a:gd name="csX18" fmla="*/ 28583 w 650494"/>
                <a:gd name="csY18" fmla="*/ 12768 h 495626"/>
                <a:gd name="csX19" fmla="*/ 45685 w 650494"/>
                <a:gd name="csY19" fmla="*/ 28413 h 495626"/>
                <a:gd name="csX20" fmla="*/ 68917 w 650494"/>
                <a:gd name="csY20" fmla="*/ 32918 h 495626"/>
                <a:gd name="csX21" fmla="*/ 81176 w 650494"/>
                <a:gd name="csY21" fmla="*/ 31902 h 495626"/>
                <a:gd name="csX22" fmla="*/ 121104 w 650494"/>
                <a:gd name="csY22" fmla="*/ 6943 h 495626"/>
                <a:gd name="csX23" fmla="*/ 133804 w 650494"/>
                <a:gd name="csY23" fmla="*/ 4436 h 495626"/>
                <a:gd name="csX24" fmla="*/ 143828 w 650494"/>
                <a:gd name="csY24" fmla="*/ 14359 h 495626"/>
                <a:gd name="csX25" fmla="*/ 132145 w 650494"/>
                <a:gd name="csY25" fmla="*/ 31123 h 495626"/>
                <a:gd name="csX26" fmla="*/ 153243 w 650494"/>
                <a:gd name="csY26" fmla="*/ 48868 h 495626"/>
                <a:gd name="csX27" fmla="*/ 161676 w 650494"/>
                <a:gd name="csY27" fmla="*/ 47175 h 495626"/>
                <a:gd name="csX28" fmla="*/ 172411 w 650494"/>
                <a:gd name="csY28" fmla="*/ 72134 h 495626"/>
                <a:gd name="csX29" fmla="*/ 204516 w 650494"/>
                <a:gd name="csY29" fmla="*/ 79178 h 495626"/>
                <a:gd name="csX30" fmla="*/ 228019 w 650494"/>
                <a:gd name="csY30" fmla="*/ 96179 h 495626"/>
                <a:gd name="csX31" fmla="*/ 276176 w 650494"/>
                <a:gd name="csY31" fmla="*/ 102038 h 495626"/>
                <a:gd name="csX32" fmla="*/ 329075 w 650494"/>
                <a:gd name="csY32" fmla="*/ 93063 h 495626"/>
                <a:gd name="csX33" fmla="*/ 332325 w 650494"/>
                <a:gd name="csY33" fmla="*/ 85139 h 495626"/>
                <a:gd name="csX34" fmla="*/ 362060 w 650494"/>
                <a:gd name="csY34" fmla="*/ 78603 h 495626"/>
                <a:gd name="csX35" fmla="*/ 386172 w 650494"/>
                <a:gd name="csY35" fmla="*/ 59231 h 495626"/>
                <a:gd name="csX36" fmla="*/ 408794 w 650494"/>
                <a:gd name="csY36" fmla="*/ 60213 h 495626"/>
                <a:gd name="csX37" fmla="*/ 423662 w 650494"/>
                <a:gd name="csY37" fmla="*/ 53914 h 495626"/>
                <a:gd name="csX38" fmla="*/ 447740 w 650494"/>
                <a:gd name="csY38" fmla="*/ 57030 h 495626"/>
                <a:gd name="csX39" fmla="*/ 485196 w 650494"/>
                <a:gd name="csY39" fmla="*/ 74200 h 495626"/>
                <a:gd name="csX40" fmla="*/ 512255 w 650494"/>
                <a:gd name="csY40" fmla="*/ 77891 h 495626"/>
                <a:gd name="csX41" fmla="*/ 550963 w 650494"/>
                <a:gd name="csY41" fmla="*/ 107897 h 495626"/>
                <a:gd name="csX42" fmla="*/ 576193 w 650494"/>
                <a:gd name="csY42" fmla="*/ 109082 h 495626"/>
                <a:gd name="csX43" fmla="*/ 579173 w 650494"/>
                <a:gd name="csY43" fmla="*/ 137597 h 495626"/>
                <a:gd name="csX44" fmla="*/ 565356 w 650494"/>
                <a:gd name="csY44" fmla="*/ 179794 h 495626"/>
                <a:gd name="csX45" fmla="*/ 556043 w 650494"/>
                <a:gd name="csY45" fmla="*/ 204448 h 495626"/>
                <a:gd name="csX46" fmla="*/ 570809 w 650494"/>
                <a:gd name="csY46" fmla="*/ 209426 h 495626"/>
                <a:gd name="csX47" fmla="*/ 556314 w 650494"/>
                <a:gd name="csY47" fmla="*/ 227985 h 495626"/>
                <a:gd name="csX48" fmla="*/ 567422 w 650494"/>
                <a:gd name="csY48" fmla="*/ 255010 h 495626"/>
                <a:gd name="csX49" fmla="*/ 570064 w 650494"/>
                <a:gd name="csY49" fmla="*/ 276514 h 495626"/>
                <a:gd name="csX50" fmla="*/ 595700 w 650494"/>
                <a:gd name="csY50" fmla="*/ 282204 h 495626"/>
                <a:gd name="csX51" fmla="*/ 598477 w 650494"/>
                <a:gd name="csY51" fmla="*/ 304014 h 495626"/>
                <a:gd name="csX52" fmla="*/ 567760 w 650494"/>
                <a:gd name="csY52" fmla="*/ 334730 h 495626"/>
                <a:gd name="csX53" fmla="*/ 584524 w 650494"/>
                <a:gd name="csY53" fmla="*/ 352543 h 495626"/>
                <a:gd name="csX54" fmla="*/ 598172 w 650494"/>
                <a:gd name="csY54" fmla="*/ 372998 h 495626"/>
                <a:gd name="csX55" fmla="*/ 630548 w 650494"/>
                <a:gd name="csY55" fmla="*/ 387865 h 495626"/>
                <a:gd name="csX56" fmla="*/ 631462 w 650494"/>
                <a:gd name="csY56" fmla="*/ 417701 h 495626"/>
                <a:gd name="csX57" fmla="*/ 647684 w 650494"/>
                <a:gd name="csY57" fmla="*/ 423187 h 495626"/>
                <a:gd name="csX58" fmla="*/ 650495 w 650494"/>
                <a:gd name="csY58" fmla="*/ 438766 h 495626"/>
                <a:gd name="csX59" fmla="*/ 601626 w 650494"/>
                <a:gd name="csY59" fmla="*/ 456274 h 495626"/>
                <a:gd name="csX60" fmla="*/ 588859 w 650494"/>
                <a:gd name="csY60" fmla="*/ 495626 h 495626"/>
                <a:gd name="csX61" fmla="*/ 525157 w 650494"/>
                <a:gd name="csY61" fmla="*/ 485399 h 495626"/>
                <a:gd name="csX62" fmla="*/ 488244 w 650494"/>
                <a:gd name="csY62" fmla="*/ 477610 h 495626"/>
                <a:gd name="csX63" fmla="*/ 450009 w 650494"/>
                <a:gd name="csY63" fmla="*/ 473207 h 495626"/>
                <a:gd name="csX64" fmla="*/ 435582 w 650494"/>
                <a:gd name="csY64" fmla="*/ 431688 h 495626"/>
                <a:gd name="csX65" fmla="*/ 419361 w 650494"/>
                <a:gd name="csY65" fmla="*/ 425693 h 495626"/>
                <a:gd name="csX66" fmla="*/ 393352 w 650494"/>
                <a:gd name="csY66" fmla="*/ 431722 h 495626"/>
                <a:gd name="csX67" fmla="*/ 359181 w 650494"/>
                <a:gd name="csY67" fmla="*/ 448113 h 495626"/>
                <a:gd name="csX68" fmla="*/ 317797 w 650494"/>
                <a:gd name="csY68" fmla="*/ 436903 h 495626"/>
                <a:gd name="csX69" fmla="*/ 283626 w 650494"/>
                <a:gd name="csY69" fmla="*/ 410860 h 495626"/>
                <a:gd name="csX70" fmla="*/ 251014 w 650494"/>
                <a:gd name="csY70" fmla="*/ 401208 h 495626"/>
                <a:gd name="csX71" fmla="*/ 228391 w 650494"/>
                <a:gd name="csY71" fmla="*/ 369070 h 495626"/>
                <a:gd name="csX72" fmla="*/ 203399 w 650494"/>
                <a:gd name="csY72" fmla="*/ 323927 h 495626"/>
                <a:gd name="csX73" fmla="*/ 185178 w 650494"/>
                <a:gd name="csY73" fmla="*/ 329413 h 495626"/>
                <a:gd name="csX74" fmla="*/ 163640 w 650494"/>
                <a:gd name="csY74" fmla="*/ 318203 h 495626"/>
                <a:gd name="csX75" fmla="*/ 151008 w 650494"/>
                <a:gd name="csY75" fmla="*/ 331411 h 495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650494" h="495626">
                  <a:moveTo>
                    <a:pt x="151008" y="331411"/>
                  </a:moveTo>
                  <a:lnTo>
                    <a:pt x="132280" y="313631"/>
                  </a:lnTo>
                  <a:lnTo>
                    <a:pt x="131942" y="295581"/>
                  </a:lnTo>
                  <a:lnTo>
                    <a:pt x="121104" y="295581"/>
                  </a:lnTo>
                  <a:lnTo>
                    <a:pt x="126658" y="271062"/>
                  </a:lnTo>
                  <a:lnTo>
                    <a:pt x="109252" y="245324"/>
                  </a:lnTo>
                  <a:lnTo>
                    <a:pt x="67732" y="226766"/>
                  </a:lnTo>
                  <a:lnTo>
                    <a:pt x="44297" y="194559"/>
                  </a:lnTo>
                  <a:lnTo>
                    <a:pt x="52120" y="168144"/>
                  </a:lnTo>
                  <a:lnTo>
                    <a:pt x="69188" y="156460"/>
                  </a:lnTo>
                  <a:lnTo>
                    <a:pt x="66614" y="136683"/>
                  </a:lnTo>
                  <a:lnTo>
                    <a:pt x="44432" y="126489"/>
                  </a:lnTo>
                  <a:lnTo>
                    <a:pt x="22487" y="86121"/>
                  </a:lnTo>
                  <a:lnTo>
                    <a:pt x="22487" y="86121"/>
                  </a:lnTo>
                  <a:lnTo>
                    <a:pt x="3962" y="58960"/>
                  </a:lnTo>
                  <a:lnTo>
                    <a:pt x="10567" y="48496"/>
                  </a:lnTo>
                  <a:lnTo>
                    <a:pt x="0" y="9652"/>
                  </a:lnTo>
                  <a:lnTo>
                    <a:pt x="23199" y="0"/>
                  </a:lnTo>
                  <a:lnTo>
                    <a:pt x="28583" y="12768"/>
                  </a:lnTo>
                  <a:lnTo>
                    <a:pt x="45685" y="28413"/>
                  </a:lnTo>
                  <a:lnTo>
                    <a:pt x="68917" y="32918"/>
                  </a:lnTo>
                  <a:lnTo>
                    <a:pt x="81176" y="31902"/>
                  </a:lnTo>
                  <a:lnTo>
                    <a:pt x="121104" y="6943"/>
                  </a:lnTo>
                  <a:lnTo>
                    <a:pt x="133804" y="4436"/>
                  </a:lnTo>
                  <a:lnTo>
                    <a:pt x="143828" y="14359"/>
                  </a:lnTo>
                  <a:lnTo>
                    <a:pt x="132145" y="31123"/>
                  </a:lnTo>
                  <a:lnTo>
                    <a:pt x="153243" y="48868"/>
                  </a:lnTo>
                  <a:lnTo>
                    <a:pt x="161676" y="47175"/>
                  </a:lnTo>
                  <a:lnTo>
                    <a:pt x="172411" y="72134"/>
                  </a:lnTo>
                  <a:lnTo>
                    <a:pt x="204516" y="79178"/>
                  </a:lnTo>
                  <a:lnTo>
                    <a:pt x="228019" y="96179"/>
                  </a:lnTo>
                  <a:lnTo>
                    <a:pt x="276176" y="102038"/>
                  </a:lnTo>
                  <a:lnTo>
                    <a:pt x="329075" y="93063"/>
                  </a:lnTo>
                  <a:lnTo>
                    <a:pt x="332325" y="85139"/>
                  </a:lnTo>
                  <a:lnTo>
                    <a:pt x="362060" y="78603"/>
                  </a:lnTo>
                  <a:lnTo>
                    <a:pt x="386172" y="59231"/>
                  </a:lnTo>
                  <a:lnTo>
                    <a:pt x="408794" y="60213"/>
                  </a:lnTo>
                  <a:lnTo>
                    <a:pt x="423662" y="53914"/>
                  </a:lnTo>
                  <a:lnTo>
                    <a:pt x="447740" y="57030"/>
                  </a:lnTo>
                  <a:lnTo>
                    <a:pt x="485196" y="74200"/>
                  </a:lnTo>
                  <a:lnTo>
                    <a:pt x="512255" y="77891"/>
                  </a:lnTo>
                  <a:lnTo>
                    <a:pt x="550963" y="107897"/>
                  </a:lnTo>
                  <a:lnTo>
                    <a:pt x="576193" y="109082"/>
                  </a:lnTo>
                  <a:lnTo>
                    <a:pt x="579173" y="137597"/>
                  </a:lnTo>
                  <a:lnTo>
                    <a:pt x="565356" y="179794"/>
                  </a:lnTo>
                  <a:lnTo>
                    <a:pt x="556043" y="204448"/>
                  </a:lnTo>
                  <a:lnTo>
                    <a:pt x="570809" y="209426"/>
                  </a:lnTo>
                  <a:lnTo>
                    <a:pt x="556314" y="227985"/>
                  </a:lnTo>
                  <a:lnTo>
                    <a:pt x="567422" y="255010"/>
                  </a:lnTo>
                  <a:lnTo>
                    <a:pt x="570064" y="276514"/>
                  </a:lnTo>
                  <a:lnTo>
                    <a:pt x="595700" y="282204"/>
                  </a:lnTo>
                  <a:lnTo>
                    <a:pt x="598477" y="304014"/>
                  </a:lnTo>
                  <a:lnTo>
                    <a:pt x="567760" y="334730"/>
                  </a:lnTo>
                  <a:lnTo>
                    <a:pt x="584524" y="352543"/>
                  </a:lnTo>
                  <a:lnTo>
                    <a:pt x="598172" y="372998"/>
                  </a:lnTo>
                  <a:lnTo>
                    <a:pt x="630548" y="387865"/>
                  </a:lnTo>
                  <a:lnTo>
                    <a:pt x="631462" y="417701"/>
                  </a:lnTo>
                  <a:lnTo>
                    <a:pt x="647684" y="423187"/>
                  </a:lnTo>
                  <a:lnTo>
                    <a:pt x="650495" y="438766"/>
                  </a:lnTo>
                  <a:lnTo>
                    <a:pt x="601626" y="456274"/>
                  </a:lnTo>
                  <a:lnTo>
                    <a:pt x="588859" y="495626"/>
                  </a:lnTo>
                  <a:lnTo>
                    <a:pt x="525157" y="485399"/>
                  </a:lnTo>
                  <a:lnTo>
                    <a:pt x="488244" y="477610"/>
                  </a:lnTo>
                  <a:lnTo>
                    <a:pt x="450009" y="473207"/>
                  </a:lnTo>
                  <a:lnTo>
                    <a:pt x="435582" y="431688"/>
                  </a:lnTo>
                  <a:lnTo>
                    <a:pt x="419361" y="425693"/>
                  </a:lnTo>
                  <a:lnTo>
                    <a:pt x="393352" y="431722"/>
                  </a:lnTo>
                  <a:lnTo>
                    <a:pt x="359181" y="448113"/>
                  </a:lnTo>
                  <a:lnTo>
                    <a:pt x="317797" y="436903"/>
                  </a:lnTo>
                  <a:lnTo>
                    <a:pt x="283626" y="410860"/>
                  </a:lnTo>
                  <a:lnTo>
                    <a:pt x="251014" y="401208"/>
                  </a:lnTo>
                  <a:lnTo>
                    <a:pt x="228391" y="369070"/>
                  </a:lnTo>
                  <a:lnTo>
                    <a:pt x="203399" y="323927"/>
                  </a:lnTo>
                  <a:lnTo>
                    <a:pt x="185178" y="329413"/>
                  </a:lnTo>
                  <a:lnTo>
                    <a:pt x="163640" y="318203"/>
                  </a:lnTo>
                  <a:lnTo>
                    <a:pt x="151008" y="33141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2" name="Forma libre: forma 111">
              <a:extLst>
                <a:ext uri="{FF2B5EF4-FFF2-40B4-BE49-F238E27FC236}">
                  <a16:creationId xmlns:a16="http://schemas.microsoft.com/office/drawing/2014/main" id="{0957C2DA-84AE-22E4-4787-267C95E406BB}"/>
                </a:ext>
              </a:extLst>
            </p:cNvPr>
            <p:cNvSpPr/>
            <p:nvPr/>
          </p:nvSpPr>
          <p:spPr>
            <a:xfrm>
              <a:off x="7304891" y="2168175"/>
              <a:ext cx="225173" cy="166518"/>
            </a:xfrm>
            <a:custGeom>
              <a:avLst/>
              <a:gdLst>
                <a:gd name="csX0" fmla="*/ 643 w 225173"/>
                <a:gd name="csY0" fmla="*/ 153107 h 166518"/>
                <a:gd name="csX1" fmla="*/ 0 w 225173"/>
                <a:gd name="csY1" fmla="*/ 152870 h 166518"/>
                <a:gd name="csX2" fmla="*/ 4572 w 225173"/>
                <a:gd name="csY2" fmla="*/ 147723 h 166518"/>
                <a:gd name="csX3" fmla="*/ 4064 w 225173"/>
                <a:gd name="csY3" fmla="*/ 133872 h 166518"/>
                <a:gd name="csX4" fmla="*/ 12361 w 225173"/>
                <a:gd name="csY4" fmla="*/ 115313 h 166518"/>
                <a:gd name="csX5" fmla="*/ 30852 w 225173"/>
                <a:gd name="csY5" fmla="*/ 102546 h 166518"/>
                <a:gd name="csX6" fmla="*/ 25298 w 225173"/>
                <a:gd name="csY6" fmla="*/ 89270 h 166518"/>
                <a:gd name="csX7" fmla="*/ 10058 w 225173"/>
                <a:gd name="csY7" fmla="*/ 87543 h 166518"/>
                <a:gd name="csX8" fmla="*/ 6908 w 225173"/>
                <a:gd name="csY8" fmla="*/ 61636 h 166518"/>
                <a:gd name="csX9" fmla="*/ 15205 w 225173"/>
                <a:gd name="csY9" fmla="*/ 47683 h 166518"/>
                <a:gd name="csX10" fmla="*/ 24282 w 225173"/>
                <a:gd name="csY10" fmla="*/ 40266 h 166518"/>
                <a:gd name="csX11" fmla="*/ 33324 w 225173"/>
                <a:gd name="csY11" fmla="*/ 32850 h 166518"/>
                <a:gd name="csX12" fmla="*/ 35153 w 225173"/>
                <a:gd name="csY12" fmla="*/ 13953 h 166518"/>
                <a:gd name="csX13" fmla="*/ 46261 w 225173"/>
                <a:gd name="csY13" fmla="*/ 20557 h 166518"/>
                <a:gd name="csX14" fmla="*/ 83547 w 225173"/>
                <a:gd name="csY14" fmla="*/ 11142 h 166518"/>
                <a:gd name="csX15" fmla="*/ 101563 w 225173"/>
                <a:gd name="csY15" fmla="*/ 17509 h 166518"/>
                <a:gd name="csX16" fmla="*/ 129435 w 225173"/>
                <a:gd name="csY16" fmla="*/ 17407 h 166518"/>
                <a:gd name="csX17" fmla="*/ 168381 w 225173"/>
                <a:gd name="csY17" fmla="*/ 4707 h 166518"/>
                <a:gd name="csX18" fmla="*/ 186635 w 225173"/>
                <a:gd name="csY18" fmla="*/ 5283 h 166518"/>
                <a:gd name="csX19" fmla="*/ 225174 w 225173"/>
                <a:gd name="csY19" fmla="*/ 0 h 166518"/>
                <a:gd name="csX20" fmla="*/ 207801 w 225173"/>
                <a:gd name="csY20" fmla="*/ 21132 h 166518"/>
                <a:gd name="csX21" fmla="*/ 189276 w 225173"/>
                <a:gd name="csY21" fmla="*/ 29497 h 166518"/>
                <a:gd name="csX22" fmla="*/ 192459 w 225173"/>
                <a:gd name="csY22" fmla="*/ 54253 h 166518"/>
                <a:gd name="csX23" fmla="*/ 179658 w 225173"/>
                <a:gd name="csY23" fmla="*/ 95197 h 166518"/>
                <a:gd name="csX24" fmla="*/ 104679 w 225173"/>
                <a:gd name="csY24" fmla="*/ 130417 h 166518"/>
                <a:gd name="csX25" fmla="*/ 38370 w 225173"/>
                <a:gd name="csY25" fmla="*/ 166518 h 166518"/>
                <a:gd name="csX26" fmla="*/ 643 w 225173"/>
                <a:gd name="csY26" fmla="*/ 153107 h 166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25173" h="166518">
                  <a:moveTo>
                    <a:pt x="643" y="153107"/>
                  </a:moveTo>
                  <a:lnTo>
                    <a:pt x="0" y="152870"/>
                  </a:lnTo>
                  <a:lnTo>
                    <a:pt x="4572" y="147723"/>
                  </a:lnTo>
                  <a:lnTo>
                    <a:pt x="4064" y="133872"/>
                  </a:lnTo>
                  <a:lnTo>
                    <a:pt x="12361" y="115313"/>
                  </a:lnTo>
                  <a:lnTo>
                    <a:pt x="30852" y="102546"/>
                  </a:lnTo>
                  <a:lnTo>
                    <a:pt x="25298" y="89270"/>
                  </a:lnTo>
                  <a:lnTo>
                    <a:pt x="10058" y="87543"/>
                  </a:lnTo>
                  <a:lnTo>
                    <a:pt x="6908" y="61636"/>
                  </a:lnTo>
                  <a:lnTo>
                    <a:pt x="15205" y="47683"/>
                  </a:lnTo>
                  <a:lnTo>
                    <a:pt x="24282" y="40266"/>
                  </a:lnTo>
                  <a:lnTo>
                    <a:pt x="33324" y="32850"/>
                  </a:lnTo>
                  <a:lnTo>
                    <a:pt x="35153" y="13953"/>
                  </a:lnTo>
                  <a:lnTo>
                    <a:pt x="46261" y="20557"/>
                  </a:lnTo>
                  <a:lnTo>
                    <a:pt x="83547" y="11142"/>
                  </a:lnTo>
                  <a:lnTo>
                    <a:pt x="101563" y="17509"/>
                  </a:lnTo>
                  <a:lnTo>
                    <a:pt x="129435" y="17407"/>
                  </a:lnTo>
                  <a:lnTo>
                    <a:pt x="168381" y="4707"/>
                  </a:lnTo>
                  <a:lnTo>
                    <a:pt x="186635" y="5283"/>
                  </a:lnTo>
                  <a:lnTo>
                    <a:pt x="225174" y="0"/>
                  </a:lnTo>
                  <a:lnTo>
                    <a:pt x="207801" y="21132"/>
                  </a:lnTo>
                  <a:lnTo>
                    <a:pt x="189276" y="29497"/>
                  </a:lnTo>
                  <a:lnTo>
                    <a:pt x="192459" y="54253"/>
                  </a:lnTo>
                  <a:lnTo>
                    <a:pt x="179658" y="95197"/>
                  </a:lnTo>
                  <a:lnTo>
                    <a:pt x="104679" y="130417"/>
                  </a:lnTo>
                  <a:lnTo>
                    <a:pt x="38370" y="166518"/>
                  </a:lnTo>
                  <a:lnTo>
                    <a:pt x="643" y="15310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3" name="Forma libre: forma 112">
              <a:extLst>
                <a:ext uri="{FF2B5EF4-FFF2-40B4-BE49-F238E27FC236}">
                  <a16:creationId xmlns:a16="http://schemas.microsoft.com/office/drawing/2014/main" id="{2CE2A777-0D00-76A5-F402-1D45E9172C67}"/>
                </a:ext>
              </a:extLst>
            </p:cNvPr>
            <p:cNvSpPr/>
            <p:nvPr/>
          </p:nvSpPr>
          <p:spPr>
            <a:xfrm>
              <a:off x="7571821" y="2032102"/>
              <a:ext cx="98989" cy="84901"/>
            </a:xfrm>
            <a:custGeom>
              <a:avLst/>
              <a:gdLst>
                <a:gd name="csX0" fmla="*/ 98990 w 98989"/>
                <a:gd name="csY0" fmla="*/ 83886 h 84901"/>
                <a:gd name="csX1" fmla="*/ 86731 w 98989"/>
                <a:gd name="csY1" fmla="*/ 84902 h 84901"/>
                <a:gd name="csX2" fmla="*/ 72880 w 98989"/>
                <a:gd name="csY2" fmla="*/ 65293 h 84901"/>
                <a:gd name="csX3" fmla="*/ 73049 w 98989"/>
                <a:gd name="csY3" fmla="*/ 60078 h 84901"/>
                <a:gd name="csX4" fmla="*/ 58080 w 98989"/>
                <a:gd name="csY4" fmla="*/ 60146 h 84901"/>
                <a:gd name="csX5" fmla="*/ 48056 w 98989"/>
                <a:gd name="csY5" fmla="*/ 51070 h 84901"/>
                <a:gd name="csX6" fmla="*/ 41012 w 98989"/>
                <a:gd name="csY6" fmla="*/ 51984 h 84901"/>
                <a:gd name="csX7" fmla="*/ 27668 w 98989"/>
                <a:gd name="csY7" fmla="*/ 42095 h 84901"/>
                <a:gd name="csX8" fmla="*/ 2473 w 98989"/>
                <a:gd name="csY8" fmla="*/ 33663 h 84901"/>
                <a:gd name="csX9" fmla="*/ 5758 w 98989"/>
                <a:gd name="csY9" fmla="*/ 17204 h 84901"/>
                <a:gd name="csX10" fmla="*/ 0 w 98989"/>
                <a:gd name="csY10" fmla="*/ 5283 h 84901"/>
                <a:gd name="csX11" fmla="*/ 47040 w 98989"/>
                <a:gd name="csY11" fmla="*/ 0 h 84901"/>
                <a:gd name="csX12" fmla="*/ 54050 w 98989"/>
                <a:gd name="csY12" fmla="*/ 8907 h 84901"/>
                <a:gd name="csX13" fmla="*/ 66953 w 98989"/>
                <a:gd name="csY13" fmla="*/ 14766 h 84901"/>
                <a:gd name="csX14" fmla="*/ 60146 w 98989"/>
                <a:gd name="csY14" fmla="*/ 23232 h 84901"/>
                <a:gd name="csX15" fmla="*/ 78196 w 98989"/>
                <a:gd name="csY15" fmla="*/ 34882 h 84901"/>
                <a:gd name="csX16" fmla="*/ 68646 w 98989"/>
                <a:gd name="csY16" fmla="*/ 45651 h 84901"/>
                <a:gd name="csX17" fmla="*/ 83039 w 98989"/>
                <a:gd name="csY17" fmla="*/ 54863 h 84901"/>
                <a:gd name="csX18" fmla="*/ 98211 w 98989"/>
                <a:gd name="csY18" fmla="*/ 60417 h 84901"/>
                <a:gd name="csX19" fmla="*/ 98990 w 98989"/>
                <a:gd name="csY19" fmla="*/ 83886 h 84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98989" h="84901">
                  <a:moveTo>
                    <a:pt x="98990" y="83886"/>
                  </a:moveTo>
                  <a:lnTo>
                    <a:pt x="86731" y="84902"/>
                  </a:lnTo>
                  <a:lnTo>
                    <a:pt x="72880" y="65293"/>
                  </a:lnTo>
                  <a:lnTo>
                    <a:pt x="73049" y="60078"/>
                  </a:lnTo>
                  <a:lnTo>
                    <a:pt x="58080" y="60146"/>
                  </a:lnTo>
                  <a:lnTo>
                    <a:pt x="48056" y="51070"/>
                  </a:lnTo>
                  <a:lnTo>
                    <a:pt x="41012" y="51984"/>
                  </a:lnTo>
                  <a:lnTo>
                    <a:pt x="27668" y="42095"/>
                  </a:lnTo>
                  <a:lnTo>
                    <a:pt x="2473" y="33663"/>
                  </a:lnTo>
                  <a:lnTo>
                    <a:pt x="5758" y="17204"/>
                  </a:lnTo>
                  <a:lnTo>
                    <a:pt x="0" y="5283"/>
                  </a:lnTo>
                  <a:lnTo>
                    <a:pt x="47040" y="0"/>
                  </a:lnTo>
                  <a:lnTo>
                    <a:pt x="54050" y="8907"/>
                  </a:lnTo>
                  <a:lnTo>
                    <a:pt x="66953" y="14766"/>
                  </a:lnTo>
                  <a:lnTo>
                    <a:pt x="60146" y="23232"/>
                  </a:lnTo>
                  <a:lnTo>
                    <a:pt x="78196" y="34882"/>
                  </a:lnTo>
                  <a:lnTo>
                    <a:pt x="68646" y="45651"/>
                  </a:lnTo>
                  <a:lnTo>
                    <a:pt x="83039" y="54863"/>
                  </a:lnTo>
                  <a:lnTo>
                    <a:pt x="98211" y="60417"/>
                  </a:lnTo>
                  <a:lnTo>
                    <a:pt x="98990" y="8388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4" name="Forma libre: forma 113">
              <a:extLst>
                <a:ext uri="{FF2B5EF4-FFF2-40B4-BE49-F238E27FC236}">
                  <a16:creationId xmlns:a16="http://schemas.microsoft.com/office/drawing/2014/main" id="{D0EB3EF5-8F30-C98F-C429-574B6D0C9965}"/>
                </a:ext>
              </a:extLst>
            </p:cNvPr>
            <p:cNvSpPr/>
            <p:nvPr/>
          </p:nvSpPr>
          <p:spPr>
            <a:xfrm>
              <a:off x="6469285" y="1088668"/>
              <a:ext cx="436056" cy="465451"/>
            </a:xfrm>
            <a:custGeom>
              <a:avLst/>
              <a:gdLst>
                <a:gd name="csX0" fmla="*/ 0 w 436056"/>
                <a:gd name="csY0" fmla="*/ 347125 h 465451"/>
                <a:gd name="csX1" fmla="*/ 14935 w 436056"/>
                <a:gd name="csY1" fmla="*/ 327618 h 465451"/>
                <a:gd name="csX2" fmla="*/ 43112 w 436056"/>
                <a:gd name="csY2" fmla="*/ 304386 h 465451"/>
                <a:gd name="csX3" fmla="*/ 54321 w 436056"/>
                <a:gd name="csY3" fmla="*/ 264560 h 465451"/>
                <a:gd name="csX4" fmla="*/ 32681 w 436056"/>
                <a:gd name="csY4" fmla="*/ 247424 h 465451"/>
                <a:gd name="csX5" fmla="*/ 30615 w 436056"/>
                <a:gd name="csY5" fmla="*/ 202450 h 465451"/>
                <a:gd name="csX6" fmla="*/ 52594 w 436056"/>
                <a:gd name="csY6" fmla="*/ 170684 h 465451"/>
                <a:gd name="csX7" fmla="*/ 86189 w 436056"/>
                <a:gd name="csY7" fmla="*/ 171260 h 465451"/>
                <a:gd name="csX8" fmla="*/ 97974 w 436056"/>
                <a:gd name="csY8" fmla="*/ 157849 h 465451"/>
                <a:gd name="csX9" fmla="*/ 85647 w 436056"/>
                <a:gd name="csY9" fmla="*/ 146267 h 465451"/>
                <a:gd name="csX10" fmla="*/ 138207 w 436056"/>
                <a:gd name="csY10" fmla="*/ 98617 h 465451"/>
                <a:gd name="csX11" fmla="*/ 172106 w 436056"/>
                <a:gd name="csY11" fmla="*/ 61094 h 465451"/>
                <a:gd name="csX12" fmla="*/ 194458 w 436056"/>
                <a:gd name="csY12" fmla="*/ 36982 h 465451"/>
                <a:gd name="csX13" fmla="*/ 226969 w 436056"/>
                <a:gd name="csY13" fmla="*/ 37083 h 465451"/>
                <a:gd name="csX14" fmla="*/ 235944 w 436056"/>
                <a:gd name="csY14" fmla="*/ 18254 h 465451"/>
                <a:gd name="csX15" fmla="*/ 299780 w 436056"/>
                <a:gd name="csY15" fmla="*/ 23672 h 465451"/>
                <a:gd name="csX16" fmla="*/ 304725 w 436056"/>
                <a:gd name="csY16" fmla="*/ 1389 h 465451"/>
                <a:gd name="csX17" fmla="*/ 325755 w 436056"/>
                <a:gd name="csY17" fmla="*/ 0 h 465451"/>
                <a:gd name="csX18" fmla="*/ 370899 w 436056"/>
                <a:gd name="csY18" fmla="*/ 16560 h 465451"/>
                <a:gd name="csX19" fmla="*/ 423729 w 436056"/>
                <a:gd name="csY19" fmla="*/ 39623 h 465451"/>
                <a:gd name="csX20" fmla="*/ 424644 w 436056"/>
                <a:gd name="csY20" fmla="*/ 91776 h 465451"/>
                <a:gd name="csX21" fmla="*/ 436057 w 436056"/>
                <a:gd name="csY21" fmla="*/ 104950 h 465451"/>
                <a:gd name="csX22" fmla="*/ 377807 w 436056"/>
                <a:gd name="csY22" fmla="*/ 114534 h 465451"/>
                <a:gd name="csX23" fmla="*/ 344992 w 436056"/>
                <a:gd name="csY23" fmla="*/ 138173 h 465451"/>
                <a:gd name="csX24" fmla="*/ 350274 w 436056"/>
                <a:gd name="csY24" fmla="*/ 158898 h 465451"/>
                <a:gd name="csX25" fmla="*/ 296394 w 436056"/>
                <a:gd name="csY25" fmla="*/ 186127 h 465451"/>
                <a:gd name="csX26" fmla="*/ 230999 w 436056"/>
                <a:gd name="csY26" fmla="*/ 215285 h 465451"/>
                <a:gd name="csX27" fmla="*/ 206345 w 436056"/>
                <a:gd name="csY27" fmla="*/ 262968 h 465451"/>
                <a:gd name="csX28" fmla="*/ 230423 w 436056"/>
                <a:gd name="csY28" fmla="*/ 286810 h 465451"/>
                <a:gd name="csX29" fmla="*/ 262833 w 436056"/>
                <a:gd name="csY29" fmla="*/ 305605 h 465451"/>
                <a:gd name="csX30" fmla="*/ 231710 w 436056"/>
                <a:gd name="csY30" fmla="*/ 343806 h 465451"/>
                <a:gd name="csX31" fmla="*/ 196490 w 436056"/>
                <a:gd name="csY31" fmla="*/ 351730 h 465451"/>
                <a:gd name="csX32" fmla="*/ 183587 w 436056"/>
                <a:gd name="csY32" fmla="*/ 408591 h 465451"/>
                <a:gd name="csX33" fmla="*/ 164351 w 436056"/>
                <a:gd name="csY33" fmla="*/ 440323 h 465451"/>
                <a:gd name="csX34" fmla="*/ 123272 w 436056"/>
                <a:gd name="csY34" fmla="*/ 437038 h 465451"/>
                <a:gd name="csX35" fmla="*/ 104104 w 436056"/>
                <a:gd name="csY35" fmla="*/ 463894 h 465451"/>
                <a:gd name="csX36" fmla="*/ 64887 w 436056"/>
                <a:gd name="csY36" fmla="*/ 465452 h 465451"/>
                <a:gd name="csX37" fmla="*/ 54118 w 436056"/>
                <a:gd name="csY37" fmla="*/ 433449 h 465451"/>
                <a:gd name="csX38" fmla="*/ 25772 w 436056"/>
                <a:gd name="csY38" fmla="*/ 395011 h 465451"/>
                <a:gd name="csX39" fmla="*/ 0 w 436056"/>
                <a:gd name="csY39" fmla="*/ 347125 h 465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436056" h="465451">
                  <a:moveTo>
                    <a:pt x="0" y="347125"/>
                  </a:moveTo>
                  <a:lnTo>
                    <a:pt x="14935" y="327618"/>
                  </a:lnTo>
                  <a:lnTo>
                    <a:pt x="43112" y="304386"/>
                  </a:lnTo>
                  <a:lnTo>
                    <a:pt x="54321" y="264560"/>
                  </a:lnTo>
                  <a:lnTo>
                    <a:pt x="32681" y="247424"/>
                  </a:lnTo>
                  <a:lnTo>
                    <a:pt x="30615" y="202450"/>
                  </a:lnTo>
                  <a:lnTo>
                    <a:pt x="52594" y="170684"/>
                  </a:lnTo>
                  <a:lnTo>
                    <a:pt x="86189" y="171260"/>
                  </a:lnTo>
                  <a:lnTo>
                    <a:pt x="97974" y="157849"/>
                  </a:lnTo>
                  <a:lnTo>
                    <a:pt x="85647" y="146267"/>
                  </a:lnTo>
                  <a:lnTo>
                    <a:pt x="138207" y="98617"/>
                  </a:lnTo>
                  <a:lnTo>
                    <a:pt x="172106" y="61094"/>
                  </a:lnTo>
                  <a:lnTo>
                    <a:pt x="194458" y="36982"/>
                  </a:lnTo>
                  <a:lnTo>
                    <a:pt x="226969" y="37083"/>
                  </a:lnTo>
                  <a:lnTo>
                    <a:pt x="235944" y="18254"/>
                  </a:lnTo>
                  <a:lnTo>
                    <a:pt x="299780" y="23672"/>
                  </a:lnTo>
                  <a:lnTo>
                    <a:pt x="304725" y="1389"/>
                  </a:lnTo>
                  <a:lnTo>
                    <a:pt x="325755" y="0"/>
                  </a:lnTo>
                  <a:lnTo>
                    <a:pt x="370899" y="16560"/>
                  </a:lnTo>
                  <a:lnTo>
                    <a:pt x="423729" y="39623"/>
                  </a:lnTo>
                  <a:lnTo>
                    <a:pt x="424644" y="91776"/>
                  </a:lnTo>
                  <a:lnTo>
                    <a:pt x="436057" y="104950"/>
                  </a:lnTo>
                  <a:lnTo>
                    <a:pt x="377807" y="114534"/>
                  </a:lnTo>
                  <a:lnTo>
                    <a:pt x="344992" y="138173"/>
                  </a:lnTo>
                  <a:lnTo>
                    <a:pt x="350274" y="158898"/>
                  </a:lnTo>
                  <a:lnTo>
                    <a:pt x="296394" y="186127"/>
                  </a:lnTo>
                  <a:lnTo>
                    <a:pt x="230999" y="215285"/>
                  </a:lnTo>
                  <a:lnTo>
                    <a:pt x="206345" y="262968"/>
                  </a:lnTo>
                  <a:lnTo>
                    <a:pt x="230423" y="286810"/>
                  </a:lnTo>
                  <a:lnTo>
                    <a:pt x="262833" y="305605"/>
                  </a:lnTo>
                  <a:lnTo>
                    <a:pt x="231710" y="343806"/>
                  </a:lnTo>
                  <a:lnTo>
                    <a:pt x="196490" y="351730"/>
                  </a:lnTo>
                  <a:lnTo>
                    <a:pt x="183587" y="408591"/>
                  </a:lnTo>
                  <a:lnTo>
                    <a:pt x="164351" y="440323"/>
                  </a:lnTo>
                  <a:lnTo>
                    <a:pt x="123272" y="437038"/>
                  </a:lnTo>
                  <a:lnTo>
                    <a:pt x="104104" y="463894"/>
                  </a:lnTo>
                  <a:lnTo>
                    <a:pt x="64887" y="465452"/>
                  </a:lnTo>
                  <a:lnTo>
                    <a:pt x="54118" y="433449"/>
                  </a:lnTo>
                  <a:lnTo>
                    <a:pt x="25772" y="395011"/>
                  </a:lnTo>
                  <a:lnTo>
                    <a:pt x="0" y="34712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5" name="Forma libre: forma 114">
              <a:extLst>
                <a:ext uri="{FF2B5EF4-FFF2-40B4-BE49-F238E27FC236}">
                  <a16:creationId xmlns:a16="http://schemas.microsoft.com/office/drawing/2014/main" id="{7F68F9F0-F9E1-C88C-C662-226D3A09D28A}"/>
                </a:ext>
              </a:extLst>
            </p:cNvPr>
            <p:cNvSpPr/>
            <p:nvPr/>
          </p:nvSpPr>
          <p:spPr>
            <a:xfrm>
              <a:off x="6881500" y="1526790"/>
              <a:ext cx="321555" cy="164215"/>
            </a:xfrm>
            <a:custGeom>
              <a:avLst/>
              <a:gdLst>
                <a:gd name="csX0" fmla="*/ 168584 w 321555"/>
                <a:gd name="csY0" fmla="*/ 0 h 164215"/>
                <a:gd name="csX1" fmla="*/ 204244 w 321555"/>
                <a:gd name="csY1" fmla="*/ 8500 h 164215"/>
                <a:gd name="csX2" fmla="*/ 209053 w 321555"/>
                <a:gd name="csY2" fmla="*/ 16899 h 164215"/>
                <a:gd name="csX3" fmla="*/ 226799 w 321555"/>
                <a:gd name="csY3" fmla="*/ 12869 h 164215"/>
                <a:gd name="csX4" fmla="*/ 259920 w 321555"/>
                <a:gd name="csY4" fmla="*/ 20929 h 164215"/>
                <a:gd name="csX5" fmla="*/ 263239 w 321555"/>
                <a:gd name="csY5" fmla="*/ 36812 h 164215"/>
                <a:gd name="csX6" fmla="*/ 255991 w 321555"/>
                <a:gd name="csY6" fmla="*/ 45956 h 164215"/>
                <a:gd name="csX7" fmla="*/ 277192 w 321555"/>
                <a:gd name="csY7" fmla="*/ 68138 h 164215"/>
                <a:gd name="csX8" fmla="*/ 290975 w 321555"/>
                <a:gd name="csY8" fmla="*/ 74302 h 164215"/>
                <a:gd name="csX9" fmla="*/ 288943 w 321555"/>
                <a:gd name="csY9" fmla="*/ 80431 h 164215"/>
                <a:gd name="csX10" fmla="*/ 311803 w 321555"/>
                <a:gd name="csY10" fmla="*/ 86392 h 164215"/>
                <a:gd name="csX11" fmla="*/ 321556 w 321555"/>
                <a:gd name="csY11" fmla="*/ 95434 h 164215"/>
                <a:gd name="csX12" fmla="*/ 308382 w 321555"/>
                <a:gd name="csY12" fmla="*/ 102817 h 164215"/>
                <a:gd name="csX13" fmla="*/ 281052 w 321555"/>
                <a:gd name="csY13" fmla="*/ 101665 h 164215"/>
                <a:gd name="csX14" fmla="*/ 274516 w 321555"/>
                <a:gd name="csY14" fmla="*/ 104815 h 164215"/>
                <a:gd name="csX15" fmla="*/ 282474 w 321555"/>
                <a:gd name="csY15" fmla="*/ 116058 h 164215"/>
                <a:gd name="csX16" fmla="*/ 290805 w 321555"/>
                <a:gd name="csY16" fmla="*/ 137732 h 164215"/>
                <a:gd name="csX17" fmla="*/ 290805 w 321555"/>
                <a:gd name="csY17" fmla="*/ 137732 h 164215"/>
                <a:gd name="csX18" fmla="*/ 261749 w 321555"/>
                <a:gd name="csY18" fmla="*/ 139764 h 164215"/>
                <a:gd name="csX19" fmla="*/ 251284 w 321555"/>
                <a:gd name="csY19" fmla="*/ 147181 h 164215"/>
                <a:gd name="csX20" fmla="*/ 249117 w 321555"/>
                <a:gd name="csY20" fmla="*/ 164215 h 164215"/>
                <a:gd name="csX21" fmla="*/ 235638 w 321555"/>
                <a:gd name="csY21" fmla="*/ 160964 h 164215"/>
                <a:gd name="csX22" fmla="*/ 205091 w 321555"/>
                <a:gd name="csY22" fmla="*/ 162590 h 164215"/>
                <a:gd name="csX23" fmla="*/ 196218 w 321555"/>
                <a:gd name="csY23" fmla="*/ 154665 h 164215"/>
                <a:gd name="csX24" fmla="*/ 183519 w 321555"/>
                <a:gd name="csY24" fmla="*/ 160558 h 164215"/>
                <a:gd name="csX25" fmla="*/ 170785 w 321555"/>
                <a:gd name="csY25" fmla="*/ 155681 h 164215"/>
                <a:gd name="csX26" fmla="*/ 144099 w 321555"/>
                <a:gd name="csY26" fmla="*/ 155004 h 164215"/>
                <a:gd name="csX27" fmla="*/ 106305 w 321555"/>
                <a:gd name="csY27" fmla="*/ 146876 h 164215"/>
                <a:gd name="csX28" fmla="*/ 72100 w 321555"/>
                <a:gd name="csY28" fmla="*/ 144201 h 164215"/>
                <a:gd name="csX29" fmla="*/ 45854 w 321555"/>
                <a:gd name="csY29" fmla="*/ 144980 h 164215"/>
                <a:gd name="csX30" fmla="*/ 27296 w 321555"/>
                <a:gd name="csY30" fmla="*/ 154157 h 164215"/>
                <a:gd name="csX31" fmla="*/ 11108 w 321555"/>
                <a:gd name="csY31" fmla="*/ 155478 h 164215"/>
                <a:gd name="csX32" fmla="*/ 10464 w 321555"/>
                <a:gd name="csY32" fmla="*/ 140374 h 164215"/>
                <a:gd name="csX33" fmla="*/ 0 w 321555"/>
                <a:gd name="csY33" fmla="*/ 124694 h 164215"/>
                <a:gd name="csX34" fmla="*/ 20319 w 321555"/>
                <a:gd name="csY34" fmla="*/ 117785 h 164215"/>
                <a:gd name="csX35" fmla="*/ 20522 w 321555"/>
                <a:gd name="csY35" fmla="*/ 104273 h 164215"/>
                <a:gd name="csX36" fmla="*/ 11142 w 321555"/>
                <a:gd name="csY36" fmla="*/ 91404 h 164215"/>
                <a:gd name="csX37" fmla="*/ 9651 w 321555"/>
                <a:gd name="csY37" fmla="*/ 76435 h 164215"/>
                <a:gd name="csX38" fmla="*/ 42400 w 321555"/>
                <a:gd name="csY38" fmla="*/ 76638 h 164215"/>
                <a:gd name="csX39" fmla="*/ 79144 w 321555"/>
                <a:gd name="csY39" fmla="*/ 63905 h 164215"/>
                <a:gd name="csX40" fmla="*/ 87001 w 321555"/>
                <a:gd name="csY40" fmla="*/ 44771 h 164215"/>
                <a:gd name="csX41" fmla="*/ 114771 w 321555"/>
                <a:gd name="csY41" fmla="*/ 33934 h 164215"/>
                <a:gd name="csX42" fmla="*/ 111588 w 321555"/>
                <a:gd name="csY42" fmla="*/ 18762 h 164215"/>
                <a:gd name="csX43" fmla="*/ 132178 w 321555"/>
                <a:gd name="csY43" fmla="*/ 13072 h 164215"/>
                <a:gd name="csX44" fmla="*/ 168584 w 321555"/>
                <a:gd name="csY44" fmla="*/ 0 h 164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321555" h="164215">
                  <a:moveTo>
                    <a:pt x="168584" y="0"/>
                  </a:moveTo>
                  <a:lnTo>
                    <a:pt x="204244" y="8500"/>
                  </a:lnTo>
                  <a:lnTo>
                    <a:pt x="209053" y="16899"/>
                  </a:lnTo>
                  <a:lnTo>
                    <a:pt x="226799" y="12869"/>
                  </a:lnTo>
                  <a:lnTo>
                    <a:pt x="259920" y="20929"/>
                  </a:lnTo>
                  <a:lnTo>
                    <a:pt x="263239" y="36812"/>
                  </a:lnTo>
                  <a:lnTo>
                    <a:pt x="255991" y="45956"/>
                  </a:lnTo>
                  <a:lnTo>
                    <a:pt x="277192" y="68138"/>
                  </a:lnTo>
                  <a:lnTo>
                    <a:pt x="290975" y="74302"/>
                  </a:lnTo>
                  <a:lnTo>
                    <a:pt x="288943" y="80431"/>
                  </a:lnTo>
                  <a:lnTo>
                    <a:pt x="311803" y="86392"/>
                  </a:lnTo>
                  <a:lnTo>
                    <a:pt x="321556" y="95434"/>
                  </a:lnTo>
                  <a:lnTo>
                    <a:pt x="308382" y="102817"/>
                  </a:lnTo>
                  <a:lnTo>
                    <a:pt x="281052" y="101665"/>
                  </a:lnTo>
                  <a:lnTo>
                    <a:pt x="274516" y="104815"/>
                  </a:lnTo>
                  <a:lnTo>
                    <a:pt x="282474" y="116058"/>
                  </a:lnTo>
                  <a:lnTo>
                    <a:pt x="290805" y="137732"/>
                  </a:lnTo>
                  <a:lnTo>
                    <a:pt x="290805" y="137732"/>
                  </a:lnTo>
                  <a:lnTo>
                    <a:pt x="261749" y="139764"/>
                  </a:lnTo>
                  <a:lnTo>
                    <a:pt x="251284" y="147181"/>
                  </a:lnTo>
                  <a:lnTo>
                    <a:pt x="249117" y="164215"/>
                  </a:lnTo>
                  <a:lnTo>
                    <a:pt x="235638" y="160964"/>
                  </a:lnTo>
                  <a:lnTo>
                    <a:pt x="205091" y="162590"/>
                  </a:lnTo>
                  <a:lnTo>
                    <a:pt x="196218" y="154665"/>
                  </a:lnTo>
                  <a:lnTo>
                    <a:pt x="183519" y="160558"/>
                  </a:lnTo>
                  <a:lnTo>
                    <a:pt x="170785" y="155681"/>
                  </a:lnTo>
                  <a:lnTo>
                    <a:pt x="144099" y="155004"/>
                  </a:lnTo>
                  <a:lnTo>
                    <a:pt x="106305" y="146876"/>
                  </a:lnTo>
                  <a:lnTo>
                    <a:pt x="72100" y="144201"/>
                  </a:lnTo>
                  <a:lnTo>
                    <a:pt x="45854" y="144980"/>
                  </a:lnTo>
                  <a:lnTo>
                    <a:pt x="27296" y="154157"/>
                  </a:lnTo>
                  <a:lnTo>
                    <a:pt x="11108" y="155478"/>
                  </a:lnTo>
                  <a:lnTo>
                    <a:pt x="10464" y="140374"/>
                  </a:lnTo>
                  <a:lnTo>
                    <a:pt x="0" y="124694"/>
                  </a:lnTo>
                  <a:lnTo>
                    <a:pt x="20319" y="117785"/>
                  </a:lnTo>
                  <a:lnTo>
                    <a:pt x="20522" y="104273"/>
                  </a:lnTo>
                  <a:lnTo>
                    <a:pt x="11142" y="91404"/>
                  </a:lnTo>
                  <a:lnTo>
                    <a:pt x="9651" y="76435"/>
                  </a:lnTo>
                  <a:lnTo>
                    <a:pt x="42400" y="76638"/>
                  </a:lnTo>
                  <a:lnTo>
                    <a:pt x="79144" y="63905"/>
                  </a:lnTo>
                  <a:lnTo>
                    <a:pt x="87001" y="44771"/>
                  </a:lnTo>
                  <a:lnTo>
                    <a:pt x="114771" y="33934"/>
                  </a:lnTo>
                  <a:lnTo>
                    <a:pt x="111588" y="18762"/>
                  </a:lnTo>
                  <a:lnTo>
                    <a:pt x="132178" y="13072"/>
                  </a:lnTo>
                  <a:lnTo>
                    <a:pt x="168584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6" name="Forma libre: forma 115">
              <a:extLst>
                <a:ext uri="{FF2B5EF4-FFF2-40B4-BE49-F238E27FC236}">
                  <a16:creationId xmlns:a16="http://schemas.microsoft.com/office/drawing/2014/main" id="{1872BB69-3D2B-B4E0-C698-C1A5E15EABB3}"/>
                </a:ext>
              </a:extLst>
            </p:cNvPr>
            <p:cNvSpPr/>
            <p:nvPr/>
          </p:nvSpPr>
          <p:spPr>
            <a:xfrm>
              <a:off x="6843807" y="1656632"/>
              <a:ext cx="609415" cy="238483"/>
            </a:xfrm>
            <a:custGeom>
              <a:avLst/>
              <a:gdLst>
                <a:gd name="csX0" fmla="*/ 328498 w 609415"/>
                <a:gd name="csY0" fmla="*/ 7891 h 238483"/>
                <a:gd name="csX1" fmla="*/ 341130 w 609415"/>
                <a:gd name="csY1" fmla="*/ 9279 h 238483"/>
                <a:gd name="csX2" fmla="*/ 349699 w 609415"/>
                <a:gd name="csY2" fmla="*/ 1558 h 238483"/>
                <a:gd name="csX3" fmla="*/ 359994 w 609415"/>
                <a:gd name="csY3" fmla="*/ 3285 h 238483"/>
                <a:gd name="csX4" fmla="*/ 395113 w 609415"/>
                <a:gd name="csY4" fmla="*/ 0 h 238483"/>
                <a:gd name="csX5" fmla="*/ 416753 w 609415"/>
                <a:gd name="csY5" fmla="*/ 19168 h 238483"/>
                <a:gd name="csX6" fmla="*/ 408286 w 609415"/>
                <a:gd name="csY6" fmla="*/ 26043 h 238483"/>
                <a:gd name="csX7" fmla="*/ 411097 w 609415"/>
                <a:gd name="csY7" fmla="*/ 36541 h 238483"/>
                <a:gd name="csX8" fmla="*/ 438088 w 609415"/>
                <a:gd name="csY8" fmla="*/ 38167 h 238483"/>
                <a:gd name="csX9" fmla="*/ 450145 w 609415"/>
                <a:gd name="csY9" fmla="*/ 52865 h 238483"/>
                <a:gd name="csX10" fmla="*/ 449400 w 609415"/>
                <a:gd name="csY10" fmla="*/ 59536 h 238483"/>
                <a:gd name="csX11" fmla="*/ 492409 w 609415"/>
                <a:gd name="csY11" fmla="*/ 71423 h 238483"/>
                <a:gd name="csX12" fmla="*/ 518384 w 609415"/>
                <a:gd name="csY12" fmla="*/ 66072 h 238483"/>
                <a:gd name="csX13" fmla="*/ 539313 w 609415"/>
                <a:gd name="csY13" fmla="*/ 81921 h 238483"/>
                <a:gd name="csX14" fmla="*/ 559091 w 609415"/>
                <a:gd name="csY14" fmla="*/ 81583 h 238483"/>
                <a:gd name="csX15" fmla="*/ 609009 w 609415"/>
                <a:gd name="csY15" fmla="*/ 92589 h 238483"/>
                <a:gd name="csX16" fmla="*/ 609415 w 609415"/>
                <a:gd name="csY16" fmla="*/ 102546 h 238483"/>
                <a:gd name="csX17" fmla="*/ 595666 w 609415"/>
                <a:gd name="csY17" fmla="*/ 120257 h 238483"/>
                <a:gd name="csX18" fmla="*/ 603150 w 609415"/>
                <a:gd name="csY18" fmla="*/ 138951 h 238483"/>
                <a:gd name="csX19" fmla="*/ 597800 w 609415"/>
                <a:gd name="csY19" fmla="*/ 150229 h 238483"/>
                <a:gd name="csX20" fmla="*/ 565051 w 609415"/>
                <a:gd name="csY20" fmla="*/ 152701 h 238483"/>
                <a:gd name="csX21" fmla="*/ 547577 w 609415"/>
                <a:gd name="csY21" fmla="*/ 162183 h 238483"/>
                <a:gd name="csX22" fmla="*/ 546527 w 609415"/>
                <a:gd name="csY22" fmla="*/ 177220 h 238483"/>
                <a:gd name="csX23" fmla="*/ 519468 w 609415"/>
                <a:gd name="csY23" fmla="*/ 179929 h 238483"/>
                <a:gd name="csX24" fmla="*/ 496947 w 609415"/>
                <a:gd name="csY24" fmla="*/ 190868 h 238483"/>
                <a:gd name="csX25" fmla="*/ 465249 w 609415"/>
                <a:gd name="csY25" fmla="*/ 192663 h 238483"/>
                <a:gd name="csX26" fmla="*/ 436057 w 609415"/>
                <a:gd name="csY26" fmla="*/ 205295 h 238483"/>
                <a:gd name="csX27" fmla="*/ 437784 w 609415"/>
                <a:gd name="csY27" fmla="*/ 223413 h 238483"/>
                <a:gd name="csX28" fmla="*/ 432670 w 609415"/>
                <a:gd name="csY28" fmla="*/ 222397 h 238483"/>
                <a:gd name="csX29" fmla="*/ 428267 w 609415"/>
                <a:gd name="csY29" fmla="*/ 215691 h 238483"/>
                <a:gd name="csX30" fmla="*/ 417363 w 609415"/>
                <a:gd name="csY30" fmla="*/ 214371 h 238483"/>
                <a:gd name="csX31" fmla="*/ 393284 w 609415"/>
                <a:gd name="csY31" fmla="*/ 207089 h 238483"/>
                <a:gd name="csX32" fmla="*/ 384377 w 609415"/>
                <a:gd name="csY32" fmla="*/ 215488 h 238483"/>
                <a:gd name="csX33" fmla="*/ 379737 w 609415"/>
                <a:gd name="csY33" fmla="*/ 211797 h 238483"/>
                <a:gd name="csX34" fmla="*/ 327076 w 609415"/>
                <a:gd name="csY34" fmla="*/ 203263 h 238483"/>
                <a:gd name="csX35" fmla="*/ 324740 w 609415"/>
                <a:gd name="csY35" fmla="*/ 190631 h 238483"/>
                <a:gd name="csX36" fmla="*/ 293379 w 609415"/>
                <a:gd name="csY36" fmla="*/ 194796 h 238483"/>
                <a:gd name="csX37" fmla="*/ 280816 w 609415"/>
                <a:gd name="csY37" fmla="*/ 213456 h 238483"/>
                <a:gd name="csX38" fmla="*/ 254569 w 609415"/>
                <a:gd name="csY38" fmla="*/ 238483 h 238483"/>
                <a:gd name="csX39" fmla="*/ 239228 w 609415"/>
                <a:gd name="csY39" fmla="*/ 232658 h 238483"/>
                <a:gd name="csX40" fmla="*/ 223311 w 609415"/>
                <a:gd name="csY40" fmla="*/ 238111 h 238483"/>
                <a:gd name="csX41" fmla="*/ 208207 w 609415"/>
                <a:gd name="csY41" fmla="*/ 231879 h 238483"/>
                <a:gd name="csX42" fmla="*/ 216707 w 609415"/>
                <a:gd name="csY42" fmla="*/ 228188 h 238483"/>
                <a:gd name="csX43" fmla="*/ 222634 w 609415"/>
                <a:gd name="csY43" fmla="*/ 216572 h 238483"/>
                <a:gd name="csX44" fmla="*/ 231913 w 609415"/>
                <a:gd name="csY44" fmla="*/ 205769 h 238483"/>
                <a:gd name="csX45" fmla="*/ 229509 w 609415"/>
                <a:gd name="csY45" fmla="*/ 199707 h 238483"/>
                <a:gd name="csX46" fmla="*/ 236587 w 609415"/>
                <a:gd name="csY46" fmla="*/ 196997 h 238483"/>
                <a:gd name="csX47" fmla="*/ 239940 w 609415"/>
                <a:gd name="csY47" fmla="*/ 201705 h 238483"/>
                <a:gd name="csX48" fmla="*/ 259886 w 609415"/>
                <a:gd name="csY48" fmla="*/ 202687 h 238483"/>
                <a:gd name="csX49" fmla="*/ 268861 w 609415"/>
                <a:gd name="csY49" fmla="*/ 200181 h 238483"/>
                <a:gd name="csX50" fmla="*/ 262528 w 609415"/>
                <a:gd name="csY50" fmla="*/ 196760 h 238483"/>
                <a:gd name="csX51" fmla="*/ 264932 w 609415"/>
                <a:gd name="csY51" fmla="*/ 191714 h 238483"/>
                <a:gd name="csX52" fmla="*/ 253113 w 609415"/>
                <a:gd name="csY52" fmla="*/ 183079 h 238483"/>
                <a:gd name="csX53" fmla="*/ 248202 w 609415"/>
                <a:gd name="csY53" fmla="*/ 168923 h 238483"/>
                <a:gd name="csX54" fmla="*/ 235875 w 609415"/>
                <a:gd name="csY54" fmla="*/ 163403 h 238483"/>
                <a:gd name="csX55" fmla="*/ 238314 w 609415"/>
                <a:gd name="csY55" fmla="*/ 151922 h 238483"/>
                <a:gd name="csX56" fmla="*/ 223007 w 609415"/>
                <a:gd name="csY56" fmla="*/ 142812 h 238483"/>
                <a:gd name="csX57" fmla="*/ 209087 w 609415"/>
                <a:gd name="csY57" fmla="*/ 141525 h 238483"/>
                <a:gd name="csX58" fmla="*/ 184128 w 609415"/>
                <a:gd name="csY58" fmla="*/ 130993 h 238483"/>
                <a:gd name="csX59" fmla="*/ 161608 w 609415"/>
                <a:gd name="csY59" fmla="*/ 134346 h 238483"/>
                <a:gd name="csX60" fmla="*/ 153514 w 609415"/>
                <a:gd name="csY60" fmla="*/ 139324 h 238483"/>
                <a:gd name="csX61" fmla="*/ 139223 w 609415"/>
                <a:gd name="csY61" fmla="*/ 139324 h 238483"/>
                <a:gd name="csX62" fmla="*/ 130722 w 609415"/>
                <a:gd name="csY62" fmla="*/ 147249 h 238483"/>
                <a:gd name="csX63" fmla="*/ 105729 w 609415"/>
                <a:gd name="csY63" fmla="*/ 150500 h 238483"/>
                <a:gd name="csX64" fmla="*/ 94147 w 609415"/>
                <a:gd name="csY64" fmla="*/ 155681 h 238483"/>
                <a:gd name="csX65" fmla="*/ 78433 w 609415"/>
                <a:gd name="csY65" fmla="*/ 147418 h 238483"/>
                <a:gd name="csX66" fmla="*/ 56725 w 609415"/>
                <a:gd name="csY66" fmla="*/ 147282 h 238483"/>
                <a:gd name="csX67" fmla="*/ 35762 w 609415"/>
                <a:gd name="csY67" fmla="*/ 143557 h 238483"/>
                <a:gd name="csX68" fmla="*/ 21166 w 609415"/>
                <a:gd name="csY68" fmla="*/ 150804 h 238483"/>
                <a:gd name="csX69" fmla="*/ 18796 w 609415"/>
                <a:gd name="csY69" fmla="*/ 141728 h 238483"/>
                <a:gd name="csX70" fmla="*/ 0 w 609415"/>
                <a:gd name="csY70" fmla="*/ 132517 h 238483"/>
                <a:gd name="csX71" fmla="*/ 6604 w 609415"/>
                <a:gd name="csY71" fmla="*/ 118869 h 238483"/>
                <a:gd name="csX72" fmla="*/ 15985 w 609415"/>
                <a:gd name="csY72" fmla="*/ 110030 h 238483"/>
                <a:gd name="csX73" fmla="*/ 23367 w 609415"/>
                <a:gd name="csY73" fmla="*/ 112028 h 238483"/>
                <a:gd name="csX74" fmla="*/ 14630 w 609415"/>
                <a:gd name="csY74" fmla="*/ 96788 h 238483"/>
                <a:gd name="csX75" fmla="*/ 45414 w 609415"/>
                <a:gd name="csY75" fmla="*/ 68612 h 238483"/>
                <a:gd name="csX76" fmla="*/ 62212 w 609415"/>
                <a:gd name="csY76" fmla="*/ 64684 h 238483"/>
                <a:gd name="csX77" fmla="*/ 65835 w 609415"/>
                <a:gd name="csY77" fmla="*/ 55201 h 238483"/>
                <a:gd name="csX78" fmla="*/ 48800 w 609415"/>
                <a:gd name="csY78" fmla="*/ 25636 h 238483"/>
                <a:gd name="csX79" fmla="*/ 64989 w 609415"/>
                <a:gd name="csY79" fmla="*/ 24316 h 238483"/>
                <a:gd name="csX80" fmla="*/ 83547 w 609415"/>
                <a:gd name="csY80" fmla="*/ 15138 h 238483"/>
                <a:gd name="csX81" fmla="*/ 109793 w 609415"/>
                <a:gd name="csY81" fmla="*/ 14359 h 238483"/>
                <a:gd name="csX82" fmla="*/ 143997 w 609415"/>
                <a:gd name="csY82" fmla="*/ 17034 h 238483"/>
                <a:gd name="csX83" fmla="*/ 181792 w 609415"/>
                <a:gd name="csY83" fmla="*/ 25162 h 238483"/>
                <a:gd name="csX84" fmla="*/ 208478 w 609415"/>
                <a:gd name="csY84" fmla="*/ 25840 h 238483"/>
                <a:gd name="csX85" fmla="*/ 221211 w 609415"/>
                <a:gd name="csY85" fmla="*/ 30716 h 238483"/>
                <a:gd name="csX86" fmla="*/ 233911 w 609415"/>
                <a:gd name="csY86" fmla="*/ 24824 h 238483"/>
                <a:gd name="csX87" fmla="*/ 242784 w 609415"/>
                <a:gd name="csY87" fmla="*/ 32748 h 238483"/>
                <a:gd name="csX88" fmla="*/ 273331 w 609415"/>
                <a:gd name="csY88" fmla="*/ 31123 h 238483"/>
                <a:gd name="csX89" fmla="*/ 286809 w 609415"/>
                <a:gd name="csY89" fmla="*/ 34374 h 238483"/>
                <a:gd name="csX90" fmla="*/ 288977 w 609415"/>
                <a:gd name="csY90" fmla="*/ 17339 h 238483"/>
                <a:gd name="csX91" fmla="*/ 299441 w 609415"/>
                <a:gd name="csY91" fmla="*/ 9923 h 238483"/>
                <a:gd name="csX92" fmla="*/ 328498 w 609415"/>
                <a:gd name="csY92" fmla="*/ 7891 h 238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609415" h="238483">
                  <a:moveTo>
                    <a:pt x="328498" y="7891"/>
                  </a:moveTo>
                  <a:lnTo>
                    <a:pt x="341130" y="9279"/>
                  </a:lnTo>
                  <a:lnTo>
                    <a:pt x="349699" y="1558"/>
                  </a:lnTo>
                  <a:lnTo>
                    <a:pt x="359994" y="3285"/>
                  </a:lnTo>
                  <a:lnTo>
                    <a:pt x="395113" y="0"/>
                  </a:lnTo>
                  <a:lnTo>
                    <a:pt x="416753" y="19168"/>
                  </a:lnTo>
                  <a:lnTo>
                    <a:pt x="408286" y="26043"/>
                  </a:lnTo>
                  <a:lnTo>
                    <a:pt x="411097" y="36541"/>
                  </a:lnTo>
                  <a:lnTo>
                    <a:pt x="438088" y="38167"/>
                  </a:lnTo>
                  <a:lnTo>
                    <a:pt x="450145" y="52865"/>
                  </a:lnTo>
                  <a:lnTo>
                    <a:pt x="449400" y="59536"/>
                  </a:lnTo>
                  <a:lnTo>
                    <a:pt x="492409" y="71423"/>
                  </a:lnTo>
                  <a:lnTo>
                    <a:pt x="518384" y="66072"/>
                  </a:lnTo>
                  <a:lnTo>
                    <a:pt x="539313" y="81921"/>
                  </a:lnTo>
                  <a:lnTo>
                    <a:pt x="559091" y="81583"/>
                  </a:lnTo>
                  <a:lnTo>
                    <a:pt x="609009" y="92589"/>
                  </a:lnTo>
                  <a:lnTo>
                    <a:pt x="609415" y="102546"/>
                  </a:lnTo>
                  <a:lnTo>
                    <a:pt x="595666" y="120257"/>
                  </a:lnTo>
                  <a:lnTo>
                    <a:pt x="603150" y="138951"/>
                  </a:lnTo>
                  <a:lnTo>
                    <a:pt x="597800" y="150229"/>
                  </a:lnTo>
                  <a:lnTo>
                    <a:pt x="565051" y="152701"/>
                  </a:lnTo>
                  <a:lnTo>
                    <a:pt x="547577" y="162183"/>
                  </a:lnTo>
                  <a:lnTo>
                    <a:pt x="546527" y="177220"/>
                  </a:lnTo>
                  <a:lnTo>
                    <a:pt x="519468" y="179929"/>
                  </a:lnTo>
                  <a:lnTo>
                    <a:pt x="496947" y="190868"/>
                  </a:lnTo>
                  <a:lnTo>
                    <a:pt x="465249" y="192663"/>
                  </a:lnTo>
                  <a:lnTo>
                    <a:pt x="436057" y="205295"/>
                  </a:lnTo>
                  <a:lnTo>
                    <a:pt x="437784" y="223413"/>
                  </a:lnTo>
                  <a:lnTo>
                    <a:pt x="432670" y="222397"/>
                  </a:lnTo>
                  <a:lnTo>
                    <a:pt x="428267" y="215691"/>
                  </a:lnTo>
                  <a:lnTo>
                    <a:pt x="417363" y="214371"/>
                  </a:lnTo>
                  <a:lnTo>
                    <a:pt x="393284" y="207089"/>
                  </a:lnTo>
                  <a:lnTo>
                    <a:pt x="384377" y="215488"/>
                  </a:lnTo>
                  <a:lnTo>
                    <a:pt x="379737" y="211797"/>
                  </a:lnTo>
                  <a:lnTo>
                    <a:pt x="327076" y="203263"/>
                  </a:lnTo>
                  <a:lnTo>
                    <a:pt x="324740" y="190631"/>
                  </a:lnTo>
                  <a:lnTo>
                    <a:pt x="293379" y="194796"/>
                  </a:lnTo>
                  <a:lnTo>
                    <a:pt x="280816" y="213456"/>
                  </a:lnTo>
                  <a:lnTo>
                    <a:pt x="254569" y="238483"/>
                  </a:lnTo>
                  <a:lnTo>
                    <a:pt x="239228" y="232658"/>
                  </a:lnTo>
                  <a:lnTo>
                    <a:pt x="223311" y="238111"/>
                  </a:lnTo>
                  <a:lnTo>
                    <a:pt x="208207" y="231879"/>
                  </a:lnTo>
                  <a:lnTo>
                    <a:pt x="216707" y="228188"/>
                  </a:lnTo>
                  <a:lnTo>
                    <a:pt x="222634" y="216572"/>
                  </a:lnTo>
                  <a:lnTo>
                    <a:pt x="231913" y="205769"/>
                  </a:lnTo>
                  <a:lnTo>
                    <a:pt x="229509" y="199707"/>
                  </a:lnTo>
                  <a:lnTo>
                    <a:pt x="236587" y="196997"/>
                  </a:lnTo>
                  <a:lnTo>
                    <a:pt x="239940" y="201705"/>
                  </a:lnTo>
                  <a:lnTo>
                    <a:pt x="259886" y="202687"/>
                  </a:lnTo>
                  <a:lnTo>
                    <a:pt x="268861" y="200181"/>
                  </a:lnTo>
                  <a:lnTo>
                    <a:pt x="262528" y="196760"/>
                  </a:lnTo>
                  <a:lnTo>
                    <a:pt x="264932" y="191714"/>
                  </a:lnTo>
                  <a:lnTo>
                    <a:pt x="253113" y="183079"/>
                  </a:lnTo>
                  <a:lnTo>
                    <a:pt x="248202" y="168923"/>
                  </a:lnTo>
                  <a:lnTo>
                    <a:pt x="235875" y="163403"/>
                  </a:lnTo>
                  <a:lnTo>
                    <a:pt x="238314" y="151922"/>
                  </a:lnTo>
                  <a:lnTo>
                    <a:pt x="223007" y="142812"/>
                  </a:lnTo>
                  <a:lnTo>
                    <a:pt x="209087" y="141525"/>
                  </a:lnTo>
                  <a:lnTo>
                    <a:pt x="184128" y="130993"/>
                  </a:lnTo>
                  <a:lnTo>
                    <a:pt x="161608" y="134346"/>
                  </a:lnTo>
                  <a:lnTo>
                    <a:pt x="153514" y="139324"/>
                  </a:lnTo>
                  <a:lnTo>
                    <a:pt x="139223" y="139324"/>
                  </a:lnTo>
                  <a:lnTo>
                    <a:pt x="130722" y="147249"/>
                  </a:lnTo>
                  <a:lnTo>
                    <a:pt x="105729" y="150500"/>
                  </a:lnTo>
                  <a:lnTo>
                    <a:pt x="94147" y="155681"/>
                  </a:lnTo>
                  <a:lnTo>
                    <a:pt x="78433" y="147418"/>
                  </a:lnTo>
                  <a:lnTo>
                    <a:pt x="56725" y="147282"/>
                  </a:lnTo>
                  <a:lnTo>
                    <a:pt x="35762" y="143557"/>
                  </a:lnTo>
                  <a:lnTo>
                    <a:pt x="21166" y="150804"/>
                  </a:lnTo>
                  <a:lnTo>
                    <a:pt x="18796" y="141728"/>
                  </a:lnTo>
                  <a:lnTo>
                    <a:pt x="0" y="132517"/>
                  </a:lnTo>
                  <a:lnTo>
                    <a:pt x="6604" y="118869"/>
                  </a:lnTo>
                  <a:lnTo>
                    <a:pt x="15985" y="110030"/>
                  </a:lnTo>
                  <a:lnTo>
                    <a:pt x="23367" y="112028"/>
                  </a:lnTo>
                  <a:lnTo>
                    <a:pt x="14630" y="96788"/>
                  </a:lnTo>
                  <a:lnTo>
                    <a:pt x="45414" y="68612"/>
                  </a:lnTo>
                  <a:lnTo>
                    <a:pt x="62212" y="64684"/>
                  </a:lnTo>
                  <a:lnTo>
                    <a:pt x="65835" y="55201"/>
                  </a:lnTo>
                  <a:lnTo>
                    <a:pt x="48800" y="25636"/>
                  </a:lnTo>
                  <a:lnTo>
                    <a:pt x="64989" y="24316"/>
                  </a:lnTo>
                  <a:lnTo>
                    <a:pt x="83547" y="15138"/>
                  </a:lnTo>
                  <a:lnTo>
                    <a:pt x="109793" y="14359"/>
                  </a:lnTo>
                  <a:lnTo>
                    <a:pt x="143997" y="17034"/>
                  </a:lnTo>
                  <a:lnTo>
                    <a:pt x="181792" y="25162"/>
                  </a:lnTo>
                  <a:lnTo>
                    <a:pt x="208478" y="25840"/>
                  </a:lnTo>
                  <a:lnTo>
                    <a:pt x="221211" y="30716"/>
                  </a:lnTo>
                  <a:lnTo>
                    <a:pt x="233911" y="24824"/>
                  </a:lnTo>
                  <a:lnTo>
                    <a:pt x="242784" y="32748"/>
                  </a:lnTo>
                  <a:lnTo>
                    <a:pt x="273331" y="31123"/>
                  </a:lnTo>
                  <a:lnTo>
                    <a:pt x="286809" y="34374"/>
                  </a:lnTo>
                  <a:lnTo>
                    <a:pt x="288977" y="17339"/>
                  </a:lnTo>
                  <a:lnTo>
                    <a:pt x="299441" y="9923"/>
                  </a:lnTo>
                  <a:lnTo>
                    <a:pt x="328498" y="789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7" name="Forma libre: forma 116">
              <a:extLst>
                <a:ext uri="{FF2B5EF4-FFF2-40B4-BE49-F238E27FC236}">
                  <a16:creationId xmlns:a16="http://schemas.microsoft.com/office/drawing/2014/main" id="{E15EBC0C-82E3-56A0-418B-3DC7AA8F51F5}"/>
                </a:ext>
              </a:extLst>
            </p:cNvPr>
            <p:cNvSpPr/>
            <p:nvPr/>
          </p:nvSpPr>
          <p:spPr>
            <a:xfrm>
              <a:off x="6572508" y="1571391"/>
              <a:ext cx="337134" cy="197268"/>
            </a:xfrm>
            <a:custGeom>
              <a:avLst/>
              <a:gdLst>
                <a:gd name="csX0" fmla="*/ 318643 w 337134"/>
                <a:gd name="csY0" fmla="*/ 31834 h 197268"/>
                <a:gd name="csX1" fmla="*/ 320134 w 337134"/>
                <a:gd name="csY1" fmla="*/ 46803 h 197268"/>
                <a:gd name="csX2" fmla="*/ 329514 w 337134"/>
                <a:gd name="csY2" fmla="*/ 59672 h 197268"/>
                <a:gd name="csX3" fmla="*/ 329311 w 337134"/>
                <a:gd name="csY3" fmla="*/ 73184 h 197268"/>
                <a:gd name="csX4" fmla="*/ 308992 w 337134"/>
                <a:gd name="csY4" fmla="*/ 80093 h 197268"/>
                <a:gd name="csX5" fmla="*/ 319456 w 337134"/>
                <a:gd name="csY5" fmla="*/ 95773 h 197268"/>
                <a:gd name="csX6" fmla="*/ 320100 w 337134"/>
                <a:gd name="csY6" fmla="*/ 110877 h 197268"/>
                <a:gd name="csX7" fmla="*/ 337134 w 337134"/>
                <a:gd name="csY7" fmla="*/ 140442 h 197268"/>
                <a:gd name="csX8" fmla="*/ 333511 w 337134"/>
                <a:gd name="csY8" fmla="*/ 149924 h 197268"/>
                <a:gd name="csX9" fmla="*/ 316713 w 337134"/>
                <a:gd name="csY9" fmla="*/ 153853 h 197268"/>
                <a:gd name="csX10" fmla="*/ 285929 w 337134"/>
                <a:gd name="csY10" fmla="*/ 182029 h 197268"/>
                <a:gd name="csX11" fmla="*/ 294667 w 337134"/>
                <a:gd name="csY11" fmla="*/ 197268 h 197268"/>
                <a:gd name="csX12" fmla="*/ 287284 w 337134"/>
                <a:gd name="csY12" fmla="*/ 195270 h 197268"/>
                <a:gd name="csX13" fmla="*/ 255111 w 337134"/>
                <a:gd name="csY13" fmla="*/ 182266 h 197268"/>
                <a:gd name="csX14" fmla="*/ 230728 w 337134"/>
                <a:gd name="csY14" fmla="*/ 187041 h 197268"/>
                <a:gd name="csX15" fmla="*/ 214743 w 337134"/>
                <a:gd name="csY15" fmla="*/ 183587 h 197268"/>
                <a:gd name="csX16" fmla="*/ 194728 w 337134"/>
                <a:gd name="csY16" fmla="*/ 190834 h 197268"/>
                <a:gd name="csX17" fmla="*/ 177660 w 337134"/>
                <a:gd name="csY17" fmla="*/ 178812 h 197268"/>
                <a:gd name="csX18" fmla="*/ 163741 w 337134"/>
                <a:gd name="csY18" fmla="*/ 183417 h 197268"/>
                <a:gd name="csX19" fmla="*/ 161811 w 337134"/>
                <a:gd name="csY19" fmla="*/ 181385 h 197268"/>
                <a:gd name="csX20" fmla="*/ 146233 w 337134"/>
                <a:gd name="csY20" fmla="*/ 164690 h 197268"/>
                <a:gd name="csX21" fmla="*/ 121037 w 337134"/>
                <a:gd name="csY21" fmla="*/ 162658 h 197268"/>
                <a:gd name="csX22" fmla="*/ 117853 w 337134"/>
                <a:gd name="csY22" fmla="*/ 152058 h 197268"/>
                <a:gd name="csX23" fmla="*/ 94621 w 337134"/>
                <a:gd name="csY23" fmla="*/ 148265 h 197268"/>
                <a:gd name="csX24" fmla="*/ 89541 w 337134"/>
                <a:gd name="csY24" fmla="*/ 157002 h 197268"/>
                <a:gd name="csX25" fmla="*/ 71152 w 337134"/>
                <a:gd name="csY25" fmla="*/ 149992 h 197268"/>
                <a:gd name="csX26" fmla="*/ 73286 w 337134"/>
                <a:gd name="csY26" fmla="*/ 140679 h 197268"/>
                <a:gd name="csX27" fmla="*/ 47954 w 337134"/>
                <a:gd name="csY27" fmla="*/ 137732 h 197268"/>
                <a:gd name="csX28" fmla="*/ 31902 w 337134"/>
                <a:gd name="csY28" fmla="*/ 126828 h 197268"/>
                <a:gd name="csX29" fmla="*/ 18017 w 337134"/>
                <a:gd name="csY29" fmla="*/ 105221 h 197268"/>
                <a:gd name="csX30" fmla="*/ 20658 w 337134"/>
                <a:gd name="csY30" fmla="*/ 93537 h 197268"/>
                <a:gd name="csX31" fmla="*/ 12294 w 337134"/>
                <a:gd name="csY31" fmla="*/ 75419 h 197268"/>
                <a:gd name="csX32" fmla="*/ 0 w 337134"/>
                <a:gd name="csY32" fmla="*/ 63363 h 197268"/>
                <a:gd name="csX33" fmla="*/ 9415 w 337134"/>
                <a:gd name="csY33" fmla="*/ 54321 h 197268"/>
                <a:gd name="csX34" fmla="*/ 1524 w 337134"/>
                <a:gd name="csY34" fmla="*/ 37083 h 197268"/>
                <a:gd name="csX35" fmla="*/ 24654 w 337134"/>
                <a:gd name="csY35" fmla="*/ 27127 h 197268"/>
                <a:gd name="csX36" fmla="*/ 77485 w 337134"/>
                <a:gd name="csY36" fmla="*/ 11481 h 197268"/>
                <a:gd name="csX37" fmla="*/ 120156 w 337134"/>
                <a:gd name="csY37" fmla="*/ 0 h 197268"/>
                <a:gd name="csX38" fmla="*/ 153954 w 337134"/>
                <a:gd name="csY38" fmla="*/ 5723 h 197268"/>
                <a:gd name="csX39" fmla="*/ 156494 w 337134"/>
                <a:gd name="csY39" fmla="*/ 13987 h 197268"/>
                <a:gd name="csX40" fmla="*/ 189174 w 337134"/>
                <a:gd name="csY40" fmla="*/ 14427 h 197268"/>
                <a:gd name="csX41" fmla="*/ 230863 w 337134"/>
                <a:gd name="csY41" fmla="*/ 18254 h 197268"/>
                <a:gd name="csX42" fmla="*/ 293143 w 337134"/>
                <a:gd name="csY42" fmla="*/ 17746 h 197268"/>
                <a:gd name="csX43" fmla="*/ 310516 w 337134"/>
                <a:gd name="csY43" fmla="*/ 21369 h 197268"/>
                <a:gd name="csX44" fmla="*/ 318643 w 337134"/>
                <a:gd name="csY44" fmla="*/ 31834 h 1972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337134" h="197268">
                  <a:moveTo>
                    <a:pt x="318643" y="31834"/>
                  </a:moveTo>
                  <a:lnTo>
                    <a:pt x="320134" y="46803"/>
                  </a:lnTo>
                  <a:lnTo>
                    <a:pt x="329514" y="59672"/>
                  </a:lnTo>
                  <a:lnTo>
                    <a:pt x="329311" y="73184"/>
                  </a:lnTo>
                  <a:lnTo>
                    <a:pt x="308992" y="80093"/>
                  </a:lnTo>
                  <a:lnTo>
                    <a:pt x="319456" y="95773"/>
                  </a:lnTo>
                  <a:lnTo>
                    <a:pt x="320100" y="110877"/>
                  </a:lnTo>
                  <a:lnTo>
                    <a:pt x="337134" y="140442"/>
                  </a:lnTo>
                  <a:lnTo>
                    <a:pt x="333511" y="149924"/>
                  </a:lnTo>
                  <a:lnTo>
                    <a:pt x="316713" y="153853"/>
                  </a:lnTo>
                  <a:lnTo>
                    <a:pt x="285929" y="182029"/>
                  </a:lnTo>
                  <a:lnTo>
                    <a:pt x="294667" y="197268"/>
                  </a:lnTo>
                  <a:lnTo>
                    <a:pt x="287284" y="195270"/>
                  </a:lnTo>
                  <a:lnTo>
                    <a:pt x="255111" y="182266"/>
                  </a:lnTo>
                  <a:lnTo>
                    <a:pt x="230728" y="187041"/>
                  </a:lnTo>
                  <a:lnTo>
                    <a:pt x="214743" y="183587"/>
                  </a:lnTo>
                  <a:lnTo>
                    <a:pt x="194728" y="190834"/>
                  </a:lnTo>
                  <a:lnTo>
                    <a:pt x="177660" y="178812"/>
                  </a:lnTo>
                  <a:lnTo>
                    <a:pt x="163741" y="183417"/>
                  </a:lnTo>
                  <a:lnTo>
                    <a:pt x="161811" y="181385"/>
                  </a:lnTo>
                  <a:lnTo>
                    <a:pt x="146233" y="164690"/>
                  </a:lnTo>
                  <a:lnTo>
                    <a:pt x="121037" y="162658"/>
                  </a:lnTo>
                  <a:lnTo>
                    <a:pt x="117853" y="152058"/>
                  </a:lnTo>
                  <a:lnTo>
                    <a:pt x="94621" y="148265"/>
                  </a:lnTo>
                  <a:lnTo>
                    <a:pt x="89541" y="157002"/>
                  </a:lnTo>
                  <a:lnTo>
                    <a:pt x="71152" y="149992"/>
                  </a:lnTo>
                  <a:lnTo>
                    <a:pt x="73286" y="140679"/>
                  </a:lnTo>
                  <a:lnTo>
                    <a:pt x="47954" y="137732"/>
                  </a:lnTo>
                  <a:lnTo>
                    <a:pt x="31902" y="126828"/>
                  </a:lnTo>
                  <a:lnTo>
                    <a:pt x="18017" y="105221"/>
                  </a:lnTo>
                  <a:lnTo>
                    <a:pt x="20658" y="93537"/>
                  </a:lnTo>
                  <a:lnTo>
                    <a:pt x="12294" y="75419"/>
                  </a:lnTo>
                  <a:lnTo>
                    <a:pt x="0" y="63363"/>
                  </a:lnTo>
                  <a:lnTo>
                    <a:pt x="9415" y="54321"/>
                  </a:lnTo>
                  <a:lnTo>
                    <a:pt x="1524" y="37083"/>
                  </a:lnTo>
                  <a:lnTo>
                    <a:pt x="24654" y="27127"/>
                  </a:lnTo>
                  <a:lnTo>
                    <a:pt x="77485" y="11481"/>
                  </a:lnTo>
                  <a:lnTo>
                    <a:pt x="120156" y="0"/>
                  </a:lnTo>
                  <a:lnTo>
                    <a:pt x="153954" y="5723"/>
                  </a:lnTo>
                  <a:lnTo>
                    <a:pt x="156494" y="13987"/>
                  </a:lnTo>
                  <a:lnTo>
                    <a:pt x="189174" y="14427"/>
                  </a:lnTo>
                  <a:lnTo>
                    <a:pt x="230863" y="18254"/>
                  </a:lnTo>
                  <a:lnTo>
                    <a:pt x="293143" y="17746"/>
                  </a:lnTo>
                  <a:lnTo>
                    <a:pt x="310516" y="21369"/>
                  </a:lnTo>
                  <a:lnTo>
                    <a:pt x="318643" y="3183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8" name="Forma libre: forma 117">
              <a:extLst>
                <a:ext uri="{FF2B5EF4-FFF2-40B4-BE49-F238E27FC236}">
                  <a16:creationId xmlns:a16="http://schemas.microsoft.com/office/drawing/2014/main" id="{D14407E4-6C86-B38A-571C-6355EBD53A3B}"/>
                </a:ext>
              </a:extLst>
            </p:cNvPr>
            <p:cNvSpPr/>
            <p:nvPr/>
          </p:nvSpPr>
          <p:spPr>
            <a:xfrm>
              <a:off x="6416895" y="1768253"/>
              <a:ext cx="253993" cy="88288"/>
            </a:xfrm>
            <a:custGeom>
              <a:avLst/>
              <a:gdLst>
                <a:gd name="csX0" fmla="*/ 253994 w 253993"/>
                <a:gd name="csY0" fmla="*/ 31021 h 88288"/>
                <a:gd name="csX1" fmla="*/ 251420 w 253993"/>
                <a:gd name="csY1" fmla="*/ 44838 h 88288"/>
                <a:gd name="csX2" fmla="*/ 232354 w 253993"/>
                <a:gd name="csY2" fmla="*/ 44906 h 88288"/>
                <a:gd name="csX3" fmla="*/ 238890 w 253993"/>
                <a:gd name="csY3" fmla="*/ 52255 h 88288"/>
                <a:gd name="csX4" fmla="*/ 227646 w 253993"/>
                <a:gd name="csY4" fmla="*/ 74065 h 88288"/>
                <a:gd name="csX5" fmla="*/ 221211 w 253993"/>
                <a:gd name="csY5" fmla="*/ 79754 h 88288"/>
                <a:gd name="csX6" fmla="*/ 191579 w 253993"/>
                <a:gd name="csY6" fmla="*/ 80601 h 88288"/>
                <a:gd name="csX7" fmla="*/ 174477 w 253993"/>
                <a:gd name="csY7" fmla="*/ 88288 h 88288"/>
                <a:gd name="csX8" fmla="*/ 146504 w 253993"/>
                <a:gd name="csY8" fmla="*/ 85681 h 88288"/>
                <a:gd name="csX9" fmla="*/ 98076 w 253993"/>
                <a:gd name="csY9" fmla="*/ 76909 h 88288"/>
                <a:gd name="csX10" fmla="*/ 90523 w 253993"/>
                <a:gd name="csY10" fmla="*/ 65158 h 88288"/>
                <a:gd name="csX11" fmla="*/ 57064 w 253993"/>
                <a:gd name="csY11" fmla="*/ 71017 h 88288"/>
                <a:gd name="csX12" fmla="*/ 53135 w 253993"/>
                <a:gd name="csY12" fmla="*/ 77485 h 88288"/>
                <a:gd name="csX13" fmla="*/ 32613 w 253993"/>
                <a:gd name="csY13" fmla="*/ 72642 h 88288"/>
                <a:gd name="csX14" fmla="*/ 15308 w 253993"/>
                <a:gd name="csY14" fmla="*/ 71728 h 88288"/>
                <a:gd name="csX15" fmla="*/ 0 w 253993"/>
                <a:gd name="csY15" fmla="*/ 65564 h 88288"/>
                <a:gd name="csX16" fmla="*/ 5181 w 253993"/>
                <a:gd name="csY16" fmla="*/ 57267 h 88288"/>
                <a:gd name="csX17" fmla="*/ 3861 w 253993"/>
                <a:gd name="csY17" fmla="*/ 51273 h 88288"/>
                <a:gd name="csX18" fmla="*/ 14088 w 253993"/>
                <a:gd name="csY18" fmla="*/ 49410 h 88288"/>
                <a:gd name="csX19" fmla="*/ 31224 w 253993"/>
                <a:gd name="csY19" fmla="*/ 58825 h 88288"/>
                <a:gd name="csX20" fmla="*/ 36067 w 253993"/>
                <a:gd name="csY20" fmla="*/ 49884 h 88288"/>
                <a:gd name="csX21" fmla="*/ 65903 w 253993"/>
                <a:gd name="csY21" fmla="*/ 51307 h 88288"/>
                <a:gd name="csX22" fmla="*/ 90117 w 253993"/>
                <a:gd name="csY22" fmla="*/ 45245 h 88288"/>
                <a:gd name="csX23" fmla="*/ 106373 w 253993"/>
                <a:gd name="csY23" fmla="*/ 46295 h 88288"/>
                <a:gd name="csX24" fmla="*/ 116939 w 253993"/>
                <a:gd name="csY24" fmla="*/ 53203 h 88288"/>
                <a:gd name="csX25" fmla="*/ 120088 w 253993"/>
                <a:gd name="csY25" fmla="*/ 47446 h 88288"/>
                <a:gd name="csX26" fmla="*/ 115279 w 253993"/>
                <a:gd name="csY26" fmla="*/ 25399 h 88288"/>
                <a:gd name="csX27" fmla="*/ 127437 w 253993"/>
                <a:gd name="csY27" fmla="*/ 21098 h 88288"/>
                <a:gd name="csX28" fmla="*/ 139392 w 253993"/>
                <a:gd name="csY28" fmla="*/ 5486 h 88288"/>
                <a:gd name="csX29" fmla="*/ 164554 w 253993"/>
                <a:gd name="csY29" fmla="*/ 16391 h 88288"/>
                <a:gd name="csX30" fmla="*/ 183587 w 253993"/>
                <a:gd name="csY30" fmla="*/ 2540 h 88288"/>
                <a:gd name="csX31" fmla="*/ 195508 w 253993"/>
                <a:gd name="csY31" fmla="*/ 0 h 88288"/>
                <a:gd name="csX32" fmla="*/ 221821 w 253993"/>
                <a:gd name="csY32" fmla="*/ 10329 h 88288"/>
                <a:gd name="csX33" fmla="*/ 237704 w 253993"/>
                <a:gd name="csY33" fmla="*/ 8568 h 88288"/>
                <a:gd name="csX34" fmla="*/ 253317 w 253993"/>
                <a:gd name="csY34" fmla="*/ 14969 h 88288"/>
                <a:gd name="csX35" fmla="*/ 250607 w 253993"/>
                <a:gd name="csY35" fmla="*/ 19270 h 88288"/>
                <a:gd name="csX36" fmla="*/ 253994 w 253993"/>
                <a:gd name="csY36" fmla="*/ 31021 h 882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53993" h="88288">
                  <a:moveTo>
                    <a:pt x="253994" y="31021"/>
                  </a:moveTo>
                  <a:lnTo>
                    <a:pt x="251420" y="44838"/>
                  </a:lnTo>
                  <a:lnTo>
                    <a:pt x="232354" y="44906"/>
                  </a:lnTo>
                  <a:lnTo>
                    <a:pt x="238890" y="52255"/>
                  </a:lnTo>
                  <a:lnTo>
                    <a:pt x="227646" y="74065"/>
                  </a:lnTo>
                  <a:lnTo>
                    <a:pt x="221211" y="79754"/>
                  </a:lnTo>
                  <a:lnTo>
                    <a:pt x="191579" y="80601"/>
                  </a:lnTo>
                  <a:lnTo>
                    <a:pt x="174477" y="88288"/>
                  </a:lnTo>
                  <a:lnTo>
                    <a:pt x="146504" y="85681"/>
                  </a:lnTo>
                  <a:lnTo>
                    <a:pt x="98076" y="76909"/>
                  </a:lnTo>
                  <a:lnTo>
                    <a:pt x="90523" y="65158"/>
                  </a:lnTo>
                  <a:lnTo>
                    <a:pt x="57064" y="71017"/>
                  </a:lnTo>
                  <a:lnTo>
                    <a:pt x="53135" y="77485"/>
                  </a:lnTo>
                  <a:lnTo>
                    <a:pt x="32613" y="72642"/>
                  </a:lnTo>
                  <a:lnTo>
                    <a:pt x="15308" y="71728"/>
                  </a:lnTo>
                  <a:lnTo>
                    <a:pt x="0" y="65564"/>
                  </a:lnTo>
                  <a:lnTo>
                    <a:pt x="5181" y="57267"/>
                  </a:lnTo>
                  <a:lnTo>
                    <a:pt x="3861" y="51273"/>
                  </a:lnTo>
                  <a:lnTo>
                    <a:pt x="14088" y="49410"/>
                  </a:lnTo>
                  <a:lnTo>
                    <a:pt x="31224" y="58825"/>
                  </a:lnTo>
                  <a:lnTo>
                    <a:pt x="36067" y="49884"/>
                  </a:lnTo>
                  <a:lnTo>
                    <a:pt x="65903" y="51307"/>
                  </a:lnTo>
                  <a:lnTo>
                    <a:pt x="90117" y="45245"/>
                  </a:lnTo>
                  <a:lnTo>
                    <a:pt x="106373" y="46295"/>
                  </a:lnTo>
                  <a:lnTo>
                    <a:pt x="116939" y="53203"/>
                  </a:lnTo>
                  <a:lnTo>
                    <a:pt x="120088" y="47446"/>
                  </a:lnTo>
                  <a:lnTo>
                    <a:pt x="115279" y="25399"/>
                  </a:lnTo>
                  <a:lnTo>
                    <a:pt x="127437" y="21098"/>
                  </a:lnTo>
                  <a:lnTo>
                    <a:pt x="139392" y="5486"/>
                  </a:lnTo>
                  <a:lnTo>
                    <a:pt x="164554" y="16391"/>
                  </a:lnTo>
                  <a:lnTo>
                    <a:pt x="183587" y="2540"/>
                  </a:lnTo>
                  <a:lnTo>
                    <a:pt x="195508" y="0"/>
                  </a:lnTo>
                  <a:lnTo>
                    <a:pt x="221821" y="10329"/>
                  </a:lnTo>
                  <a:lnTo>
                    <a:pt x="237704" y="8568"/>
                  </a:lnTo>
                  <a:lnTo>
                    <a:pt x="253317" y="14969"/>
                  </a:lnTo>
                  <a:lnTo>
                    <a:pt x="250607" y="19270"/>
                  </a:lnTo>
                  <a:lnTo>
                    <a:pt x="253994" y="3102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9" name="Forma libre: forma 118">
              <a:extLst>
                <a:ext uri="{FF2B5EF4-FFF2-40B4-BE49-F238E27FC236}">
                  <a16:creationId xmlns:a16="http://schemas.microsoft.com/office/drawing/2014/main" id="{AC2C4887-2FA1-5340-4D41-1CF4AEC19075}"/>
                </a:ext>
              </a:extLst>
            </p:cNvPr>
            <p:cNvSpPr/>
            <p:nvPr/>
          </p:nvSpPr>
          <p:spPr>
            <a:xfrm>
              <a:off x="6644541" y="1782308"/>
              <a:ext cx="220432" cy="97025"/>
            </a:xfrm>
            <a:custGeom>
              <a:avLst/>
              <a:gdLst>
                <a:gd name="csX0" fmla="*/ 199267 w 220432"/>
                <a:gd name="csY0" fmla="*/ 6841 h 97025"/>
                <a:gd name="csX1" fmla="*/ 218062 w 220432"/>
                <a:gd name="csY1" fmla="*/ 16052 h 97025"/>
                <a:gd name="csX2" fmla="*/ 220433 w 220432"/>
                <a:gd name="csY2" fmla="*/ 25128 h 97025"/>
                <a:gd name="csX3" fmla="*/ 199741 w 220432"/>
                <a:gd name="csY3" fmla="*/ 32240 h 97025"/>
                <a:gd name="csX4" fmla="*/ 183722 w 220432"/>
                <a:gd name="csY4" fmla="*/ 55201 h 97025"/>
                <a:gd name="csX5" fmla="*/ 163234 w 220432"/>
                <a:gd name="csY5" fmla="*/ 78162 h 97025"/>
                <a:gd name="csX6" fmla="*/ 136073 w 220432"/>
                <a:gd name="csY6" fmla="*/ 84563 h 97025"/>
                <a:gd name="csX7" fmla="*/ 114941 w 220432"/>
                <a:gd name="csY7" fmla="*/ 83039 h 97025"/>
                <a:gd name="csX8" fmla="*/ 89000 w 220432"/>
                <a:gd name="csY8" fmla="*/ 91946 h 97025"/>
                <a:gd name="csX9" fmla="*/ 89000 w 220432"/>
                <a:gd name="csY9" fmla="*/ 91946 h 97025"/>
                <a:gd name="csX10" fmla="*/ 76333 w 220432"/>
                <a:gd name="csY10" fmla="*/ 97026 h 97025"/>
                <a:gd name="csX11" fmla="*/ 48361 w 220432"/>
                <a:gd name="csY11" fmla="*/ 90490 h 97025"/>
                <a:gd name="csX12" fmla="*/ 23063 w 220432"/>
                <a:gd name="csY12" fmla="*/ 75961 h 97025"/>
                <a:gd name="csX13" fmla="*/ 12294 w 220432"/>
                <a:gd name="csY13" fmla="*/ 71796 h 97025"/>
                <a:gd name="csX14" fmla="*/ 5724 w 220432"/>
                <a:gd name="csY14" fmla="*/ 60383 h 97025"/>
                <a:gd name="csX15" fmla="*/ 0 w 220432"/>
                <a:gd name="csY15" fmla="*/ 60010 h 97025"/>
                <a:gd name="csX16" fmla="*/ 11243 w 220432"/>
                <a:gd name="csY16" fmla="*/ 38201 h 97025"/>
                <a:gd name="csX17" fmla="*/ 4708 w 220432"/>
                <a:gd name="csY17" fmla="*/ 30852 h 97025"/>
                <a:gd name="csX18" fmla="*/ 23774 w 220432"/>
                <a:gd name="csY18" fmla="*/ 30784 h 97025"/>
                <a:gd name="csX19" fmla="*/ 26348 w 220432"/>
                <a:gd name="csY19" fmla="*/ 16967 h 97025"/>
                <a:gd name="csX20" fmla="*/ 43552 w 220432"/>
                <a:gd name="csY20" fmla="*/ 25636 h 97025"/>
                <a:gd name="csX21" fmla="*/ 56048 w 220432"/>
                <a:gd name="csY21" fmla="*/ 29328 h 97025"/>
                <a:gd name="csX22" fmla="*/ 84496 w 220432"/>
                <a:gd name="csY22" fmla="*/ 25162 h 97025"/>
                <a:gd name="csX23" fmla="*/ 87204 w 220432"/>
                <a:gd name="csY23" fmla="*/ 18355 h 97025"/>
                <a:gd name="csX24" fmla="*/ 100649 w 220432"/>
                <a:gd name="csY24" fmla="*/ 17373 h 97025"/>
                <a:gd name="csX25" fmla="*/ 117142 w 220432"/>
                <a:gd name="csY25" fmla="*/ 12090 h 97025"/>
                <a:gd name="csX26" fmla="*/ 120799 w 220432"/>
                <a:gd name="csY26" fmla="*/ 14258 h 97025"/>
                <a:gd name="csX27" fmla="*/ 136716 w 220432"/>
                <a:gd name="csY27" fmla="*/ 10024 h 97025"/>
                <a:gd name="csX28" fmla="*/ 144675 w 220432"/>
                <a:gd name="csY28" fmla="*/ 2066 h 97025"/>
                <a:gd name="csX29" fmla="*/ 155749 w 220432"/>
                <a:gd name="csY29" fmla="*/ 0 h 97025"/>
                <a:gd name="csX30" fmla="*/ 192019 w 220432"/>
                <a:gd name="csY30" fmla="*/ 10295 h 97025"/>
                <a:gd name="csX31" fmla="*/ 199267 w 220432"/>
                <a:gd name="csY31" fmla="*/ 6841 h 97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20432" h="97025">
                  <a:moveTo>
                    <a:pt x="199267" y="6841"/>
                  </a:moveTo>
                  <a:lnTo>
                    <a:pt x="218062" y="16052"/>
                  </a:lnTo>
                  <a:lnTo>
                    <a:pt x="220433" y="25128"/>
                  </a:lnTo>
                  <a:lnTo>
                    <a:pt x="199741" y="32240"/>
                  </a:lnTo>
                  <a:lnTo>
                    <a:pt x="183722" y="55201"/>
                  </a:lnTo>
                  <a:lnTo>
                    <a:pt x="163234" y="78162"/>
                  </a:lnTo>
                  <a:lnTo>
                    <a:pt x="136073" y="84563"/>
                  </a:lnTo>
                  <a:lnTo>
                    <a:pt x="114941" y="83039"/>
                  </a:lnTo>
                  <a:lnTo>
                    <a:pt x="89000" y="91946"/>
                  </a:lnTo>
                  <a:lnTo>
                    <a:pt x="89000" y="91946"/>
                  </a:lnTo>
                  <a:lnTo>
                    <a:pt x="76333" y="97026"/>
                  </a:lnTo>
                  <a:lnTo>
                    <a:pt x="48361" y="90490"/>
                  </a:lnTo>
                  <a:lnTo>
                    <a:pt x="23063" y="75961"/>
                  </a:lnTo>
                  <a:lnTo>
                    <a:pt x="12294" y="71796"/>
                  </a:lnTo>
                  <a:lnTo>
                    <a:pt x="5724" y="60383"/>
                  </a:lnTo>
                  <a:lnTo>
                    <a:pt x="0" y="60010"/>
                  </a:lnTo>
                  <a:lnTo>
                    <a:pt x="11243" y="38201"/>
                  </a:lnTo>
                  <a:lnTo>
                    <a:pt x="4708" y="30852"/>
                  </a:lnTo>
                  <a:lnTo>
                    <a:pt x="23774" y="30784"/>
                  </a:lnTo>
                  <a:lnTo>
                    <a:pt x="26348" y="16967"/>
                  </a:lnTo>
                  <a:lnTo>
                    <a:pt x="43552" y="25636"/>
                  </a:lnTo>
                  <a:lnTo>
                    <a:pt x="56048" y="29328"/>
                  </a:lnTo>
                  <a:lnTo>
                    <a:pt x="84496" y="25162"/>
                  </a:lnTo>
                  <a:lnTo>
                    <a:pt x="87204" y="18355"/>
                  </a:lnTo>
                  <a:lnTo>
                    <a:pt x="100649" y="17373"/>
                  </a:lnTo>
                  <a:lnTo>
                    <a:pt x="117142" y="12090"/>
                  </a:lnTo>
                  <a:lnTo>
                    <a:pt x="120799" y="14258"/>
                  </a:lnTo>
                  <a:lnTo>
                    <a:pt x="136716" y="10024"/>
                  </a:lnTo>
                  <a:lnTo>
                    <a:pt x="144675" y="2066"/>
                  </a:lnTo>
                  <a:lnTo>
                    <a:pt x="155749" y="0"/>
                  </a:lnTo>
                  <a:lnTo>
                    <a:pt x="192019" y="10295"/>
                  </a:lnTo>
                  <a:lnTo>
                    <a:pt x="199267" y="684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0" name="Forma libre: forma 119">
              <a:extLst>
                <a:ext uri="{FF2B5EF4-FFF2-40B4-BE49-F238E27FC236}">
                  <a16:creationId xmlns:a16="http://schemas.microsoft.com/office/drawing/2014/main" id="{C85BF4AB-D828-9782-DAE2-FB76AB198DEA}"/>
                </a:ext>
              </a:extLst>
            </p:cNvPr>
            <p:cNvSpPr/>
            <p:nvPr/>
          </p:nvSpPr>
          <p:spPr>
            <a:xfrm>
              <a:off x="6997321" y="1787625"/>
              <a:ext cx="115346" cy="100886"/>
            </a:xfrm>
            <a:custGeom>
              <a:avLst/>
              <a:gdLst>
                <a:gd name="csX0" fmla="*/ 0 w 115346"/>
                <a:gd name="csY0" fmla="*/ 8331 h 100886"/>
                <a:gd name="csX1" fmla="*/ 8094 w 115346"/>
                <a:gd name="csY1" fmla="*/ 3353 h 100886"/>
                <a:gd name="csX2" fmla="*/ 30614 w 115346"/>
                <a:gd name="csY2" fmla="*/ 0 h 100886"/>
                <a:gd name="csX3" fmla="*/ 55574 w 115346"/>
                <a:gd name="csY3" fmla="*/ 10532 h 100886"/>
                <a:gd name="csX4" fmla="*/ 69493 w 115346"/>
                <a:gd name="csY4" fmla="*/ 11819 h 100886"/>
                <a:gd name="csX5" fmla="*/ 84800 w 115346"/>
                <a:gd name="csY5" fmla="*/ 20929 h 100886"/>
                <a:gd name="csX6" fmla="*/ 82361 w 115346"/>
                <a:gd name="csY6" fmla="*/ 32410 h 100886"/>
                <a:gd name="csX7" fmla="*/ 94688 w 115346"/>
                <a:gd name="csY7" fmla="*/ 37930 h 100886"/>
                <a:gd name="csX8" fmla="*/ 99599 w 115346"/>
                <a:gd name="csY8" fmla="*/ 52086 h 100886"/>
                <a:gd name="csX9" fmla="*/ 111418 w 115346"/>
                <a:gd name="csY9" fmla="*/ 60721 h 100886"/>
                <a:gd name="csX10" fmla="*/ 109014 w 115346"/>
                <a:gd name="csY10" fmla="*/ 65767 h 100886"/>
                <a:gd name="csX11" fmla="*/ 115347 w 115346"/>
                <a:gd name="csY11" fmla="*/ 69188 h 100886"/>
                <a:gd name="csX12" fmla="*/ 106372 w 115346"/>
                <a:gd name="csY12" fmla="*/ 71694 h 100886"/>
                <a:gd name="csX13" fmla="*/ 86426 w 115346"/>
                <a:gd name="csY13" fmla="*/ 70712 h 100886"/>
                <a:gd name="csX14" fmla="*/ 83073 w 115346"/>
                <a:gd name="csY14" fmla="*/ 66004 h 100886"/>
                <a:gd name="csX15" fmla="*/ 75995 w 115346"/>
                <a:gd name="csY15" fmla="*/ 68714 h 100886"/>
                <a:gd name="csX16" fmla="*/ 78399 w 115346"/>
                <a:gd name="csY16" fmla="*/ 74776 h 100886"/>
                <a:gd name="csX17" fmla="*/ 69120 w 115346"/>
                <a:gd name="csY17" fmla="*/ 85579 h 100886"/>
                <a:gd name="csX18" fmla="*/ 63194 w 115346"/>
                <a:gd name="csY18" fmla="*/ 97195 h 100886"/>
                <a:gd name="csX19" fmla="*/ 54693 w 115346"/>
                <a:gd name="csY19" fmla="*/ 100886 h 100886"/>
                <a:gd name="csX20" fmla="*/ 48597 w 115346"/>
                <a:gd name="csY20" fmla="*/ 85410 h 100886"/>
                <a:gd name="csX21" fmla="*/ 52187 w 115346"/>
                <a:gd name="csY21" fmla="*/ 70949 h 100886"/>
                <a:gd name="csX22" fmla="*/ 51104 w 115346"/>
                <a:gd name="csY22" fmla="*/ 56116 h 100886"/>
                <a:gd name="csX23" fmla="*/ 31563 w 115346"/>
                <a:gd name="csY23" fmla="*/ 35966 h 100886"/>
                <a:gd name="csX24" fmla="*/ 20827 w 115346"/>
                <a:gd name="csY24" fmla="*/ 21674 h 100886"/>
                <a:gd name="csX25" fmla="*/ 10329 w 115346"/>
                <a:gd name="csY25" fmla="*/ 11650 h 100886"/>
                <a:gd name="csX26" fmla="*/ 0 w 115346"/>
                <a:gd name="csY26" fmla="*/ 8331 h 100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15346" h="100886">
                  <a:moveTo>
                    <a:pt x="0" y="8331"/>
                  </a:moveTo>
                  <a:lnTo>
                    <a:pt x="8094" y="3353"/>
                  </a:lnTo>
                  <a:lnTo>
                    <a:pt x="30614" y="0"/>
                  </a:lnTo>
                  <a:lnTo>
                    <a:pt x="55574" y="10532"/>
                  </a:lnTo>
                  <a:lnTo>
                    <a:pt x="69493" y="11819"/>
                  </a:lnTo>
                  <a:lnTo>
                    <a:pt x="84800" y="20929"/>
                  </a:lnTo>
                  <a:lnTo>
                    <a:pt x="82361" y="32410"/>
                  </a:lnTo>
                  <a:lnTo>
                    <a:pt x="94688" y="37930"/>
                  </a:lnTo>
                  <a:lnTo>
                    <a:pt x="99599" y="52086"/>
                  </a:lnTo>
                  <a:lnTo>
                    <a:pt x="111418" y="60721"/>
                  </a:lnTo>
                  <a:lnTo>
                    <a:pt x="109014" y="65767"/>
                  </a:lnTo>
                  <a:lnTo>
                    <a:pt x="115347" y="69188"/>
                  </a:lnTo>
                  <a:lnTo>
                    <a:pt x="106372" y="71694"/>
                  </a:lnTo>
                  <a:lnTo>
                    <a:pt x="86426" y="70712"/>
                  </a:lnTo>
                  <a:lnTo>
                    <a:pt x="83073" y="66004"/>
                  </a:lnTo>
                  <a:lnTo>
                    <a:pt x="75995" y="68714"/>
                  </a:lnTo>
                  <a:lnTo>
                    <a:pt x="78399" y="74776"/>
                  </a:lnTo>
                  <a:lnTo>
                    <a:pt x="69120" y="85579"/>
                  </a:lnTo>
                  <a:lnTo>
                    <a:pt x="63194" y="97195"/>
                  </a:lnTo>
                  <a:lnTo>
                    <a:pt x="54693" y="100886"/>
                  </a:lnTo>
                  <a:lnTo>
                    <a:pt x="48597" y="85410"/>
                  </a:lnTo>
                  <a:lnTo>
                    <a:pt x="52187" y="70949"/>
                  </a:lnTo>
                  <a:lnTo>
                    <a:pt x="51104" y="56116"/>
                  </a:lnTo>
                  <a:lnTo>
                    <a:pt x="31563" y="35966"/>
                  </a:lnTo>
                  <a:lnTo>
                    <a:pt x="20827" y="21674"/>
                  </a:lnTo>
                  <a:lnTo>
                    <a:pt x="10329" y="11650"/>
                  </a:lnTo>
                  <a:lnTo>
                    <a:pt x="0" y="833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1" name="Forma libre: forma 120">
              <a:extLst>
                <a:ext uri="{FF2B5EF4-FFF2-40B4-BE49-F238E27FC236}">
                  <a16:creationId xmlns:a16="http://schemas.microsoft.com/office/drawing/2014/main" id="{AE4AF277-55AC-C247-49B4-996BDD742261}"/>
                </a:ext>
              </a:extLst>
            </p:cNvPr>
            <p:cNvSpPr/>
            <p:nvPr/>
          </p:nvSpPr>
          <p:spPr>
            <a:xfrm>
              <a:off x="6780614" y="1795956"/>
              <a:ext cx="318575" cy="153513"/>
            </a:xfrm>
            <a:custGeom>
              <a:avLst/>
              <a:gdLst>
                <a:gd name="csX0" fmla="*/ 271400 w 318575"/>
                <a:gd name="csY0" fmla="*/ 92555 h 153513"/>
                <a:gd name="csX1" fmla="*/ 286505 w 318575"/>
                <a:gd name="csY1" fmla="*/ 98787 h 153513"/>
                <a:gd name="csX2" fmla="*/ 302422 w 318575"/>
                <a:gd name="csY2" fmla="*/ 93334 h 153513"/>
                <a:gd name="csX3" fmla="*/ 317763 w 318575"/>
                <a:gd name="csY3" fmla="*/ 99159 h 153513"/>
                <a:gd name="csX4" fmla="*/ 318576 w 318575"/>
                <a:gd name="csY4" fmla="*/ 107897 h 153513"/>
                <a:gd name="csX5" fmla="*/ 302151 w 318575"/>
                <a:gd name="csY5" fmla="*/ 115178 h 153513"/>
                <a:gd name="csX6" fmla="*/ 291856 w 318575"/>
                <a:gd name="csY6" fmla="*/ 111994 h 153513"/>
                <a:gd name="csX7" fmla="*/ 282373 w 318575"/>
                <a:gd name="csY7" fmla="*/ 152870 h 153513"/>
                <a:gd name="csX8" fmla="*/ 262460 w 318575"/>
                <a:gd name="csY8" fmla="*/ 149314 h 153513"/>
                <a:gd name="csX9" fmla="*/ 237806 w 318575"/>
                <a:gd name="csY9" fmla="*/ 136987 h 153513"/>
                <a:gd name="csX10" fmla="*/ 197946 w 318575"/>
                <a:gd name="csY10" fmla="*/ 144878 h 153513"/>
                <a:gd name="csX11" fmla="*/ 181148 w 318575"/>
                <a:gd name="csY11" fmla="*/ 153514 h 153513"/>
                <a:gd name="csX12" fmla="*/ 131433 w 318575"/>
                <a:gd name="csY12" fmla="*/ 151719 h 153513"/>
                <a:gd name="csX13" fmla="*/ 105390 w 318575"/>
                <a:gd name="csY13" fmla="*/ 146436 h 153513"/>
                <a:gd name="csX14" fmla="*/ 92285 w 318575"/>
                <a:gd name="csY14" fmla="*/ 148908 h 153513"/>
                <a:gd name="csX15" fmla="*/ 82531 w 318575"/>
                <a:gd name="csY15" fmla="*/ 134989 h 153513"/>
                <a:gd name="csX16" fmla="*/ 76333 w 318575"/>
                <a:gd name="csY16" fmla="*/ 129097 h 153513"/>
                <a:gd name="csX17" fmla="*/ 84190 w 318575"/>
                <a:gd name="csY17" fmla="*/ 123373 h 153513"/>
                <a:gd name="csX18" fmla="*/ 75826 w 318575"/>
                <a:gd name="csY18" fmla="*/ 119140 h 153513"/>
                <a:gd name="csX19" fmla="*/ 65192 w 318575"/>
                <a:gd name="csY19" fmla="*/ 126760 h 153513"/>
                <a:gd name="csX20" fmla="*/ 45448 w 318575"/>
                <a:gd name="csY20" fmla="*/ 116905 h 153513"/>
                <a:gd name="csX21" fmla="*/ 42806 w 318575"/>
                <a:gd name="csY21" fmla="*/ 102952 h 153513"/>
                <a:gd name="csX22" fmla="*/ 22148 w 318575"/>
                <a:gd name="csY22" fmla="*/ 94994 h 153513"/>
                <a:gd name="csX23" fmla="*/ 18355 w 318575"/>
                <a:gd name="csY23" fmla="*/ 84190 h 153513"/>
                <a:gd name="csX24" fmla="*/ 0 w 318575"/>
                <a:gd name="csY24" fmla="*/ 70915 h 153513"/>
                <a:gd name="csX25" fmla="*/ 27160 w 318575"/>
                <a:gd name="csY25" fmla="*/ 64514 h 153513"/>
                <a:gd name="csX26" fmla="*/ 47649 w 318575"/>
                <a:gd name="csY26" fmla="*/ 41553 h 153513"/>
                <a:gd name="csX27" fmla="*/ 63668 w 318575"/>
                <a:gd name="csY27" fmla="*/ 18592 h 153513"/>
                <a:gd name="csX28" fmla="*/ 84360 w 318575"/>
                <a:gd name="csY28" fmla="*/ 11481 h 153513"/>
                <a:gd name="csX29" fmla="*/ 98956 w 318575"/>
                <a:gd name="csY29" fmla="*/ 4233 h 153513"/>
                <a:gd name="csX30" fmla="*/ 119919 w 318575"/>
                <a:gd name="csY30" fmla="*/ 7958 h 153513"/>
                <a:gd name="csX31" fmla="*/ 141627 w 318575"/>
                <a:gd name="csY31" fmla="*/ 8094 h 153513"/>
                <a:gd name="csX32" fmla="*/ 157340 w 318575"/>
                <a:gd name="csY32" fmla="*/ 16357 h 153513"/>
                <a:gd name="csX33" fmla="*/ 168922 w 318575"/>
                <a:gd name="csY33" fmla="*/ 11176 h 153513"/>
                <a:gd name="csX34" fmla="*/ 193916 w 318575"/>
                <a:gd name="csY34" fmla="*/ 7925 h 153513"/>
                <a:gd name="csX35" fmla="*/ 202416 w 318575"/>
                <a:gd name="csY35" fmla="*/ 0 h 153513"/>
                <a:gd name="csX36" fmla="*/ 216707 w 318575"/>
                <a:gd name="csY36" fmla="*/ 0 h 153513"/>
                <a:gd name="csX37" fmla="*/ 227036 w 318575"/>
                <a:gd name="csY37" fmla="*/ 3319 h 153513"/>
                <a:gd name="csX38" fmla="*/ 237535 w 318575"/>
                <a:gd name="csY38" fmla="*/ 13343 h 153513"/>
                <a:gd name="csX39" fmla="*/ 248270 w 318575"/>
                <a:gd name="csY39" fmla="*/ 27635 h 153513"/>
                <a:gd name="csX40" fmla="*/ 267811 w 318575"/>
                <a:gd name="csY40" fmla="*/ 47785 h 153513"/>
                <a:gd name="csX41" fmla="*/ 268895 w 318575"/>
                <a:gd name="csY41" fmla="*/ 62618 h 153513"/>
                <a:gd name="csX42" fmla="*/ 265305 w 318575"/>
                <a:gd name="csY42" fmla="*/ 77079 h 153513"/>
                <a:gd name="csX43" fmla="*/ 271400 w 318575"/>
                <a:gd name="csY43" fmla="*/ 92555 h 1535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318575" h="153513">
                  <a:moveTo>
                    <a:pt x="271400" y="92555"/>
                  </a:moveTo>
                  <a:lnTo>
                    <a:pt x="286505" y="98787"/>
                  </a:lnTo>
                  <a:lnTo>
                    <a:pt x="302422" y="93334"/>
                  </a:lnTo>
                  <a:lnTo>
                    <a:pt x="317763" y="99159"/>
                  </a:lnTo>
                  <a:lnTo>
                    <a:pt x="318576" y="107897"/>
                  </a:lnTo>
                  <a:lnTo>
                    <a:pt x="302151" y="115178"/>
                  </a:lnTo>
                  <a:lnTo>
                    <a:pt x="291856" y="111994"/>
                  </a:lnTo>
                  <a:lnTo>
                    <a:pt x="282373" y="152870"/>
                  </a:lnTo>
                  <a:lnTo>
                    <a:pt x="262460" y="149314"/>
                  </a:lnTo>
                  <a:lnTo>
                    <a:pt x="237806" y="136987"/>
                  </a:lnTo>
                  <a:lnTo>
                    <a:pt x="197946" y="144878"/>
                  </a:lnTo>
                  <a:lnTo>
                    <a:pt x="181148" y="153514"/>
                  </a:lnTo>
                  <a:lnTo>
                    <a:pt x="131433" y="151719"/>
                  </a:lnTo>
                  <a:lnTo>
                    <a:pt x="105390" y="146436"/>
                  </a:lnTo>
                  <a:lnTo>
                    <a:pt x="92285" y="148908"/>
                  </a:lnTo>
                  <a:lnTo>
                    <a:pt x="82531" y="134989"/>
                  </a:lnTo>
                  <a:lnTo>
                    <a:pt x="76333" y="129097"/>
                  </a:lnTo>
                  <a:lnTo>
                    <a:pt x="84190" y="123373"/>
                  </a:lnTo>
                  <a:lnTo>
                    <a:pt x="75826" y="119140"/>
                  </a:lnTo>
                  <a:lnTo>
                    <a:pt x="65192" y="126760"/>
                  </a:lnTo>
                  <a:lnTo>
                    <a:pt x="45448" y="116905"/>
                  </a:lnTo>
                  <a:lnTo>
                    <a:pt x="42806" y="102952"/>
                  </a:lnTo>
                  <a:lnTo>
                    <a:pt x="22148" y="94994"/>
                  </a:lnTo>
                  <a:lnTo>
                    <a:pt x="18355" y="84190"/>
                  </a:lnTo>
                  <a:lnTo>
                    <a:pt x="0" y="70915"/>
                  </a:lnTo>
                  <a:lnTo>
                    <a:pt x="27160" y="64514"/>
                  </a:lnTo>
                  <a:lnTo>
                    <a:pt x="47649" y="41553"/>
                  </a:lnTo>
                  <a:lnTo>
                    <a:pt x="63668" y="18592"/>
                  </a:lnTo>
                  <a:lnTo>
                    <a:pt x="84360" y="11481"/>
                  </a:lnTo>
                  <a:lnTo>
                    <a:pt x="98956" y="4233"/>
                  </a:lnTo>
                  <a:lnTo>
                    <a:pt x="119919" y="7958"/>
                  </a:lnTo>
                  <a:lnTo>
                    <a:pt x="141627" y="8094"/>
                  </a:lnTo>
                  <a:lnTo>
                    <a:pt x="157340" y="16357"/>
                  </a:lnTo>
                  <a:lnTo>
                    <a:pt x="168922" y="11176"/>
                  </a:lnTo>
                  <a:lnTo>
                    <a:pt x="193916" y="7925"/>
                  </a:lnTo>
                  <a:lnTo>
                    <a:pt x="202416" y="0"/>
                  </a:lnTo>
                  <a:lnTo>
                    <a:pt x="216707" y="0"/>
                  </a:lnTo>
                  <a:lnTo>
                    <a:pt x="227036" y="3319"/>
                  </a:lnTo>
                  <a:lnTo>
                    <a:pt x="237535" y="13343"/>
                  </a:lnTo>
                  <a:lnTo>
                    <a:pt x="248270" y="27635"/>
                  </a:lnTo>
                  <a:lnTo>
                    <a:pt x="267811" y="47785"/>
                  </a:lnTo>
                  <a:lnTo>
                    <a:pt x="268895" y="62618"/>
                  </a:lnTo>
                  <a:lnTo>
                    <a:pt x="265305" y="77079"/>
                  </a:lnTo>
                  <a:lnTo>
                    <a:pt x="271400" y="9255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2" name="Forma libre: forma 121">
              <a:extLst>
                <a:ext uri="{FF2B5EF4-FFF2-40B4-BE49-F238E27FC236}">
                  <a16:creationId xmlns:a16="http://schemas.microsoft.com/office/drawing/2014/main" id="{7D8C03CD-B10D-E1DA-FB21-A31B660DD3B5}"/>
                </a:ext>
              </a:extLst>
            </p:cNvPr>
            <p:cNvSpPr/>
            <p:nvPr/>
          </p:nvSpPr>
          <p:spPr>
            <a:xfrm>
              <a:off x="6808926" y="1519881"/>
              <a:ext cx="187345" cy="83547"/>
            </a:xfrm>
            <a:custGeom>
              <a:avLst/>
              <a:gdLst>
                <a:gd name="csX0" fmla="*/ 184162 w 187345"/>
                <a:gd name="csY0" fmla="*/ 25670 h 83547"/>
                <a:gd name="csX1" fmla="*/ 187346 w 187345"/>
                <a:gd name="csY1" fmla="*/ 40842 h 83547"/>
                <a:gd name="csX2" fmla="*/ 159576 w 187345"/>
                <a:gd name="csY2" fmla="*/ 51679 h 83547"/>
                <a:gd name="csX3" fmla="*/ 151719 w 187345"/>
                <a:gd name="csY3" fmla="*/ 70813 h 83547"/>
                <a:gd name="csX4" fmla="*/ 114975 w 187345"/>
                <a:gd name="csY4" fmla="*/ 83547 h 83547"/>
                <a:gd name="csX5" fmla="*/ 82226 w 187345"/>
                <a:gd name="csY5" fmla="*/ 83344 h 83547"/>
                <a:gd name="csX6" fmla="*/ 74099 w 187345"/>
                <a:gd name="csY6" fmla="*/ 72879 h 83547"/>
                <a:gd name="csX7" fmla="*/ 56725 w 187345"/>
                <a:gd name="csY7" fmla="*/ 69256 h 83547"/>
                <a:gd name="csX8" fmla="*/ 54016 w 187345"/>
                <a:gd name="csY8" fmla="*/ 60620 h 83547"/>
                <a:gd name="csX9" fmla="*/ 57639 w 187345"/>
                <a:gd name="csY9" fmla="*/ 51341 h 83547"/>
                <a:gd name="csX10" fmla="*/ 42671 w 187345"/>
                <a:gd name="csY10" fmla="*/ 45990 h 83547"/>
                <a:gd name="csX11" fmla="*/ 7180 w 187345"/>
                <a:gd name="csY11" fmla="*/ 40063 h 83547"/>
                <a:gd name="csX12" fmla="*/ 0 w 187345"/>
                <a:gd name="csY12" fmla="*/ 11582 h 83547"/>
                <a:gd name="csX13" fmla="*/ 38777 w 187345"/>
                <a:gd name="csY13" fmla="*/ 1185 h 83547"/>
                <a:gd name="csX14" fmla="*/ 95570 w 187345"/>
                <a:gd name="csY14" fmla="*/ 3353 h 83547"/>
                <a:gd name="csX15" fmla="*/ 128859 w 187345"/>
                <a:gd name="csY15" fmla="*/ 0 h 83547"/>
                <a:gd name="csX16" fmla="*/ 133601 w 187345"/>
                <a:gd name="csY16" fmla="*/ 7044 h 83547"/>
                <a:gd name="csX17" fmla="*/ 151617 w 187345"/>
                <a:gd name="csY17" fmla="*/ 9245 h 83547"/>
                <a:gd name="csX18" fmla="*/ 184162 w 187345"/>
                <a:gd name="csY18" fmla="*/ 25670 h 83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87345" h="83547">
                  <a:moveTo>
                    <a:pt x="184162" y="25670"/>
                  </a:moveTo>
                  <a:lnTo>
                    <a:pt x="187346" y="40842"/>
                  </a:lnTo>
                  <a:lnTo>
                    <a:pt x="159576" y="51679"/>
                  </a:lnTo>
                  <a:lnTo>
                    <a:pt x="151719" y="70813"/>
                  </a:lnTo>
                  <a:lnTo>
                    <a:pt x="114975" y="83547"/>
                  </a:lnTo>
                  <a:lnTo>
                    <a:pt x="82226" y="83344"/>
                  </a:lnTo>
                  <a:lnTo>
                    <a:pt x="74099" y="72879"/>
                  </a:lnTo>
                  <a:lnTo>
                    <a:pt x="56725" y="69256"/>
                  </a:lnTo>
                  <a:lnTo>
                    <a:pt x="54016" y="60620"/>
                  </a:lnTo>
                  <a:lnTo>
                    <a:pt x="57639" y="51341"/>
                  </a:lnTo>
                  <a:lnTo>
                    <a:pt x="42671" y="45990"/>
                  </a:lnTo>
                  <a:lnTo>
                    <a:pt x="7180" y="40063"/>
                  </a:lnTo>
                  <a:lnTo>
                    <a:pt x="0" y="11582"/>
                  </a:lnTo>
                  <a:lnTo>
                    <a:pt x="38777" y="1185"/>
                  </a:lnTo>
                  <a:lnTo>
                    <a:pt x="95570" y="3353"/>
                  </a:lnTo>
                  <a:lnTo>
                    <a:pt x="128859" y="0"/>
                  </a:lnTo>
                  <a:lnTo>
                    <a:pt x="133601" y="7044"/>
                  </a:lnTo>
                  <a:lnTo>
                    <a:pt x="151617" y="9245"/>
                  </a:lnTo>
                  <a:lnTo>
                    <a:pt x="184162" y="2567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3" name="Forma libre: forma 122">
              <a:extLst>
                <a:ext uri="{FF2B5EF4-FFF2-40B4-BE49-F238E27FC236}">
                  <a16:creationId xmlns:a16="http://schemas.microsoft.com/office/drawing/2014/main" id="{64FBAE62-8A1C-95B8-3052-05D712AE0615}"/>
                </a:ext>
              </a:extLst>
            </p:cNvPr>
            <p:cNvSpPr/>
            <p:nvPr/>
          </p:nvSpPr>
          <p:spPr>
            <a:xfrm>
              <a:off x="6808926" y="1465798"/>
              <a:ext cx="241158" cy="79753"/>
            </a:xfrm>
            <a:custGeom>
              <a:avLst/>
              <a:gdLst>
                <a:gd name="csX0" fmla="*/ 211052 w 241158"/>
                <a:gd name="csY0" fmla="*/ 16764 h 79753"/>
                <a:gd name="csX1" fmla="*/ 227375 w 241158"/>
                <a:gd name="csY1" fmla="*/ 24587 h 79753"/>
                <a:gd name="csX2" fmla="*/ 230254 w 241158"/>
                <a:gd name="csY2" fmla="*/ 41012 h 79753"/>
                <a:gd name="csX3" fmla="*/ 241159 w 241158"/>
                <a:gd name="csY3" fmla="*/ 60992 h 79753"/>
                <a:gd name="csX4" fmla="*/ 204753 w 241158"/>
                <a:gd name="csY4" fmla="*/ 74065 h 79753"/>
                <a:gd name="csX5" fmla="*/ 184162 w 241158"/>
                <a:gd name="csY5" fmla="*/ 79754 h 79753"/>
                <a:gd name="csX6" fmla="*/ 151617 w 241158"/>
                <a:gd name="csY6" fmla="*/ 63329 h 79753"/>
                <a:gd name="csX7" fmla="*/ 133601 w 241158"/>
                <a:gd name="csY7" fmla="*/ 61128 h 79753"/>
                <a:gd name="csX8" fmla="*/ 128859 w 241158"/>
                <a:gd name="csY8" fmla="*/ 54084 h 79753"/>
                <a:gd name="csX9" fmla="*/ 95570 w 241158"/>
                <a:gd name="csY9" fmla="*/ 57437 h 79753"/>
                <a:gd name="csX10" fmla="*/ 38777 w 241158"/>
                <a:gd name="csY10" fmla="*/ 55269 h 79753"/>
                <a:gd name="csX11" fmla="*/ 0 w 241158"/>
                <a:gd name="csY11" fmla="*/ 65666 h 79753"/>
                <a:gd name="csX12" fmla="*/ 1151 w 241158"/>
                <a:gd name="csY12" fmla="*/ 40165 h 79753"/>
                <a:gd name="csX13" fmla="*/ 17813 w 241158"/>
                <a:gd name="csY13" fmla="*/ 18897 h 79753"/>
                <a:gd name="csX14" fmla="*/ 49715 w 241158"/>
                <a:gd name="csY14" fmla="*/ 7349 h 79753"/>
                <a:gd name="csX15" fmla="*/ 76604 w 241158"/>
                <a:gd name="csY15" fmla="*/ 32647 h 79753"/>
                <a:gd name="csX16" fmla="*/ 103799 w 241158"/>
                <a:gd name="csY16" fmla="*/ 31969 h 79753"/>
                <a:gd name="csX17" fmla="*/ 110301 w 241158"/>
                <a:gd name="csY17" fmla="*/ 5994 h 79753"/>
                <a:gd name="csX18" fmla="*/ 139154 w 241158"/>
                <a:gd name="csY18" fmla="*/ 0 h 79753"/>
                <a:gd name="csX19" fmla="*/ 153988 w 241158"/>
                <a:gd name="csY19" fmla="*/ 4132 h 79753"/>
                <a:gd name="csX20" fmla="*/ 183147 w 241158"/>
                <a:gd name="csY20" fmla="*/ 16730 h 79753"/>
                <a:gd name="csX21" fmla="*/ 211052 w 241158"/>
                <a:gd name="csY21" fmla="*/ 16764 h 79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241158" h="79753">
                  <a:moveTo>
                    <a:pt x="211052" y="16764"/>
                  </a:moveTo>
                  <a:lnTo>
                    <a:pt x="227375" y="24587"/>
                  </a:lnTo>
                  <a:lnTo>
                    <a:pt x="230254" y="41012"/>
                  </a:lnTo>
                  <a:lnTo>
                    <a:pt x="241159" y="60992"/>
                  </a:lnTo>
                  <a:lnTo>
                    <a:pt x="204753" y="74065"/>
                  </a:lnTo>
                  <a:lnTo>
                    <a:pt x="184162" y="79754"/>
                  </a:lnTo>
                  <a:lnTo>
                    <a:pt x="151617" y="63329"/>
                  </a:lnTo>
                  <a:lnTo>
                    <a:pt x="133601" y="61128"/>
                  </a:lnTo>
                  <a:lnTo>
                    <a:pt x="128859" y="54084"/>
                  </a:lnTo>
                  <a:lnTo>
                    <a:pt x="95570" y="57437"/>
                  </a:lnTo>
                  <a:lnTo>
                    <a:pt x="38777" y="55269"/>
                  </a:lnTo>
                  <a:lnTo>
                    <a:pt x="0" y="65666"/>
                  </a:lnTo>
                  <a:lnTo>
                    <a:pt x="1151" y="40165"/>
                  </a:lnTo>
                  <a:lnTo>
                    <a:pt x="17813" y="18897"/>
                  </a:lnTo>
                  <a:lnTo>
                    <a:pt x="49715" y="7349"/>
                  </a:lnTo>
                  <a:lnTo>
                    <a:pt x="76604" y="32647"/>
                  </a:lnTo>
                  <a:lnTo>
                    <a:pt x="103799" y="31969"/>
                  </a:lnTo>
                  <a:lnTo>
                    <a:pt x="110301" y="5994"/>
                  </a:lnTo>
                  <a:lnTo>
                    <a:pt x="139154" y="0"/>
                  </a:lnTo>
                  <a:lnTo>
                    <a:pt x="153988" y="4132"/>
                  </a:lnTo>
                  <a:lnTo>
                    <a:pt x="183147" y="16730"/>
                  </a:lnTo>
                  <a:lnTo>
                    <a:pt x="211052" y="1676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4" name="Forma libre: forma 123">
              <a:extLst>
                <a:ext uri="{FF2B5EF4-FFF2-40B4-BE49-F238E27FC236}">
                  <a16:creationId xmlns:a16="http://schemas.microsoft.com/office/drawing/2014/main" id="{C69ECFB3-2587-DD82-02B3-F22436EDDF1A}"/>
                </a:ext>
              </a:extLst>
            </p:cNvPr>
            <p:cNvSpPr/>
            <p:nvPr/>
          </p:nvSpPr>
          <p:spPr>
            <a:xfrm>
              <a:off x="6886275" y="1410224"/>
              <a:ext cx="162285" cy="72337"/>
            </a:xfrm>
            <a:custGeom>
              <a:avLst/>
              <a:gdLst>
                <a:gd name="csX0" fmla="*/ 157171 w 162285"/>
                <a:gd name="csY0" fmla="*/ 4606 h 72337"/>
                <a:gd name="csX1" fmla="*/ 157171 w 162285"/>
                <a:gd name="csY1" fmla="*/ 4606 h 72337"/>
                <a:gd name="csX2" fmla="*/ 162285 w 162285"/>
                <a:gd name="csY2" fmla="*/ 10498 h 72337"/>
                <a:gd name="csX3" fmla="*/ 138173 w 162285"/>
                <a:gd name="csY3" fmla="*/ 30005 h 72337"/>
                <a:gd name="csX4" fmla="*/ 148231 w 162285"/>
                <a:gd name="csY4" fmla="*/ 61602 h 72337"/>
                <a:gd name="csX5" fmla="*/ 133702 w 162285"/>
                <a:gd name="csY5" fmla="*/ 72337 h 72337"/>
                <a:gd name="csX6" fmla="*/ 105797 w 162285"/>
                <a:gd name="csY6" fmla="*/ 72303 h 72337"/>
                <a:gd name="csX7" fmla="*/ 76638 w 162285"/>
                <a:gd name="csY7" fmla="*/ 59705 h 72337"/>
                <a:gd name="csX8" fmla="*/ 61805 w 162285"/>
                <a:gd name="csY8" fmla="*/ 55574 h 72337"/>
                <a:gd name="csX9" fmla="*/ 32952 w 162285"/>
                <a:gd name="csY9" fmla="*/ 61568 h 72337"/>
                <a:gd name="csX10" fmla="*/ 36880 w 162285"/>
                <a:gd name="csY10" fmla="*/ 41587 h 72337"/>
                <a:gd name="csX11" fmla="*/ 24418 w 162285"/>
                <a:gd name="csY11" fmla="*/ 45854 h 72337"/>
                <a:gd name="csX12" fmla="*/ 2947 w 162285"/>
                <a:gd name="csY12" fmla="*/ 33798 h 72337"/>
                <a:gd name="csX13" fmla="*/ 0 w 162285"/>
                <a:gd name="csY13" fmla="*/ 14359 h 72337"/>
                <a:gd name="csX14" fmla="*/ 42807 w 162285"/>
                <a:gd name="csY14" fmla="*/ 4911 h 72337"/>
                <a:gd name="csX15" fmla="*/ 85477 w 162285"/>
                <a:gd name="csY15" fmla="*/ 0 h 72337"/>
                <a:gd name="csX16" fmla="*/ 122222 w 162285"/>
                <a:gd name="csY16" fmla="*/ 5588 h 72337"/>
                <a:gd name="csX17" fmla="*/ 157171 w 162285"/>
                <a:gd name="csY17" fmla="*/ 4606 h 72337"/>
                <a:gd name="csX18" fmla="*/ 157171 w 162285"/>
                <a:gd name="csY18" fmla="*/ 4606 h 72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162285" h="72337">
                  <a:moveTo>
                    <a:pt x="157171" y="4606"/>
                  </a:moveTo>
                  <a:lnTo>
                    <a:pt x="157171" y="4606"/>
                  </a:lnTo>
                  <a:lnTo>
                    <a:pt x="162285" y="10498"/>
                  </a:lnTo>
                  <a:lnTo>
                    <a:pt x="138173" y="30005"/>
                  </a:lnTo>
                  <a:lnTo>
                    <a:pt x="148231" y="61602"/>
                  </a:lnTo>
                  <a:lnTo>
                    <a:pt x="133702" y="72337"/>
                  </a:lnTo>
                  <a:lnTo>
                    <a:pt x="105797" y="72303"/>
                  </a:lnTo>
                  <a:lnTo>
                    <a:pt x="76638" y="59705"/>
                  </a:lnTo>
                  <a:lnTo>
                    <a:pt x="61805" y="55574"/>
                  </a:lnTo>
                  <a:lnTo>
                    <a:pt x="32952" y="61568"/>
                  </a:lnTo>
                  <a:lnTo>
                    <a:pt x="36880" y="41587"/>
                  </a:lnTo>
                  <a:lnTo>
                    <a:pt x="24418" y="45854"/>
                  </a:lnTo>
                  <a:lnTo>
                    <a:pt x="2947" y="33798"/>
                  </a:lnTo>
                  <a:lnTo>
                    <a:pt x="0" y="14359"/>
                  </a:lnTo>
                  <a:lnTo>
                    <a:pt x="42807" y="4911"/>
                  </a:lnTo>
                  <a:lnTo>
                    <a:pt x="85477" y="0"/>
                  </a:lnTo>
                  <a:lnTo>
                    <a:pt x="122222" y="5588"/>
                  </a:lnTo>
                  <a:lnTo>
                    <a:pt x="157171" y="4606"/>
                  </a:lnTo>
                  <a:lnTo>
                    <a:pt x="157171" y="460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5" name="Forma libre: forma 124">
              <a:extLst>
                <a:ext uri="{FF2B5EF4-FFF2-40B4-BE49-F238E27FC236}">
                  <a16:creationId xmlns:a16="http://schemas.microsoft.com/office/drawing/2014/main" id="{9F5768F3-8FF0-997E-7ADF-BCAA58C74C35}"/>
                </a:ext>
              </a:extLst>
            </p:cNvPr>
            <p:cNvSpPr/>
            <p:nvPr/>
          </p:nvSpPr>
          <p:spPr>
            <a:xfrm>
              <a:off x="6298669" y="1566955"/>
              <a:ext cx="305740" cy="260123"/>
            </a:xfrm>
            <a:custGeom>
              <a:avLst/>
              <a:gdLst>
                <a:gd name="csX0" fmla="*/ 275363 w 305740"/>
                <a:gd name="csY0" fmla="*/ 41520 h 260123"/>
                <a:gd name="csX1" fmla="*/ 283254 w 305740"/>
                <a:gd name="csY1" fmla="*/ 58757 h 260123"/>
                <a:gd name="csX2" fmla="*/ 273839 w 305740"/>
                <a:gd name="csY2" fmla="*/ 67799 h 260123"/>
                <a:gd name="csX3" fmla="*/ 286132 w 305740"/>
                <a:gd name="csY3" fmla="*/ 79856 h 260123"/>
                <a:gd name="csX4" fmla="*/ 294497 w 305740"/>
                <a:gd name="csY4" fmla="*/ 97974 h 260123"/>
                <a:gd name="csX5" fmla="*/ 291856 w 305740"/>
                <a:gd name="csY5" fmla="*/ 109658 h 260123"/>
                <a:gd name="csX6" fmla="*/ 305741 w 305740"/>
                <a:gd name="csY6" fmla="*/ 131264 h 260123"/>
                <a:gd name="csX7" fmla="*/ 290637 w 305740"/>
                <a:gd name="csY7" fmla="*/ 134820 h 260123"/>
                <a:gd name="csX8" fmla="*/ 281696 w 305740"/>
                <a:gd name="csY8" fmla="*/ 130925 h 260123"/>
                <a:gd name="csX9" fmla="*/ 273196 w 305740"/>
                <a:gd name="csY9" fmla="*/ 137360 h 260123"/>
                <a:gd name="csX10" fmla="*/ 248880 w 305740"/>
                <a:gd name="csY10" fmla="*/ 143930 h 260123"/>
                <a:gd name="csX11" fmla="*/ 236316 w 305740"/>
                <a:gd name="csY11" fmla="*/ 152362 h 260123"/>
                <a:gd name="csX12" fmla="*/ 211695 w 305740"/>
                <a:gd name="csY12" fmla="*/ 159745 h 260123"/>
                <a:gd name="csX13" fmla="*/ 217622 w 305740"/>
                <a:gd name="csY13" fmla="*/ 169803 h 260123"/>
                <a:gd name="csX14" fmla="*/ 221211 w 305740"/>
                <a:gd name="csY14" fmla="*/ 184095 h 260123"/>
                <a:gd name="csX15" fmla="*/ 238483 w 305740"/>
                <a:gd name="csY15" fmla="*/ 192222 h 260123"/>
                <a:gd name="csX16" fmla="*/ 257617 w 305740"/>
                <a:gd name="csY16" fmla="*/ 206785 h 260123"/>
                <a:gd name="csX17" fmla="*/ 245663 w 305740"/>
                <a:gd name="csY17" fmla="*/ 222397 h 260123"/>
                <a:gd name="csX18" fmla="*/ 233505 w 305740"/>
                <a:gd name="csY18" fmla="*/ 226698 h 260123"/>
                <a:gd name="csX19" fmla="*/ 238314 w 305740"/>
                <a:gd name="csY19" fmla="*/ 248745 h 260123"/>
                <a:gd name="csX20" fmla="*/ 235164 w 305740"/>
                <a:gd name="csY20" fmla="*/ 254502 h 260123"/>
                <a:gd name="csX21" fmla="*/ 224598 w 305740"/>
                <a:gd name="csY21" fmla="*/ 247593 h 260123"/>
                <a:gd name="csX22" fmla="*/ 208343 w 305740"/>
                <a:gd name="csY22" fmla="*/ 246543 h 260123"/>
                <a:gd name="csX23" fmla="*/ 184128 w 305740"/>
                <a:gd name="csY23" fmla="*/ 252605 h 260123"/>
                <a:gd name="csX24" fmla="*/ 154293 w 305740"/>
                <a:gd name="csY24" fmla="*/ 251183 h 260123"/>
                <a:gd name="csX25" fmla="*/ 149450 w 305740"/>
                <a:gd name="csY25" fmla="*/ 260124 h 260123"/>
                <a:gd name="csX26" fmla="*/ 132314 w 305740"/>
                <a:gd name="csY26" fmla="*/ 250709 h 260123"/>
                <a:gd name="csX27" fmla="*/ 122086 w 305740"/>
                <a:gd name="csY27" fmla="*/ 252571 h 260123"/>
                <a:gd name="csX28" fmla="*/ 85816 w 305740"/>
                <a:gd name="csY28" fmla="*/ 242208 h 260123"/>
                <a:gd name="csX29" fmla="*/ 78840 w 305740"/>
                <a:gd name="csY29" fmla="*/ 249557 h 260123"/>
                <a:gd name="csX30" fmla="*/ 50054 w 305740"/>
                <a:gd name="csY30" fmla="*/ 249320 h 260123"/>
                <a:gd name="csX31" fmla="*/ 54354 w 305740"/>
                <a:gd name="csY31" fmla="*/ 225208 h 260123"/>
                <a:gd name="csX32" fmla="*/ 71457 w 305740"/>
                <a:gd name="csY32" fmla="*/ 202010 h 260123"/>
                <a:gd name="csX33" fmla="*/ 22656 w 305740"/>
                <a:gd name="csY33" fmla="*/ 195778 h 260123"/>
                <a:gd name="csX34" fmla="*/ 6672 w 305740"/>
                <a:gd name="csY34" fmla="*/ 186906 h 260123"/>
                <a:gd name="csX35" fmla="*/ 8602 w 305740"/>
                <a:gd name="csY35" fmla="*/ 172072 h 260123"/>
                <a:gd name="csX36" fmla="*/ 1829 w 305740"/>
                <a:gd name="csY36" fmla="*/ 164419 h 260123"/>
                <a:gd name="csX37" fmla="*/ 5689 w 305740"/>
                <a:gd name="csY37" fmla="*/ 141525 h 260123"/>
                <a:gd name="csX38" fmla="*/ 0 w 305740"/>
                <a:gd name="csY38" fmla="*/ 106034 h 260123"/>
                <a:gd name="csX39" fmla="*/ 20320 w 305740"/>
                <a:gd name="csY39" fmla="*/ 106034 h 260123"/>
                <a:gd name="csX40" fmla="*/ 28922 w 305740"/>
                <a:gd name="csY40" fmla="*/ 93300 h 260123"/>
                <a:gd name="csX41" fmla="*/ 37354 w 305740"/>
                <a:gd name="csY41" fmla="*/ 62279 h 260123"/>
                <a:gd name="csX42" fmla="*/ 31021 w 305740"/>
                <a:gd name="csY42" fmla="*/ 50833 h 260123"/>
                <a:gd name="csX43" fmla="*/ 37625 w 305740"/>
                <a:gd name="csY43" fmla="*/ 43653 h 260123"/>
                <a:gd name="csX44" fmla="*/ 65937 w 305740"/>
                <a:gd name="csY44" fmla="*/ 41824 h 260123"/>
                <a:gd name="csX45" fmla="*/ 72236 w 305740"/>
                <a:gd name="csY45" fmla="*/ 49275 h 260123"/>
                <a:gd name="csX46" fmla="*/ 95231 w 305740"/>
                <a:gd name="csY46" fmla="*/ 32579 h 260123"/>
                <a:gd name="csX47" fmla="*/ 87476 w 305740"/>
                <a:gd name="csY47" fmla="*/ 19879 h 260123"/>
                <a:gd name="csX48" fmla="*/ 85918 w 305740"/>
                <a:gd name="csY48" fmla="*/ 677 h 260123"/>
                <a:gd name="csX49" fmla="*/ 111520 w 305740"/>
                <a:gd name="csY49" fmla="*/ 5148 h 260123"/>
                <a:gd name="csX50" fmla="*/ 133194 w 305740"/>
                <a:gd name="csY50" fmla="*/ 0 h 260123"/>
                <a:gd name="csX51" fmla="*/ 133804 w 305740"/>
                <a:gd name="csY51" fmla="*/ 13072 h 260123"/>
                <a:gd name="csX52" fmla="*/ 168008 w 305740"/>
                <a:gd name="csY52" fmla="*/ 20963 h 260123"/>
                <a:gd name="csX53" fmla="*/ 167636 w 305740"/>
                <a:gd name="csY53" fmla="*/ 32985 h 260123"/>
                <a:gd name="csX54" fmla="*/ 202077 w 305740"/>
                <a:gd name="csY54" fmla="*/ 26652 h 260123"/>
                <a:gd name="csX55" fmla="*/ 221110 w 305740"/>
                <a:gd name="csY55" fmla="*/ 17373 h 260123"/>
                <a:gd name="csX56" fmla="*/ 259345 w 305740"/>
                <a:gd name="csY56" fmla="*/ 30716 h 260123"/>
                <a:gd name="csX57" fmla="*/ 275363 w 305740"/>
                <a:gd name="csY57" fmla="*/ 41520 h 2601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305740" h="260123">
                  <a:moveTo>
                    <a:pt x="275363" y="41520"/>
                  </a:moveTo>
                  <a:lnTo>
                    <a:pt x="283254" y="58757"/>
                  </a:lnTo>
                  <a:lnTo>
                    <a:pt x="273839" y="67799"/>
                  </a:lnTo>
                  <a:lnTo>
                    <a:pt x="286132" y="79856"/>
                  </a:lnTo>
                  <a:lnTo>
                    <a:pt x="294497" y="97974"/>
                  </a:lnTo>
                  <a:lnTo>
                    <a:pt x="291856" y="109658"/>
                  </a:lnTo>
                  <a:lnTo>
                    <a:pt x="305741" y="131264"/>
                  </a:lnTo>
                  <a:lnTo>
                    <a:pt x="290637" y="134820"/>
                  </a:lnTo>
                  <a:lnTo>
                    <a:pt x="281696" y="130925"/>
                  </a:lnTo>
                  <a:lnTo>
                    <a:pt x="273196" y="137360"/>
                  </a:lnTo>
                  <a:lnTo>
                    <a:pt x="248880" y="143930"/>
                  </a:lnTo>
                  <a:lnTo>
                    <a:pt x="236316" y="152362"/>
                  </a:lnTo>
                  <a:lnTo>
                    <a:pt x="211695" y="159745"/>
                  </a:lnTo>
                  <a:lnTo>
                    <a:pt x="217622" y="169803"/>
                  </a:lnTo>
                  <a:lnTo>
                    <a:pt x="221211" y="184095"/>
                  </a:lnTo>
                  <a:lnTo>
                    <a:pt x="238483" y="192222"/>
                  </a:lnTo>
                  <a:lnTo>
                    <a:pt x="257617" y="206785"/>
                  </a:lnTo>
                  <a:lnTo>
                    <a:pt x="245663" y="222397"/>
                  </a:lnTo>
                  <a:lnTo>
                    <a:pt x="233505" y="226698"/>
                  </a:lnTo>
                  <a:lnTo>
                    <a:pt x="238314" y="248745"/>
                  </a:lnTo>
                  <a:lnTo>
                    <a:pt x="235164" y="254502"/>
                  </a:lnTo>
                  <a:lnTo>
                    <a:pt x="224598" y="247593"/>
                  </a:lnTo>
                  <a:lnTo>
                    <a:pt x="208343" y="246543"/>
                  </a:lnTo>
                  <a:lnTo>
                    <a:pt x="184128" y="252605"/>
                  </a:lnTo>
                  <a:lnTo>
                    <a:pt x="154293" y="251183"/>
                  </a:lnTo>
                  <a:lnTo>
                    <a:pt x="149450" y="260124"/>
                  </a:lnTo>
                  <a:lnTo>
                    <a:pt x="132314" y="250709"/>
                  </a:lnTo>
                  <a:lnTo>
                    <a:pt x="122086" y="252571"/>
                  </a:lnTo>
                  <a:lnTo>
                    <a:pt x="85816" y="242208"/>
                  </a:lnTo>
                  <a:lnTo>
                    <a:pt x="78840" y="249557"/>
                  </a:lnTo>
                  <a:lnTo>
                    <a:pt x="50054" y="249320"/>
                  </a:lnTo>
                  <a:lnTo>
                    <a:pt x="54354" y="225208"/>
                  </a:lnTo>
                  <a:lnTo>
                    <a:pt x="71457" y="202010"/>
                  </a:lnTo>
                  <a:lnTo>
                    <a:pt x="22656" y="195778"/>
                  </a:lnTo>
                  <a:lnTo>
                    <a:pt x="6672" y="186906"/>
                  </a:lnTo>
                  <a:lnTo>
                    <a:pt x="8602" y="172072"/>
                  </a:lnTo>
                  <a:lnTo>
                    <a:pt x="1829" y="164419"/>
                  </a:lnTo>
                  <a:lnTo>
                    <a:pt x="5689" y="141525"/>
                  </a:lnTo>
                  <a:lnTo>
                    <a:pt x="0" y="106034"/>
                  </a:lnTo>
                  <a:lnTo>
                    <a:pt x="20320" y="106034"/>
                  </a:lnTo>
                  <a:lnTo>
                    <a:pt x="28922" y="93300"/>
                  </a:lnTo>
                  <a:lnTo>
                    <a:pt x="37354" y="62279"/>
                  </a:lnTo>
                  <a:lnTo>
                    <a:pt x="31021" y="50833"/>
                  </a:lnTo>
                  <a:lnTo>
                    <a:pt x="37625" y="43653"/>
                  </a:lnTo>
                  <a:lnTo>
                    <a:pt x="65937" y="41824"/>
                  </a:lnTo>
                  <a:lnTo>
                    <a:pt x="72236" y="49275"/>
                  </a:lnTo>
                  <a:lnTo>
                    <a:pt x="95231" y="32579"/>
                  </a:lnTo>
                  <a:lnTo>
                    <a:pt x="87476" y="19879"/>
                  </a:lnTo>
                  <a:lnTo>
                    <a:pt x="85918" y="677"/>
                  </a:lnTo>
                  <a:lnTo>
                    <a:pt x="111520" y="5148"/>
                  </a:lnTo>
                  <a:lnTo>
                    <a:pt x="133194" y="0"/>
                  </a:lnTo>
                  <a:lnTo>
                    <a:pt x="133804" y="13072"/>
                  </a:lnTo>
                  <a:lnTo>
                    <a:pt x="168008" y="20963"/>
                  </a:lnTo>
                  <a:lnTo>
                    <a:pt x="167636" y="32985"/>
                  </a:lnTo>
                  <a:lnTo>
                    <a:pt x="202077" y="26652"/>
                  </a:lnTo>
                  <a:lnTo>
                    <a:pt x="221110" y="17373"/>
                  </a:lnTo>
                  <a:lnTo>
                    <a:pt x="259345" y="30716"/>
                  </a:lnTo>
                  <a:lnTo>
                    <a:pt x="275363" y="4152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6" name="Forma libre: forma 125">
              <a:extLst>
                <a:ext uri="{FF2B5EF4-FFF2-40B4-BE49-F238E27FC236}">
                  <a16:creationId xmlns:a16="http://schemas.microsoft.com/office/drawing/2014/main" id="{E03E2116-06C6-192B-E7CC-CAD48AFA41BE}"/>
                </a:ext>
              </a:extLst>
            </p:cNvPr>
            <p:cNvSpPr/>
            <p:nvPr/>
          </p:nvSpPr>
          <p:spPr>
            <a:xfrm>
              <a:off x="6853798" y="1930945"/>
              <a:ext cx="209189" cy="101631"/>
            </a:xfrm>
            <a:custGeom>
              <a:avLst/>
              <a:gdLst>
                <a:gd name="csX0" fmla="*/ 9347 w 209189"/>
                <a:gd name="csY0" fmla="*/ 0 h 101631"/>
                <a:gd name="csX1" fmla="*/ 19101 w 209189"/>
                <a:gd name="csY1" fmla="*/ 13919 h 101631"/>
                <a:gd name="csX2" fmla="*/ 32207 w 209189"/>
                <a:gd name="csY2" fmla="*/ 11447 h 101631"/>
                <a:gd name="csX3" fmla="*/ 58249 w 209189"/>
                <a:gd name="csY3" fmla="*/ 16730 h 101631"/>
                <a:gd name="csX4" fmla="*/ 107964 w 209189"/>
                <a:gd name="csY4" fmla="*/ 18525 h 101631"/>
                <a:gd name="csX5" fmla="*/ 124762 w 209189"/>
                <a:gd name="csY5" fmla="*/ 9889 h 101631"/>
                <a:gd name="csX6" fmla="*/ 164622 w 209189"/>
                <a:gd name="csY6" fmla="*/ 1998 h 101631"/>
                <a:gd name="csX7" fmla="*/ 189276 w 209189"/>
                <a:gd name="csY7" fmla="*/ 14325 h 101631"/>
                <a:gd name="csX8" fmla="*/ 209189 w 209189"/>
                <a:gd name="csY8" fmla="*/ 17881 h 101631"/>
                <a:gd name="csX9" fmla="*/ 191613 w 209189"/>
                <a:gd name="csY9" fmla="*/ 31902 h 101631"/>
                <a:gd name="csX10" fmla="*/ 179252 w 209189"/>
                <a:gd name="csY10" fmla="*/ 56116 h 101631"/>
                <a:gd name="csX11" fmla="*/ 190190 w 209189"/>
                <a:gd name="csY11" fmla="*/ 75453 h 101631"/>
                <a:gd name="csX12" fmla="*/ 161032 w 209189"/>
                <a:gd name="csY12" fmla="*/ 70915 h 101631"/>
                <a:gd name="csX13" fmla="*/ 126523 w 209189"/>
                <a:gd name="csY13" fmla="*/ 81549 h 101631"/>
                <a:gd name="csX14" fmla="*/ 126150 w 209189"/>
                <a:gd name="csY14" fmla="*/ 98414 h 101631"/>
                <a:gd name="csX15" fmla="*/ 95366 w 209189"/>
                <a:gd name="csY15" fmla="*/ 101631 h 101631"/>
                <a:gd name="csX16" fmla="*/ 71525 w 209189"/>
                <a:gd name="csY16" fmla="*/ 89778 h 101631"/>
                <a:gd name="csX17" fmla="*/ 44398 w 209189"/>
                <a:gd name="csY17" fmla="*/ 99091 h 101631"/>
                <a:gd name="csX18" fmla="*/ 19337 w 209189"/>
                <a:gd name="csY18" fmla="*/ 98109 h 101631"/>
                <a:gd name="csX19" fmla="*/ 16933 w 209189"/>
                <a:gd name="csY19" fmla="*/ 75724 h 101631"/>
                <a:gd name="csX20" fmla="*/ 0 w 209189"/>
                <a:gd name="csY20" fmla="*/ 64853 h 101631"/>
                <a:gd name="csX21" fmla="*/ 5554 w 209189"/>
                <a:gd name="csY21" fmla="*/ 60078 h 101631"/>
                <a:gd name="csX22" fmla="*/ 1896 w 209189"/>
                <a:gd name="csY22" fmla="*/ 56048 h 101631"/>
                <a:gd name="csX23" fmla="*/ 7586 w 209189"/>
                <a:gd name="csY23" fmla="*/ 45245 h 101631"/>
                <a:gd name="csX24" fmla="*/ 20489 w 209189"/>
                <a:gd name="csY24" fmla="*/ 34679 h 101631"/>
                <a:gd name="csX25" fmla="*/ 4030 w 209189"/>
                <a:gd name="csY25" fmla="*/ 20049 h 101631"/>
                <a:gd name="csX26" fmla="*/ 982 w 209189"/>
                <a:gd name="csY26" fmla="*/ 7688 h 101631"/>
                <a:gd name="csX27" fmla="*/ 9347 w 209189"/>
                <a:gd name="csY27" fmla="*/ 0 h 101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09189" h="101631">
                  <a:moveTo>
                    <a:pt x="9347" y="0"/>
                  </a:moveTo>
                  <a:lnTo>
                    <a:pt x="19101" y="13919"/>
                  </a:lnTo>
                  <a:lnTo>
                    <a:pt x="32207" y="11447"/>
                  </a:lnTo>
                  <a:lnTo>
                    <a:pt x="58249" y="16730"/>
                  </a:lnTo>
                  <a:lnTo>
                    <a:pt x="107964" y="18525"/>
                  </a:lnTo>
                  <a:lnTo>
                    <a:pt x="124762" y="9889"/>
                  </a:lnTo>
                  <a:lnTo>
                    <a:pt x="164622" y="1998"/>
                  </a:lnTo>
                  <a:lnTo>
                    <a:pt x="189276" y="14325"/>
                  </a:lnTo>
                  <a:lnTo>
                    <a:pt x="209189" y="17881"/>
                  </a:lnTo>
                  <a:lnTo>
                    <a:pt x="191613" y="31902"/>
                  </a:lnTo>
                  <a:lnTo>
                    <a:pt x="179252" y="56116"/>
                  </a:lnTo>
                  <a:lnTo>
                    <a:pt x="190190" y="75453"/>
                  </a:lnTo>
                  <a:lnTo>
                    <a:pt x="161032" y="70915"/>
                  </a:lnTo>
                  <a:lnTo>
                    <a:pt x="126523" y="81549"/>
                  </a:lnTo>
                  <a:lnTo>
                    <a:pt x="126150" y="98414"/>
                  </a:lnTo>
                  <a:lnTo>
                    <a:pt x="95366" y="101631"/>
                  </a:lnTo>
                  <a:lnTo>
                    <a:pt x="71525" y="89778"/>
                  </a:lnTo>
                  <a:lnTo>
                    <a:pt x="44398" y="99091"/>
                  </a:lnTo>
                  <a:lnTo>
                    <a:pt x="19337" y="98109"/>
                  </a:lnTo>
                  <a:lnTo>
                    <a:pt x="16933" y="75724"/>
                  </a:lnTo>
                  <a:lnTo>
                    <a:pt x="0" y="64853"/>
                  </a:lnTo>
                  <a:lnTo>
                    <a:pt x="5554" y="60078"/>
                  </a:lnTo>
                  <a:lnTo>
                    <a:pt x="1896" y="56048"/>
                  </a:lnTo>
                  <a:lnTo>
                    <a:pt x="7586" y="45245"/>
                  </a:lnTo>
                  <a:lnTo>
                    <a:pt x="20489" y="34679"/>
                  </a:lnTo>
                  <a:lnTo>
                    <a:pt x="4030" y="20049"/>
                  </a:lnTo>
                  <a:lnTo>
                    <a:pt x="982" y="7688"/>
                  </a:lnTo>
                  <a:lnTo>
                    <a:pt x="9347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7" name="Forma libre: forma 126">
              <a:extLst>
                <a:ext uri="{FF2B5EF4-FFF2-40B4-BE49-F238E27FC236}">
                  <a16:creationId xmlns:a16="http://schemas.microsoft.com/office/drawing/2014/main" id="{E7A0ADDD-1AAA-7DEB-B35D-5B098080389C}"/>
                </a:ext>
              </a:extLst>
            </p:cNvPr>
            <p:cNvSpPr/>
            <p:nvPr/>
          </p:nvSpPr>
          <p:spPr>
            <a:xfrm>
              <a:off x="6778243" y="2012494"/>
              <a:ext cx="218570" cy="233911"/>
            </a:xfrm>
            <a:custGeom>
              <a:avLst/>
              <a:gdLst>
                <a:gd name="csX0" fmla="*/ 207936 w 218570"/>
                <a:gd name="csY0" fmla="*/ 221042 h 233911"/>
                <a:gd name="csX1" fmla="*/ 203703 w 218570"/>
                <a:gd name="csY1" fmla="*/ 231033 h 233911"/>
                <a:gd name="csX2" fmla="*/ 154937 w 218570"/>
                <a:gd name="csY2" fmla="*/ 233911 h 233911"/>
                <a:gd name="csX3" fmla="*/ 155275 w 218570"/>
                <a:gd name="csY3" fmla="*/ 228323 h 233911"/>
                <a:gd name="csX4" fmla="*/ 113959 w 218570"/>
                <a:gd name="csY4" fmla="*/ 221720 h 233911"/>
                <a:gd name="csX5" fmla="*/ 120224 w 218570"/>
                <a:gd name="csY5" fmla="*/ 207326 h 233911"/>
                <a:gd name="csX6" fmla="*/ 138748 w 218570"/>
                <a:gd name="csY6" fmla="*/ 218739 h 233911"/>
                <a:gd name="csX7" fmla="*/ 165096 w 218570"/>
                <a:gd name="csY7" fmla="*/ 216809 h 233911"/>
                <a:gd name="csX8" fmla="*/ 190292 w 218570"/>
                <a:gd name="csY8" fmla="*/ 219213 h 233911"/>
                <a:gd name="csX9" fmla="*/ 189479 w 218570"/>
                <a:gd name="csY9" fmla="*/ 225106 h 233911"/>
                <a:gd name="csX10" fmla="*/ 207936 w 218570"/>
                <a:gd name="csY10" fmla="*/ 221042 h 233911"/>
                <a:gd name="csX11" fmla="*/ 94892 w 218570"/>
                <a:gd name="csY11" fmla="*/ 16560 h 233911"/>
                <a:gd name="csX12" fmla="*/ 119953 w 218570"/>
                <a:gd name="csY12" fmla="*/ 17543 h 233911"/>
                <a:gd name="csX13" fmla="*/ 147079 w 218570"/>
                <a:gd name="csY13" fmla="*/ 8229 h 233911"/>
                <a:gd name="csX14" fmla="*/ 170921 w 218570"/>
                <a:gd name="csY14" fmla="*/ 20082 h 233911"/>
                <a:gd name="csX15" fmla="*/ 201705 w 218570"/>
                <a:gd name="csY15" fmla="*/ 16865 h 233911"/>
                <a:gd name="csX16" fmla="*/ 202078 w 218570"/>
                <a:gd name="csY16" fmla="*/ 0 h 233911"/>
                <a:gd name="csX17" fmla="*/ 218570 w 218570"/>
                <a:gd name="csY17" fmla="*/ 8974 h 233911"/>
                <a:gd name="csX18" fmla="*/ 208106 w 218570"/>
                <a:gd name="csY18" fmla="*/ 30174 h 233911"/>
                <a:gd name="csX19" fmla="*/ 200046 w 218570"/>
                <a:gd name="csY19" fmla="*/ 33967 h 233911"/>
                <a:gd name="csX20" fmla="*/ 179421 w 218570"/>
                <a:gd name="csY20" fmla="*/ 32985 h 233911"/>
                <a:gd name="csX21" fmla="*/ 161743 w 218570"/>
                <a:gd name="csY21" fmla="*/ 29802 h 233911"/>
                <a:gd name="csX22" fmla="*/ 120732 w 218570"/>
                <a:gd name="csY22" fmla="*/ 38607 h 233911"/>
                <a:gd name="csX23" fmla="*/ 144201 w 218570"/>
                <a:gd name="csY23" fmla="*/ 57640 h 233911"/>
                <a:gd name="csX24" fmla="*/ 126997 w 218570"/>
                <a:gd name="csY24" fmla="*/ 63160 h 233911"/>
                <a:gd name="csX25" fmla="*/ 108134 w 218570"/>
                <a:gd name="csY25" fmla="*/ 63194 h 233911"/>
                <a:gd name="csX26" fmla="*/ 90219 w 218570"/>
                <a:gd name="csY26" fmla="*/ 45753 h 233911"/>
                <a:gd name="csX27" fmla="*/ 83852 w 218570"/>
                <a:gd name="csY27" fmla="*/ 53169 h 233911"/>
                <a:gd name="csX28" fmla="*/ 91438 w 218570"/>
                <a:gd name="csY28" fmla="*/ 73421 h 233911"/>
                <a:gd name="csX29" fmla="*/ 108371 w 218570"/>
                <a:gd name="csY29" fmla="*/ 89304 h 233911"/>
                <a:gd name="csX30" fmla="*/ 95604 w 218570"/>
                <a:gd name="csY30" fmla="*/ 96721 h 233911"/>
                <a:gd name="csX31" fmla="*/ 114467 w 218570"/>
                <a:gd name="csY31" fmla="*/ 112333 h 233911"/>
                <a:gd name="csX32" fmla="*/ 131230 w 218570"/>
                <a:gd name="csY32" fmla="*/ 122154 h 233911"/>
                <a:gd name="csX33" fmla="*/ 131738 w 218570"/>
                <a:gd name="csY33" fmla="*/ 141288 h 233911"/>
                <a:gd name="csX34" fmla="*/ 100413 w 218570"/>
                <a:gd name="csY34" fmla="*/ 132314 h 233911"/>
                <a:gd name="csX35" fmla="*/ 110403 w 218570"/>
                <a:gd name="csY35" fmla="*/ 149585 h 233911"/>
                <a:gd name="csX36" fmla="*/ 88898 w 218570"/>
                <a:gd name="csY36" fmla="*/ 153141 h 233911"/>
                <a:gd name="csX37" fmla="*/ 101733 w 218570"/>
                <a:gd name="csY37" fmla="*/ 183011 h 233911"/>
                <a:gd name="csX38" fmla="*/ 79246 w 218570"/>
                <a:gd name="csY38" fmla="*/ 183451 h 233911"/>
                <a:gd name="csX39" fmla="*/ 51476 w 218570"/>
                <a:gd name="csY39" fmla="*/ 168719 h 233911"/>
                <a:gd name="csX40" fmla="*/ 38777 w 218570"/>
                <a:gd name="csY40" fmla="*/ 141627 h 233911"/>
                <a:gd name="csX41" fmla="*/ 32850 w 218570"/>
                <a:gd name="csY41" fmla="*/ 119106 h 233911"/>
                <a:gd name="csX42" fmla="*/ 19642 w 218570"/>
                <a:gd name="csY42" fmla="*/ 103528 h 233911"/>
                <a:gd name="csX43" fmla="*/ 2303 w 218570"/>
                <a:gd name="csY43" fmla="*/ 84224 h 233911"/>
                <a:gd name="csX44" fmla="*/ 0 w 218570"/>
                <a:gd name="csY44" fmla="*/ 74573 h 233911"/>
                <a:gd name="csX45" fmla="*/ 15748 w 218570"/>
                <a:gd name="csY45" fmla="*/ 58148 h 233911"/>
                <a:gd name="csX46" fmla="*/ 17780 w 218570"/>
                <a:gd name="csY46" fmla="*/ 47141 h 233911"/>
                <a:gd name="csX47" fmla="*/ 28786 w 218570"/>
                <a:gd name="csY47" fmla="*/ 42231 h 233911"/>
                <a:gd name="csX48" fmla="*/ 29464 w 218570"/>
                <a:gd name="csY48" fmla="*/ 33324 h 233911"/>
                <a:gd name="csX49" fmla="*/ 51612 w 218570"/>
                <a:gd name="csY49" fmla="*/ 30344 h 233911"/>
                <a:gd name="csX50" fmla="*/ 64514 w 218570"/>
                <a:gd name="csY50" fmla="*/ 22927 h 233911"/>
                <a:gd name="csX51" fmla="*/ 82870 w 218570"/>
                <a:gd name="csY51" fmla="*/ 23604 h 233911"/>
                <a:gd name="csX52" fmla="*/ 88458 w 218570"/>
                <a:gd name="csY52" fmla="*/ 17678 h 233911"/>
                <a:gd name="csX53" fmla="*/ 94892 w 218570"/>
                <a:gd name="csY53" fmla="*/ 16560 h 2339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</a:cxnLst>
              <a:rect l="l" t="t" r="r" b="b"/>
              <a:pathLst>
                <a:path w="218570" h="233911">
                  <a:moveTo>
                    <a:pt x="207936" y="221042"/>
                  </a:moveTo>
                  <a:lnTo>
                    <a:pt x="203703" y="231033"/>
                  </a:lnTo>
                  <a:lnTo>
                    <a:pt x="154937" y="233911"/>
                  </a:lnTo>
                  <a:lnTo>
                    <a:pt x="155275" y="228323"/>
                  </a:lnTo>
                  <a:lnTo>
                    <a:pt x="113959" y="221720"/>
                  </a:lnTo>
                  <a:lnTo>
                    <a:pt x="120224" y="207326"/>
                  </a:lnTo>
                  <a:lnTo>
                    <a:pt x="138748" y="218739"/>
                  </a:lnTo>
                  <a:lnTo>
                    <a:pt x="165096" y="216809"/>
                  </a:lnTo>
                  <a:lnTo>
                    <a:pt x="190292" y="219213"/>
                  </a:lnTo>
                  <a:lnTo>
                    <a:pt x="189479" y="225106"/>
                  </a:lnTo>
                  <a:lnTo>
                    <a:pt x="207936" y="221042"/>
                  </a:lnTo>
                  <a:close/>
                  <a:moveTo>
                    <a:pt x="94892" y="16560"/>
                  </a:moveTo>
                  <a:lnTo>
                    <a:pt x="119953" y="17543"/>
                  </a:lnTo>
                  <a:lnTo>
                    <a:pt x="147079" y="8229"/>
                  </a:lnTo>
                  <a:lnTo>
                    <a:pt x="170921" y="20082"/>
                  </a:lnTo>
                  <a:lnTo>
                    <a:pt x="201705" y="16865"/>
                  </a:lnTo>
                  <a:lnTo>
                    <a:pt x="202078" y="0"/>
                  </a:lnTo>
                  <a:lnTo>
                    <a:pt x="218570" y="8974"/>
                  </a:lnTo>
                  <a:lnTo>
                    <a:pt x="208106" y="30174"/>
                  </a:lnTo>
                  <a:lnTo>
                    <a:pt x="200046" y="33967"/>
                  </a:lnTo>
                  <a:lnTo>
                    <a:pt x="179421" y="32985"/>
                  </a:lnTo>
                  <a:lnTo>
                    <a:pt x="161743" y="29802"/>
                  </a:lnTo>
                  <a:lnTo>
                    <a:pt x="120732" y="38607"/>
                  </a:lnTo>
                  <a:lnTo>
                    <a:pt x="144201" y="57640"/>
                  </a:lnTo>
                  <a:lnTo>
                    <a:pt x="126997" y="63160"/>
                  </a:lnTo>
                  <a:lnTo>
                    <a:pt x="108134" y="63194"/>
                  </a:lnTo>
                  <a:lnTo>
                    <a:pt x="90219" y="45753"/>
                  </a:lnTo>
                  <a:lnTo>
                    <a:pt x="83852" y="53169"/>
                  </a:lnTo>
                  <a:lnTo>
                    <a:pt x="91438" y="73421"/>
                  </a:lnTo>
                  <a:lnTo>
                    <a:pt x="108371" y="89304"/>
                  </a:lnTo>
                  <a:lnTo>
                    <a:pt x="95604" y="96721"/>
                  </a:lnTo>
                  <a:lnTo>
                    <a:pt x="114467" y="112333"/>
                  </a:lnTo>
                  <a:lnTo>
                    <a:pt x="131230" y="122154"/>
                  </a:lnTo>
                  <a:lnTo>
                    <a:pt x="131738" y="141288"/>
                  </a:lnTo>
                  <a:lnTo>
                    <a:pt x="100413" y="132314"/>
                  </a:lnTo>
                  <a:lnTo>
                    <a:pt x="110403" y="149585"/>
                  </a:lnTo>
                  <a:lnTo>
                    <a:pt x="88898" y="153141"/>
                  </a:lnTo>
                  <a:lnTo>
                    <a:pt x="101733" y="183011"/>
                  </a:lnTo>
                  <a:lnTo>
                    <a:pt x="79246" y="183451"/>
                  </a:lnTo>
                  <a:lnTo>
                    <a:pt x="51476" y="168719"/>
                  </a:lnTo>
                  <a:lnTo>
                    <a:pt x="38777" y="141627"/>
                  </a:lnTo>
                  <a:lnTo>
                    <a:pt x="32850" y="119106"/>
                  </a:lnTo>
                  <a:lnTo>
                    <a:pt x="19642" y="103528"/>
                  </a:lnTo>
                  <a:lnTo>
                    <a:pt x="2303" y="84224"/>
                  </a:lnTo>
                  <a:lnTo>
                    <a:pt x="0" y="74573"/>
                  </a:lnTo>
                  <a:lnTo>
                    <a:pt x="15748" y="58148"/>
                  </a:lnTo>
                  <a:lnTo>
                    <a:pt x="17780" y="47141"/>
                  </a:lnTo>
                  <a:lnTo>
                    <a:pt x="28786" y="42231"/>
                  </a:lnTo>
                  <a:lnTo>
                    <a:pt x="29464" y="33324"/>
                  </a:lnTo>
                  <a:lnTo>
                    <a:pt x="51612" y="30344"/>
                  </a:lnTo>
                  <a:lnTo>
                    <a:pt x="64514" y="22927"/>
                  </a:lnTo>
                  <a:lnTo>
                    <a:pt x="82870" y="23604"/>
                  </a:lnTo>
                  <a:lnTo>
                    <a:pt x="88458" y="17678"/>
                  </a:lnTo>
                  <a:lnTo>
                    <a:pt x="94892" y="1656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8" name="Forma libre: forma 127">
              <a:extLst>
                <a:ext uri="{FF2B5EF4-FFF2-40B4-BE49-F238E27FC236}">
                  <a16:creationId xmlns:a16="http://schemas.microsoft.com/office/drawing/2014/main" id="{88DC86EF-96F9-6CB5-8B5B-8991793AE762}"/>
                </a:ext>
              </a:extLst>
            </p:cNvPr>
            <p:cNvSpPr/>
            <p:nvPr/>
          </p:nvSpPr>
          <p:spPr>
            <a:xfrm>
              <a:off x="6977815" y="2001860"/>
              <a:ext cx="635018" cy="213998"/>
            </a:xfrm>
            <a:custGeom>
              <a:avLst/>
              <a:gdLst>
                <a:gd name="csX0" fmla="*/ 634307 w 635018"/>
                <a:gd name="csY0" fmla="*/ 168347 h 213998"/>
                <a:gd name="csX1" fmla="*/ 618051 w 635018"/>
                <a:gd name="csY1" fmla="*/ 174036 h 213998"/>
                <a:gd name="csX2" fmla="*/ 606164 w 635018"/>
                <a:gd name="csY2" fmla="*/ 165434 h 213998"/>
                <a:gd name="csX3" fmla="*/ 566779 w 635018"/>
                <a:gd name="csY3" fmla="*/ 161066 h 213998"/>
                <a:gd name="csX4" fmla="*/ 552250 w 635018"/>
                <a:gd name="csY4" fmla="*/ 166315 h 213998"/>
                <a:gd name="csX5" fmla="*/ 513711 w 635018"/>
                <a:gd name="csY5" fmla="*/ 171598 h 213998"/>
                <a:gd name="csX6" fmla="*/ 495457 w 635018"/>
                <a:gd name="csY6" fmla="*/ 171022 h 213998"/>
                <a:gd name="csX7" fmla="*/ 456511 w 635018"/>
                <a:gd name="csY7" fmla="*/ 183722 h 213998"/>
                <a:gd name="csX8" fmla="*/ 428640 w 635018"/>
                <a:gd name="csY8" fmla="*/ 183824 h 213998"/>
                <a:gd name="csX9" fmla="*/ 410623 w 635018"/>
                <a:gd name="csY9" fmla="*/ 177457 h 213998"/>
                <a:gd name="csX10" fmla="*/ 373337 w 635018"/>
                <a:gd name="csY10" fmla="*/ 186872 h 213998"/>
                <a:gd name="csX11" fmla="*/ 362229 w 635018"/>
                <a:gd name="csY11" fmla="*/ 180268 h 213998"/>
                <a:gd name="csX12" fmla="*/ 360400 w 635018"/>
                <a:gd name="csY12" fmla="*/ 199165 h 213998"/>
                <a:gd name="csX13" fmla="*/ 351358 w 635018"/>
                <a:gd name="csY13" fmla="*/ 206581 h 213998"/>
                <a:gd name="csX14" fmla="*/ 342282 w 635018"/>
                <a:gd name="csY14" fmla="*/ 213998 h 213998"/>
                <a:gd name="csX15" fmla="*/ 329819 w 635018"/>
                <a:gd name="csY15" fmla="*/ 198657 h 213998"/>
                <a:gd name="csX16" fmla="*/ 342654 w 635018"/>
                <a:gd name="csY16" fmla="*/ 185923 h 213998"/>
                <a:gd name="csX17" fmla="*/ 321996 w 635018"/>
                <a:gd name="csY17" fmla="*/ 188836 h 213998"/>
                <a:gd name="csX18" fmla="*/ 293684 w 635018"/>
                <a:gd name="csY18" fmla="*/ 181013 h 213998"/>
                <a:gd name="csX19" fmla="*/ 270384 w 635018"/>
                <a:gd name="csY19" fmla="*/ 200519 h 213998"/>
                <a:gd name="csX20" fmla="*/ 218977 w 635018"/>
                <a:gd name="csY20" fmla="*/ 204312 h 213998"/>
                <a:gd name="csX21" fmla="*/ 191579 w 635018"/>
                <a:gd name="csY21" fmla="*/ 186160 h 213998"/>
                <a:gd name="csX22" fmla="*/ 155071 w 635018"/>
                <a:gd name="csY22" fmla="*/ 185009 h 213998"/>
                <a:gd name="csX23" fmla="*/ 147249 w 635018"/>
                <a:gd name="csY23" fmla="*/ 199063 h 213998"/>
                <a:gd name="csX24" fmla="*/ 123847 w 635018"/>
                <a:gd name="csY24" fmla="*/ 203093 h 213998"/>
                <a:gd name="csX25" fmla="*/ 91099 w 635018"/>
                <a:gd name="csY25" fmla="*/ 185043 h 213998"/>
                <a:gd name="csX26" fmla="*/ 54118 w 635018"/>
                <a:gd name="csY26" fmla="*/ 185652 h 213998"/>
                <a:gd name="csX27" fmla="*/ 34069 w 635018"/>
                <a:gd name="csY27" fmla="*/ 151990 h 213998"/>
                <a:gd name="csX28" fmla="*/ 9313 w 635018"/>
                <a:gd name="csY28" fmla="*/ 133194 h 213998"/>
                <a:gd name="csX29" fmla="*/ 25806 w 635018"/>
                <a:gd name="csY29" fmla="*/ 106847 h 213998"/>
                <a:gd name="csX30" fmla="*/ 4335 w 635018"/>
                <a:gd name="csY30" fmla="*/ 90659 h 213998"/>
                <a:gd name="csX31" fmla="*/ 41892 w 635018"/>
                <a:gd name="csY31" fmla="*/ 58283 h 213998"/>
                <a:gd name="csX32" fmla="*/ 94046 w 635018"/>
                <a:gd name="csY32" fmla="*/ 56928 h 213998"/>
                <a:gd name="csX33" fmla="*/ 108269 w 635018"/>
                <a:gd name="csY33" fmla="*/ 31190 h 213998"/>
                <a:gd name="csX34" fmla="*/ 172817 w 635018"/>
                <a:gd name="csY34" fmla="*/ 35661 h 213998"/>
                <a:gd name="csX35" fmla="*/ 213524 w 635018"/>
                <a:gd name="csY35" fmla="*/ 13716 h 213998"/>
                <a:gd name="csX36" fmla="*/ 252978 w 635018"/>
                <a:gd name="csY36" fmla="*/ 4132 h 213998"/>
                <a:gd name="csX37" fmla="*/ 309026 w 635018"/>
                <a:gd name="csY37" fmla="*/ 3420 h 213998"/>
                <a:gd name="csX38" fmla="*/ 368121 w 635018"/>
                <a:gd name="csY38" fmla="*/ 27296 h 213998"/>
                <a:gd name="csX39" fmla="*/ 416719 w 635018"/>
                <a:gd name="csY39" fmla="*/ 40368 h 213998"/>
                <a:gd name="csX40" fmla="*/ 456173 w 635018"/>
                <a:gd name="csY40" fmla="*/ 35153 h 213998"/>
                <a:gd name="csX41" fmla="*/ 485297 w 635018"/>
                <a:gd name="csY41" fmla="*/ 38167 h 213998"/>
                <a:gd name="csX42" fmla="*/ 525293 w 635018"/>
                <a:gd name="csY42" fmla="*/ 20489 h 213998"/>
                <a:gd name="csX43" fmla="*/ 561394 w 635018"/>
                <a:gd name="csY43" fmla="*/ 18897 h 213998"/>
                <a:gd name="csX44" fmla="*/ 594006 w 635018"/>
                <a:gd name="csY44" fmla="*/ 35525 h 213998"/>
                <a:gd name="csX45" fmla="*/ 599764 w 635018"/>
                <a:gd name="csY45" fmla="*/ 47446 h 213998"/>
                <a:gd name="csX46" fmla="*/ 596479 w 635018"/>
                <a:gd name="csY46" fmla="*/ 63905 h 213998"/>
                <a:gd name="csX47" fmla="*/ 621675 w 635018"/>
                <a:gd name="csY47" fmla="*/ 72337 h 213998"/>
                <a:gd name="csX48" fmla="*/ 635018 w 635018"/>
                <a:gd name="csY48" fmla="*/ 82226 h 213998"/>
                <a:gd name="csX49" fmla="*/ 611820 w 635018"/>
                <a:gd name="csY49" fmla="*/ 91878 h 213998"/>
                <a:gd name="csX50" fmla="*/ 622386 w 635018"/>
                <a:gd name="csY50" fmla="*/ 130722 h 213998"/>
                <a:gd name="csX51" fmla="*/ 615782 w 635018"/>
                <a:gd name="csY51" fmla="*/ 141187 h 213998"/>
                <a:gd name="csX52" fmla="*/ 634307 w 635018"/>
                <a:gd name="csY52" fmla="*/ 168347 h 213998"/>
                <a:gd name="csX53" fmla="*/ 634307 w 635018"/>
                <a:gd name="csY53" fmla="*/ 168347 h 213998"/>
                <a:gd name="csX54" fmla="*/ 2506 w 635018"/>
                <a:gd name="csY54" fmla="*/ 10634 h 213998"/>
                <a:gd name="csX55" fmla="*/ 37015 w 635018"/>
                <a:gd name="csY55" fmla="*/ 0 h 213998"/>
                <a:gd name="csX56" fmla="*/ 66174 w 635018"/>
                <a:gd name="csY56" fmla="*/ 4538 h 213998"/>
                <a:gd name="csX57" fmla="*/ 70204 w 635018"/>
                <a:gd name="csY57" fmla="*/ 17542 h 213998"/>
                <a:gd name="csX58" fmla="*/ 99735 w 635018"/>
                <a:gd name="csY58" fmla="*/ 28481 h 213998"/>
                <a:gd name="csX59" fmla="*/ 93571 w 635018"/>
                <a:gd name="csY59" fmla="*/ 36778 h 213998"/>
                <a:gd name="csX60" fmla="*/ 53373 w 635018"/>
                <a:gd name="csY60" fmla="*/ 38641 h 213998"/>
                <a:gd name="csX61" fmla="*/ 38912 w 635018"/>
                <a:gd name="csY61" fmla="*/ 49105 h 213998"/>
                <a:gd name="csX62" fmla="*/ 10668 w 635018"/>
                <a:gd name="csY62" fmla="*/ 67359 h 213998"/>
                <a:gd name="csX63" fmla="*/ 0 w 635018"/>
                <a:gd name="csY63" fmla="*/ 51578 h 213998"/>
                <a:gd name="csX64" fmla="*/ 474 w 635018"/>
                <a:gd name="csY64" fmla="*/ 44601 h 213998"/>
                <a:gd name="csX65" fmla="*/ 8534 w 635018"/>
                <a:gd name="csY65" fmla="*/ 40808 h 213998"/>
                <a:gd name="csX66" fmla="*/ 18999 w 635018"/>
                <a:gd name="csY66" fmla="*/ 19608 h 213998"/>
                <a:gd name="csX67" fmla="*/ 2506 w 635018"/>
                <a:gd name="csY67" fmla="*/ 10634 h 213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</a:cxnLst>
              <a:rect l="l" t="t" r="r" b="b"/>
              <a:pathLst>
                <a:path w="635018" h="213998">
                  <a:moveTo>
                    <a:pt x="634307" y="168347"/>
                  </a:moveTo>
                  <a:lnTo>
                    <a:pt x="618051" y="174036"/>
                  </a:lnTo>
                  <a:lnTo>
                    <a:pt x="606164" y="165434"/>
                  </a:lnTo>
                  <a:lnTo>
                    <a:pt x="566779" y="161066"/>
                  </a:lnTo>
                  <a:lnTo>
                    <a:pt x="552250" y="166315"/>
                  </a:lnTo>
                  <a:lnTo>
                    <a:pt x="513711" y="171598"/>
                  </a:lnTo>
                  <a:lnTo>
                    <a:pt x="495457" y="171022"/>
                  </a:lnTo>
                  <a:lnTo>
                    <a:pt x="456511" y="183722"/>
                  </a:lnTo>
                  <a:lnTo>
                    <a:pt x="428640" y="183824"/>
                  </a:lnTo>
                  <a:lnTo>
                    <a:pt x="410623" y="177457"/>
                  </a:lnTo>
                  <a:lnTo>
                    <a:pt x="373337" y="186872"/>
                  </a:lnTo>
                  <a:lnTo>
                    <a:pt x="362229" y="180268"/>
                  </a:lnTo>
                  <a:lnTo>
                    <a:pt x="360400" y="199165"/>
                  </a:lnTo>
                  <a:lnTo>
                    <a:pt x="351358" y="206581"/>
                  </a:lnTo>
                  <a:lnTo>
                    <a:pt x="342282" y="213998"/>
                  </a:lnTo>
                  <a:lnTo>
                    <a:pt x="329819" y="198657"/>
                  </a:lnTo>
                  <a:lnTo>
                    <a:pt x="342654" y="185923"/>
                  </a:lnTo>
                  <a:lnTo>
                    <a:pt x="321996" y="188836"/>
                  </a:lnTo>
                  <a:lnTo>
                    <a:pt x="293684" y="181013"/>
                  </a:lnTo>
                  <a:lnTo>
                    <a:pt x="270384" y="200519"/>
                  </a:lnTo>
                  <a:lnTo>
                    <a:pt x="218977" y="204312"/>
                  </a:lnTo>
                  <a:lnTo>
                    <a:pt x="191579" y="186160"/>
                  </a:lnTo>
                  <a:lnTo>
                    <a:pt x="155071" y="185009"/>
                  </a:lnTo>
                  <a:lnTo>
                    <a:pt x="147249" y="199063"/>
                  </a:lnTo>
                  <a:lnTo>
                    <a:pt x="123847" y="203093"/>
                  </a:lnTo>
                  <a:lnTo>
                    <a:pt x="91099" y="185043"/>
                  </a:lnTo>
                  <a:lnTo>
                    <a:pt x="54118" y="185652"/>
                  </a:lnTo>
                  <a:lnTo>
                    <a:pt x="34069" y="151990"/>
                  </a:lnTo>
                  <a:lnTo>
                    <a:pt x="9313" y="133194"/>
                  </a:lnTo>
                  <a:lnTo>
                    <a:pt x="25806" y="106847"/>
                  </a:lnTo>
                  <a:lnTo>
                    <a:pt x="4335" y="90659"/>
                  </a:lnTo>
                  <a:lnTo>
                    <a:pt x="41892" y="58283"/>
                  </a:lnTo>
                  <a:lnTo>
                    <a:pt x="94046" y="56928"/>
                  </a:lnTo>
                  <a:lnTo>
                    <a:pt x="108269" y="31190"/>
                  </a:lnTo>
                  <a:lnTo>
                    <a:pt x="172817" y="35661"/>
                  </a:lnTo>
                  <a:lnTo>
                    <a:pt x="213524" y="13716"/>
                  </a:lnTo>
                  <a:lnTo>
                    <a:pt x="252978" y="4132"/>
                  </a:lnTo>
                  <a:lnTo>
                    <a:pt x="309026" y="3420"/>
                  </a:lnTo>
                  <a:lnTo>
                    <a:pt x="368121" y="27296"/>
                  </a:lnTo>
                  <a:lnTo>
                    <a:pt x="416719" y="40368"/>
                  </a:lnTo>
                  <a:lnTo>
                    <a:pt x="456173" y="35153"/>
                  </a:lnTo>
                  <a:lnTo>
                    <a:pt x="485297" y="38167"/>
                  </a:lnTo>
                  <a:lnTo>
                    <a:pt x="525293" y="20489"/>
                  </a:lnTo>
                  <a:lnTo>
                    <a:pt x="561394" y="18897"/>
                  </a:lnTo>
                  <a:lnTo>
                    <a:pt x="594006" y="35525"/>
                  </a:lnTo>
                  <a:lnTo>
                    <a:pt x="599764" y="47446"/>
                  </a:lnTo>
                  <a:lnTo>
                    <a:pt x="596479" y="63905"/>
                  </a:lnTo>
                  <a:lnTo>
                    <a:pt x="621675" y="72337"/>
                  </a:lnTo>
                  <a:lnTo>
                    <a:pt x="635018" y="82226"/>
                  </a:lnTo>
                  <a:lnTo>
                    <a:pt x="611820" y="91878"/>
                  </a:lnTo>
                  <a:lnTo>
                    <a:pt x="622386" y="130722"/>
                  </a:lnTo>
                  <a:lnTo>
                    <a:pt x="615782" y="141187"/>
                  </a:lnTo>
                  <a:lnTo>
                    <a:pt x="634307" y="168347"/>
                  </a:lnTo>
                  <a:lnTo>
                    <a:pt x="634307" y="168347"/>
                  </a:lnTo>
                  <a:close/>
                  <a:moveTo>
                    <a:pt x="2506" y="10634"/>
                  </a:moveTo>
                  <a:lnTo>
                    <a:pt x="37015" y="0"/>
                  </a:lnTo>
                  <a:lnTo>
                    <a:pt x="66174" y="4538"/>
                  </a:lnTo>
                  <a:lnTo>
                    <a:pt x="70204" y="17542"/>
                  </a:lnTo>
                  <a:lnTo>
                    <a:pt x="99735" y="28481"/>
                  </a:lnTo>
                  <a:lnTo>
                    <a:pt x="93571" y="36778"/>
                  </a:lnTo>
                  <a:lnTo>
                    <a:pt x="53373" y="38641"/>
                  </a:lnTo>
                  <a:lnTo>
                    <a:pt x="38912" y="49105"/>
                  </a:lnTo>
                  <a:lnTo>
                    <a:pt x="10668" y="67359"/>
                  </a:lnTo>
                  <a:lnTo>
                    <a:pt x="0" y="51578"/>
                  </a:lnTo>
                  <a:lnTo>
                    <a:pt x="474" y="44601"/>
                  </a:lnTo>
                  <a:lnTo>
                    <a:pt x="8534" y="40808"/>
                  </a:lnTo>
                  <a:lnTo>
                    <a:pt x="18999" y="19608"/>
                  </a:lnTo>
                  <a:lnTo>
                    <a:pt x="2506" y="1063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9" name="Forma libre: forma 128">
              <a:extLst>
                <a:ext uri="{FF2B5EF4-FFF2-40B4-BE49-F238E27FC236}">
                  <a16:creationId xmlns:a16="http://schemas.microsoft.com/office/drawing/2014/main" id="{83DB0DB9-FA8E-F7A8-06B6-5B27DB08F789}"/>
                </a:ext>
              </a:extLst>
            </p:cNvPr>
            <p:cNvSpPr/>
            <p:nvPr/>
          </p:nvSpPr>
          <p:spPr>
            <a:xfrm>
              <a:off x="6749593" y="1983335"/>
              <a:ext cx="58113" cy="103731"/>
            </a:xfrm>
            <a:custGeom>
              <a:avLst/>
              <a:gdLst>
                <a:gd name="csX0" fmla="*/ 58114 w 58113"/>
                <a:gd name="csY0" fmla="*/ 62482 h 103731"/>
                <a:gd name="csX1" fmla="*/ 57436 w 58113"/>
                <a:gd name="csY1" fmla="*/ 71389 h 103731"/>
                <a:gd name="csX2" fmla="*/ 46430 w 58113"/>
                <a:gd name="csY2" fmla="*/ 76300 h 103731"/>
                <a:gd name="csX3" fmla="*/ 44398 w 58113"/>
                <a:gd name="csY3" fmla="*/ 87306 h 103731"/>
                <a:gd name="csX4" fmla="*/ 28650 w 58113"/>
                <a:gd name="csY4" fmla="*/ 103731 h 103731"/>
                <a:gd name="csX5" fmla="*/ 22893 w 58113"/>
                <a:gd name="csY5" fmla="*/ 101360 h 103731"/>
                <a:gd name="csX6" fmla="*/ 22216 w 58113"/>
                <a:gd name="csY6" fmla="*/ 93910 h 103731"/>
                <a:gd name="csX7" fmla="*/ 3454 w 58113"/>
                <a:gd name="csY7" fmla="*/ 82531 h 103731"/>
                <a:gd name="csX8" fmla="*/ 508 w 58113"/>
                <a:gd name="csY8" fmla="*/ 66411 h 103731"/>
                <a:gd name="csX9" fmla="*/ 3387 w 58113"/>
                <a:gd name="csY9" fmla="*/ 43281 h 103731"/>
                <a:gd name="csX10" fmla="*/ 7992 w 58113"/>
                <a:gd name="csY10" fmla="*/ 32782 h 103731"/>
                <a:gd name="csX11" fmla="*/ 2303 w 58113"/>
                <a:gd name="csY11" fmla="*/ 27431 h 103731"/>
                <a:gd name="csX12" fmla="*/ 2303 w 58113"/>
                <a:gd name="csY12" fmla="*/ 27431 h 103731"/>
                <a:gd name="csX13" fmla="*/ 0 w 58113"/>
                <a:gd name="csY13" fmla="*/ 16662 h 103731"/>
                <a:gd name="csX14" fmla="*/ 14698 w 58113"/>
                <a:gd name="csY14" fmla="*/ 0 h 103731"/>
                <a:gd name="csX15" fmla="*/ 16865 w 58113"/>
                <a:gd name="csY15" fmla="*/ 6367 h 103731"/>
                <a:gd name="csX16" fmla="*/ 25975 w 58113"/>
                <a:gd name="csY16" fmla="*/ 3353 h 103731"/>
                <a:gd name="csX17" fmla="*/ 33188 w 58113"/>
                <a:gd name="csY17" fmla="*/ 12463 h 103731"/>
                <a:gd name="csX18" fmla="*/ 41282 w 58113"/>
                <a:gd name="csY18" fmla="*/ 15917 h 103731"/>
                <a:gd name="csX19" fmla="*/ 43551 w 58113"/>
                <a:gd name="csY19" fmla="*/ 28210 h 103731"/>
                <a:gd name="csX20" fmla="*/ 43551 w 58113"/>
                <a:gd name="csY20" fmla="*/ 28210 h 103731"/>
                <a:gd name="csX21" fmla="*/ 39250 w 58113"/>
                <a:gd name="csY21" fmla="*/ 39725 h 103731"/>
                <a:gd name="csX22" fmla="*/ 44059 w 58113"/>
                <a:gd name="csY22" fmla="*/ 54253 h 103731"/>
                <a:gd name="csX23" fmla="*/ 58114 w 58113"/>
                <a:gd name="csY23" fmla="*/ 62482 h 103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58113" h="103731">
                  <a:moveTo>
                    <a:pt x="58114" y="62482"/>
                  </a:moveTo>
                  <a:lnTo>
                    <a:pt x="57436" y="71389"/>
                  </a:lnTo>
                  <a:lnTo>
                    <a:pt x="46430" y="76300"/>
                  </a:lnTo>
                  <a:lnTo>
                    <a:pt x="44398" y="87306"/>
                  </a:lnTo>
                  <a:lnTo>
                    <a:pt x="28650" y="103731"/>
                  </a:lnTo>
                  <a:lnTo>
                    <a:pt x="22893" y="101360"/>
                  </a:lnTo>
                  <a:lnTo>
                    <a:pt x="22216" y="93910"/>
                  </a:lnTo>
                  <a:lnTo>
                    <a:pt x="3454" y="82531"/>
                  </a:lnTo>
                  <a:lnTo>
                    <a:pt x="508" y="66411"/>
                  </a:lnTo>
                  <a:lnTo>
                    <a:pt x="3387" y="43281"/>
                  </a:lnTo>
                  <a:lnTo>
                    <a:pt x="7992" y="32782"/>
                  </a:lnTo>
                  <a:lnTo>
                    <a:pt x="2303" y="27431"/>
                  </a:lnTo>
                  <a:lnTo>
                    <a:pt x="2303" y="27431"/>
                  </a:lnTo>
                  <a:lnTo>
                    <a:pt x="0" y="16662"/>
                  </a:lnTo>
                  <a:lnTo>
                    <a:pt x="14698" y="0"/>
                  </a:lnTo>
                  <a:lnTo>
                    <a:pt x="16865" y="6367"/>
                  </a:lnTo>
                  <a:lnTo>
                    <a:pt x="25975" y="3353"/>
                  </a:lnTo>
                  <a:lnTo>
                    <a:pt x="33188" y="12463"/>
                  </a:lnTo>
                  <a:lnTo>
                    <a:pt x="41282" y="15917"/>
                  </a:lnTo>
                  <a:lnTo>
                    <a:pt x="43551" y="28210"/>
                  </a:lnTo>
                  <a:lnTo>
                    <a:pt x="43551" y="28210"/>
                  </a:lnTo>
                  <a:lnTo>
                    <a:pt x="39250" y="39725"/>
                  </a:lnTo>
                  <a:lnTo>
                    <a:pt x="44059" y="54253"/>
                  </a:lnTo>
                  <a:lnTo>
                    <a:pt x="58114" y="6248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" name="Forma libre: forma 129">
              <a:extLst>
                <a:ext uri="{FF2B5EF4-FFF2-40B4-BE49-F238E27FC236}">
                  <a16:creationId xmlns:a16="http://schemas.microsoft.com/office/drawing/2014/main" id="{8B88C4CC-43B9-4F70-6440-06A26F9E825B}"/>
                </a:ext>
              </a:extLst>
            </p:cNvPr>
            <p:cNvSpPr/>
            <p:nvPr/>
          </p:nvSpPr>
          <p:spPr>
            <a:xfrm>
              <a:off x="6558352" y="1854103"/>
              <a:ext cx="194152" cy="136276"/>
            </a:xfrm>
            <a:custGeom>
              <a:avLst/>
              <a:gdLst>
                <a:gd name="csX0" fmla="*/ 98482 w 194152"/>
                <a:gd name="csY0" fmla="*/ 0 h 136276"/>
                <a:gd name="csX1" fmla="*/ 109251 w 194152"/>
                <a:gd name="csY1" fmla="*/ 4166 h 136276"/>
                <a:gd name="csX2" fmla="*/ 134549 w 194152"/>
                <a:gd name="csY2" fmla="*/ 18694 h 136276"/>
                <a:gd name="csX3" fmla="*/ 162522 w 194152"/>
                <a:gd name="csY3" fmla="*/ 25230 h 136276"/>
                <a:gd name="csX4" fmla="*/ 175188 w 194152"/>
                <a:gd name="csY4" fmla="*/ 20150 h 136276"/>
                <a:gd name="csX5" fmla="*/ 183417 w 194152"/>
                <a:gd name="csY5" fmla="*/ 33256 h 136276"/>
                <a:gd name="csX6" fmla="*/ 194153 w 194152"/>
                <a:gd name="csY6" fmla="*/ 42908 h 136276"/>
                <a:gd name="csX7" fmla="*/ 181115 w 194152"/>
                <a:gd name="csY7" fmla="*/ 55675 h 136276"/>
                <a:gd name="csX8" fmla="*/ 165807 w 194152"/>
                <a:gd name="csY8" fmla="*/ 48157 h 136276"/>
                <a:gd name="csX9" fmla="*/ 142406 w 194152"/>
                <a:gd name="csY9" fmla="*/ 48631 h 136276"/>
                <a:gd name="csX10" fmla="*/ 113281 w 194152"/>
                <a:gd name="csY10" fmla="*/ 43010 h 136276"/>
                <a:gd name="csX11" fmla="*/ 97466 w 194152"/>
                <a:gd name="csY11" fmla="*/ 43755 h 136276"/>
                <a:gd name="csX12" fmla="*/ 90117 w 194152"/>
                <a:gd name="csY12" fmla="*/ 50799 h 136276"/>
                <a:gd name="csX13" fmla="*/ 77959 w 194152"/>
                <a:gd name="csY13" fmla="*/ 43010 h 136276"/>
                <a:gd name="csX14" fmla="*/ 70881 w 194152"/>
                <a:gd name="csY14" fmla="*/ 57064 h 136276"/>
                <a:gd name="csX15" fmla="*/ 87476 w 194152"/>
                <a:gd name="csY15" fmla="*/ 72913 h 136276"/>
                <a:gd name="csX16" fmla="*/ 94790 w 194152"/>
                <a:gd name="csY16" fmla="*/ 83412 h 136276"/>
                <a:gd name="csX17" fmla="*/ 110369 w 194152"/>
                <a:gd name="csY17" fmla="*/ 96044 h 136276"/>
                <a:gd name="csX18" fmla="*/ 123272 w 194152"/>
                <a:gd name="csY18" fmla="*/ 103562 h 136276"/>
                <a:gd name="csX19" fmla="*/ 136073 w 194152"/>
                <a:gd name="csY19" fmla="*/ 117684 h 136276"/>
                <a:gd name="csX20" fmla="*/ 166044 w 194152"/>
                <a:gd name="csY20" fmla="*/ 130519 h 136276"/>
                <a:gd name="csX21" fmla="*/ 162319 w 194152"/>
                <a:gd name="csY21" fmla="*/ 136276 h 136276"/>
                <a:gd name="csX22" fmla="*/ 162319 w 194152"/>
                <a:gd name="csY22" fmla="*/ 136276 h 136276"/>
                <a:gd name="csX23" fmla="*/ 130485 w 194152"/>
                <a:gd name="csY23" fmla="*/ 123746 h 136276"/>
                <a:gd name="csX24" fmla="*/ 110843 w 194152"/>
                <a:gd name="csY24" fmla="*/ 111554 h 136276"/>
                <a:gd name="csX25" fmla="*/ 79856 w 194152"/>
                <a:gd name="csY25" fmla="*/ 101496 h 136276"/>
                <a:gd name="csX26" fmla="*/ 51374 w 194152"/>
                <a:gd name="csY26" fmla="*/ 76571 h 136276"/>
                <a:gd name="csX27" fmla="*/ 58216 w 194152"/>
                <a:gd name="csY27" fmla="*/ 74031 h 136276"/>
                <a:gd name="csX28" fmla="*/ 42773 w 194152"/>
                <a:gd name="csY28" fmla="*/ 59807 h 136276"/>
                <a:gd name="csX29" fmla="*/ 42163 w 194152"/>
                <a:gd name="csY29" fmla="*/ 48360 h 136276"/>
                <a:gd name="csX30" fmla="*/ 20387 w 194152"/>
                <a:gd name="csY30" fmla="*/ 43010 h 136276"/>
                <a:gd name="csX31" fmla="*/ 9990 w 194152"/>
                <a:gd name="csY31" fmla="*/ 57640 h 136276"/>
                <a:gd name="csX32" fmla="*/ 0 w 194152"/>
                <a:gd name="csY32" fmla="*/ 46295 h 136276"/>
                <a:gd name="csX33" fmla="*/ 745 w 194152"/>
                <a:gd name="csY33" fmla="*/ 34543 h 136276"/>
                <a:gd name="csX34" fmla="*/ 1964 w 194152"/>
                <a:gd name="csY34" fmla="*/ 34001 h 136276"/>
                <a:gd name="csX35" fmla="*/ 25569 w 194152"/>
                <a:gd name="csY35" fmla="*/ 35153 h 136276"/>
                <a:gd name="csX36" fmla="*/ 31766 w 194152"/>
                <a:gd name="csY36" fmla="*/ 29430 h 136276"/>
                <a:gd name="csX37" fmla="*/ 43281 w 194152"/>
                <a:gd name="csY37" fmla="*/ 34950 h 136276"/>
                <a:gd name="csX38" fmla="*/ 56590 w 194152"/>
                <a:gd name="csY38" fmla="*/ 35627 h 136276"/>
                <a:gd name="csX39" fmla="*/ 56455 w 194152"/>
                <a:gd name="csY39" fmla="*/ 26145 h 136276"/>
                <a:gd name="csX40" fmla="*/ 68240 w 194152"/>
                <a:gd name="csY40" fmla="*/ 22690 h 136276"/>
                <a:gd name="csX41" fmla="*/ 71525 w 194152"/>
                <a:gd name="csY41" fmla="*/ 9008 h 136276"/>
                <a:gd name="csX42" fmla="*/ 98482 w 194152"/>
                <a:gd name="csY42" fmla="*/ 0 h 136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</a:cxnLst>
              <a:rect l="l" t="t" r="r" b="b"/>
              <a:pathLst>
                <a:path w="194152" h="136276">
                  <a:moveTo>
                    <a:pt x="98482" y="0"/>
                  </a:moveTo>
                  <a:lnTo>
                    <a:pt x="109251" y="4166"/>
                  </a:lnTo>
                  <a:lnTo>
                    <a:pt x="134549" y="18694"/>
                  </a:lnTo>
                  <a:lnTo>
                    <a:pt x="162522" y="25230"/>
                  </a:lnTo>
                  <a:lnTo>
                    <a:pt x="175188" y="20150"/>
                  </a:lnTo>
                  <a:lnTo>
                    <a:pt x="183417" y="33256"/>
                  </a:lnTo>
                  <a:lnTo>
                    <a:pt x="194153" y="42908"/>
                  </a:lnTo>
                  <a:lnTo>
                    <a:pt x="181115" y="55675"/>
                  </a:lnTo>
                  <a:lnTo>
                    <a:pt x="165807" y="48157"/>
                  </a:lnTo>
                  <a:lnTo>
                    <a:pt x="142406" y="48631"/>
                  </a:lnTo>
                  <a:lnTo>
                    <a:pt x="113281" y="43010"/>
                  </a:lnTo>
                  <a:lnTo>
                    <a:pt x="97466" y="43755"/>
                  </a:lnTo>
                  <a:lnTo>
                    <a:pt x="90117" y="50799"/>
                  </a:lnTo>
                  <a:lnTo>
                    <a:pt x="77959" y="43010"/>
                  </a:lnTo>
                  <a:lnTo>
                    <a:pt x="70881" y="57064"/>
                  </a:lnTo>
                  <a:lnTo>
                    <a:pt x="87476" y="72913"/>
                  </a:lnTo>
                  <a:lnTo>
                    <a:pt x="94790" y="83412"/>
                  </a:lnTo>
                  <a:lnTo>
                    <a:pt x="110369" y="96044"/>
                  </a:lnTo>
                  <a:lnTo>
                    <a:pt x="123272" y="103562"/>
                  </a:lnTo>
                  <a:lnTo>
                    <a:pt x="136073" y="117684"/>
                  </a:lnTo>
                  <a:lnTo>
                    <a:pt x="166044" y="130519"/>
                  </a:lnTo>
                  <a:lnTo>
                    <a:pt x="162319" y="136276"/>
                  </a:lnTo>
                  <a:lnTo>
                    <a:pt x="162319" y="136276"/>
                  </a:lnTo>
                  <a:lnTo>
                    <a:pt x="130485" y="123746"/>
                  </a:lnTo>
                  <a:lnTo>
                    <a:pt x="110843" y="111554"/>
                  </a:lnTo>
                  <a:lnTo>
                    <a:pt x="79856" y="101496"/>
                  </a:lnTo>
                  <a:lnTo>
                    <a:pt x="51374" y="76571"/>
                  </a:lnTo>
                  <a:lnTo>
                    <a:pt x="58216" y="74031"/>
                  </a:lnTo>
                  <a:lnTo>
                    <a:pt x="42773" y="59807"/>
                  </a:lnTo>
                  <a:lnTo>
                    <a:pt x="42163" y="48360"/>
                  </a:lnTo>
                  <a:lnTo>
                    <a:pt x="20387" y="43010"/>
                  </a:lnTo>
                  <a:lnTo>
                    <a:pt x="9990" y="57640"/>
                  </a:lnTo>
                  <a:lnTo>
                    <a:pt x="0" y="46295"/>
                  </a:lnTo>
                  <a:lnTo>
                    <a:pt x="745" y="34543"/>
                  </a:lnTo>
                  <a:lnTo>
                    <a:pt x="1964" y="34001"/>
                  </a:lnTo>
                  <a:lnTo>
                    <a:pt x="25569" y="35153"/>
                  </a:lnTo>
                  <a:lnTo>
                    <a:pt x="31766" y="29430"/>
                  </a:lnTo>
                  <a:lnTo>
                    <a:pt x="43281" y="34950"/>
                  </a:lnTo>
                  <a:lnTo>
                    <a:pt x="56590" y="35627"/>
                  </a:lnTo>
                  <a:lnTo>
                    <a:pt x="56455" y="26145"/>
                  </a:lnTo>
                  <a:lnTo>
                    <a:pt x="68240" y="22690"/>
                  </a:lnTo>
                  <a:lnTo>
                    <a:pt x="71525" y="9008"/>
                  </a:lnTo>
                  <a:lnTo>
                    <a:pt x="98482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1" name="Forma libre: forma 130">
              <a:extLst>
                <a:ext uri="{FF2B5EF4-FFF2-40B4-BE49-F238E27FC236}">
                  <a16:creationId xmlns:a16="http://schemas.microsoft.com/office/drawing/2014/main" id="{FA2B8A2D-E8ED-E21C-C983-E4B7A9A84DC5}"/>
                </a:ext>
              </a:extLst>
            </p:cNvPr>
            <p:cNvSpPr/>
            <p:nvPr/>
          </p:nvSpPr>
          <p:spPr>
            <a:xfrm>
              <a:off x="6299821" y="1809163"/>
              <a:ext cx="149686" cy="69560"/>
            </a:xfrm>
            <a:custGeom>
              <a:avLst/>
              <a:gdLst>
                <a:gd name="csX0" fmla="*/ 120935 w 149686"/>
                <a:gd name="csY0" fmla="*/ 10363 h 69560"/>
                <a:gd name="csX1" fmla="*/ 122256 w 149686"/>
                <a:gd name="csY1" fmla="*/ 16357 h 69560"/>
                <a:gd name="csX2" fmla="*/ 117074 w 149686"/>
                <a:gd name="csY2" fmla="*/ 24654 h 69560"/>
                <a:gd name="csX3" fmla="*/ 132382 w 149686"/>
                <a:gd name="csY3" fmla="*/ 30818 h 69560"/>
                <a:gd name="csX4" fmla="*/ 149687 w 149686"/>
                <a:gd name="csY4" fmla="*/ 31732 h 69560"/>
                <a:gd name="csX5" fmla="*/ 146978 w 149686"/>
                <a:gd name="csY5" fmla="*/ 45617 h 69560"/>
                <a:gd name="csX6" fmla="*/ 132077 w 149686"/>
                <a:gd name="csY6" fmla="*/ 51341 h 69560"/>
                <a:gd name="csX7" fmla="*/ 107016 w 149686"/>
                <a:gd name="csY7" fmla="*/ 47107 h 69560"/>
                <a:gd name="csX8" fmla="*/ 99667 w 149686"/>
                <a:gd name="csY8" fmla="*/ 60755 h 69560"/>
                <a:gd name="csX9" fmla="*/ 83547 w 149686"/>
                <a:gd name="csY9" fmla="*/ 61839 h 69560"/>
                <a:gd name="csX10" fmla="*/ 77688 w 149686"/>
                <a:gd name="csY10" fmla="*/ 56454 h 69560"/>
                <a:gd name="csX11" fmla="*/ 58690 w 149686"/>
                <a:gd name="csY11" fmla="*/ 67969 h 69560"/>
                <a:gd name="csX12" fmla="*/ 42366 w 149686"/>
                <a:gd name="csY12" fmla="*/ 69560 h 69560"/>
                <a:gd name="csX13" fmla="*/ 27804 w 149686"/>
                <a:gd name="csY13" fmla="*/ 62313 h 69560"/>
                <a:gd name="csX14" fmla="*/ 16154 w 149686"/>
                <a:gd name="csY14" fmla="*/ 47446 h 69560"/>
                <a:gd name="csX15" fmla="*/ 0 w 149686"/>
                <a:gd name="csY15" fmla="*/ 52763 h 69560"/>
                <a:gd name="csX16" fmla="*/ 474 w 149686"/>
                <a:gd name="csY16" fmla="*/ 37422 h 69560"/>
                <a:gd name="csX17" fmla="*/ 25264 w 149686"/>
                <a:gd name="csY17" fmla="*/ 18389 h 69560"/>
                <a:gd name="csX18" fmla="*/ 24180 w 149686"/>
                <a:gd name="csY18" fmla="*/ 9787 h 69560"/>
                <a:gd name="csX19" fmla="*/ 39589 w 149686"/>
                <a:gd name="csY19" fmla="*/ 12903 h 69560"/>
                <a:gd name="csX20" fmla="*/ 48902 w 149686"/>
                <a:gd name="csY20" fmla="*/ 7112 h 69560"/>
                <a:gd name="csX21" fmla="*/ 77688 w 149686"/>
                <a:gd name="csY21" fmla="*/ 7349 h 69560"/>
                <a:gd name="csX22" fmla="*/ 84665 w 149686"/>
                <a:gd name="csY22" fmla="*/ 0 h 69560"/>
                <a:gd name="csX23" fmla="*/ 120935 w 149686"/>
                <a:gd name="csY23" fmla="*/ 10363 h 69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49686" h="69560">
                  <a:moveTo>
                    <a:pt x="120935" y="10363"/>
                  </a:moveTo>
                  <a:lnTo>
                    <a:pt x="122256" y="16357"/>
                  </a:lnTo>
                  <a:lnTo>
                    <a:pt x="117074" y="24654"/>
                  </a:lnTo>
                  <a:lnTo>
                    <a:pt x="132382" y="30818"/>
                  </a:lnTo>
                  <a:lnTo>
                    <a:pt x="149687" y="31732"/>
                  </a:lnTo>
                  <a:lnTo>
                    <a:pt x="146978" y="45617"/>
                  </a:lnTo>
                  <a:lnTo>
                    <a:pt x="132077" y="51341"/>
                  </a:lnTo>
                  <a:lnTo>
                    <a:pt x="107016" y="47107"/>
                  </a:lnTo>
                  <a:lnTo>
                    <a:pt x="99667" y="60755"/>
                  </a:lnTo>
                  <a:lnTo>
                    <a:pt x="83547" y="61839"/>
                  </a:lnTo>
                  <a:lnTo>
                    <a:pt x="77688" y="56454"/>
                  </a:lnTo>
                  <a:lnTo>
                    <a:pt x="58690" y="67969"/>
                  </a:lnTo>
                  <a:lnTo>
                    <a:pt x="42366" y="69560"/>
                  </a:lnTo>
                  <a:lnTo>
                    <a:pt x="27804" y="62313"/>
                  </a:lnTo>
                  <a:lnTo>
                    <a:pt x="16154" y="47446"/>
                  </a:lnTo>
                  <a:lnTo>
                    <a:pt x="0" y="52763"/>
                  </a:lnTo>
                  <a:lnTo>
                    <a:pt x="474" y="37422"/>
                  </a:lnTo>
                  <a:lnTo>
                    <a:pt x="25264" y="18389"/>
                  </a:lnTo>
                  <a:lnTo>
                    <a:pt x="24180" y="9787"/>
                  </a:lnTo>
                  <a:lnTo>
                    <a:pt x="39589" y="12903"/>
                  </a:lnTo>
                  <a:lnTo>
                    <a:pt x="48902" y="7112"/>
                  </a:lnTo>
                  <a:lnTo>
                    <a:pt x="77688" y="7349"/>
                  </a:lnTo>
                  <a:lnTo>
                    <a:pt x="84665" y="0"/>
                  </a:lnTo>
                  <a:lnTo>
                    <a:pt x="120935" y="1036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2" name="Forma libre: forma 131">
              <a:extLst>
                <a:ext uri="{FF2B5EF4-FFF2-40B4-BE49-F238E27FC236}">
                  <a16:creationId xmlns:a16="http://schemas.microsoft.com/office/drawing/2014/main" id="{7852562A-EF3D-18A4-33D6-7A594BD786AC}"/>
                </a:ext>
              </a:extLst>
            </p:cNvPr>
            <p:cNvSpPr/>
            <p:nvPr/>
          </p:nvSpPr>
          <p:spPr>
            <a:xfrm>
              <a:off x="6288002" y="1731374"/>
              <a:ext cx="19269" cy="23198"/>
            </a:xfrm>
            <a:custGeom>
              <a:avLst/>
              <a:gdLst>
                <a:gd name="csX0" fmla="*/ 12497 w 19269"/>
                <a:gd name="csY0" fmla="*/ 0 h 23198"/>
                <a:gd name="csX1" fmla="*/ 19270 w 19269"/>
                <a:gd name="csY1" fmla="*/ 7654 h 23198"/>
                <a:gd name="csX2" fmla="*/ 17340 w 19269"/>
                <a:gd name="csY2" fmla="*/ 22487 h 23198"/>
                <a:gd name="csX3" fmla="*/ 7586 w 19269"/>
                <a:gd name="csY3" fmla="*/ 23198 h 23198"/>
                <a:gd name="csX4" fmla="*/ 0 w 19269"/>
                <a:gd name="csY4" fmla="*/ 20286 h 23198"/>
                <a:gd name="csX5" fmla="*/ 3658 w 19269"/>
                <a:gd name="csY5" fmla="*/ 1287 h 23198"/>
                <a:gd name="csX6" fmla="*/ 12497 w 19269"/>
                <a:gd name="csY6" fmla="*/ 0 h 231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269" h="23198">
                  <a:moveTo>
                    <a:pt x="12497" y="0"/>
                  </a:moveTo>
                  <a:lnTo>
                    <a:pt x="19270" y="7654"/>
                  </a:lnTo>
                  <a:lnTo>
                    <a:pt x="17340" y="22487"/>
                  </a:lnTo>
                  <a:lnTo>
                    <a:pt x="7586" y="23198"/>
                  </a:lnTo>
                  <a:lnTo>
                    <a:pt x="0" y="20286"/>
                  </a:lnTo>
                  <a:lnTo>
                    <a:pt x="3658" y="1287"/>
                  </a:lnTo>
                  <a:lnTo>
                    <a:pt x="12497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3" name="Forma libre: forma 132">
              <a:extLst>
                <a:ext uri="{FF2B5EF4-FFF2-40B4-BE49-F238E27FC236}">
                  <a16:creationId xmlns:a16="http://schemas.microsoft.com/office/drawing/2014/main" id="{3B408596-6722-728E-2D3B-41C5CAD4260C}"/>
                </a:ext>
              </a:extLst>
            </p:cNvPr>
            <p:cNvSpPr/>
            <p:nvPr/>
          </p:nvSpPr>
          <p:spPr>
            <a:xfrm>
              <a:off x="6180986" y="1685756"/>
              <a:ext cx="123372" cy="65902"/>
            </a:xfrm>
            <a:custGeom>
              <a:avLst/>
              <a:gdLst>
                <a:gd name="csX0" fmla="*/ 123373 w 123372"/>
                <a:gd name="csY0" fmla="*/ 22724 h 65902"/>
                <a:gd name="csX1" fmla="*/ 119512 w 123372"/>
                <a:gd name="csY1" fmla="*/ 45617 h 65902"/>
                <a:gd name="csX2" fmla="*/ 110673 w 123372"/>
                <a:gd name="csY2" fmla="*/ 46904 h 65902"/>
                <a:gd name="csX3" fmla="*/ 107016 w 123372"/>
                <a:gd name="csY3" fmla="*/ 65903 h 65902"/>
                <a:gd name="csX4" fmla="*/ 77383 w 123372"/>
                <a:gd name="csY4" fmla="*/ 50460 h 65902"/>
                <a:gd name="csX5" fmla="*/ 60010 w 123372"/>
                <a:gd name="csY5" fmla="*/ 53102 h 65902"/>
                <a:gd name="csX6" fmla="*/ 36372 w 123372"/>
                <a:gd name="csY6" fmla="*/ 37117 h 65902"/>
                <a:gd name="csX7" fmla="*/ 20624 w 123372"/>
                <a:gd name="csY7" fmla="*/ 23537 h 65902"/>
                <a:gd name="csX8" fmla="*/ 4877 w 123372"/>
                <a:gd name="csY8" fmla="*/ 22961 h 65902"/>
                <a:gd name="csX9" fmla="*/ 0 w 123372"/>
                <a:gd name="csY9" fmla="*/ 11040 h 65902"/>
                <a:gd name="csX10" fmla="*/ 27126 w 123372"/>
                <a:gd name="csY10" fmla="*/ 4369 h 65902"/>
                <a:gd name="csX11" fmla="*/ 27126 w 123372"/>
                <a:gd name="csY11" fmla="*/ 4369 h 65902"/>
                <a:gd name="csX12" fmla="*/ 27126 w 123372"/>
                <a:gd name="csY12" fmla="*/ 4369 h 65902"/>
                <a:gd name="csX13" fmla="*/ 51916 w 123372"/>
                <a:gd name="csY13" fmla="*/ 7044 h 65902"/>
                <a:gd name="csX14" fmla="*/ 83310 w 123372"/>
                <a:gd name="csY14" fmla="*/ 0 h 65902"/>
                <a:gd name="csX15" fmla="*/ 104747 w 123372"/>
                <a:gd name="csY15" fmla="*/ 14833 h 65902"/>
                <a:gd name="csX16" fmla="*/ 123373 w 123372"/>
                <a:gd name="csY16" fmla="*/ 22724 h 65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23372" h="65902">
                  <a:moveTo>
                    <a:pt x="123373" y="22724"/>
                  </a:moveTo>
                  <a:lnTo>
                    <a:pt x="119512" y="45617"/>
                  </a:lnTo>
                  <a:lnTo>
                    <a:pt x="110673" y="46904"/>
                  </a:lnTo>
                  <a:lnTo>
                    <a:pt x="107016" y="65903"/>
                  </a:lnTo>
                  <a:lnTo>
                    <a:pt x="77383" y="50460"/>
                  </a:lnTo>
                  <a:lnTo>
                    <a:pt x="60010" y="53102"/>
                  </a:lnTo>
                  <a:lnTo>
                    <a:pt x="36372" y="37117"/>
                  </a:lnTo>
                  <a:lnTo>
                    <a:pt x="20624" y="23537"/>
                  </a:lnTo>
                  <a:lnTo>
                    <a:pt x="4877" y="22961"/>
                  </a:lnTo>
                  <a:lnTo>
                    <a:pt x="0" y="11040"/>
                  </a:lnTo>
                  <a:lnTo>
                    <a:pt x="27126" y="4369"/>
                  </a:lnTo>
                  <a:lnTo>
                    <a:pt x="27126" y="4369"/>
                  </a:lnTo>
                  <a:lnTo>
                    <a:pt x="27126" y="4369"/>
                  </a:lnTo>
                  <a:lnTo>
                    <a:pt x="51916" y="7044"/>
                  </a:lnTo>
                  <a:lnTo>
                    <a:pt x="83310" y="0"/>
                  </a:lnTo>
                  <a:lnTo>
                    <a:pt x="104747" y="14833"/>
                  </a:lnTo>
                  <a:lnTo>
                    <a:pt x="123373" y="2272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4" name="Forma libre: forma 133">
              <a:extLst>
                <a:ext uri="{FF2B5EF4-FFF2-40B4-BE49-F238E27FC236}">
                  <a16:creationId xmlns:a16="http://schemas.microsoft.com/office/drawing/2014/main" id="{03AE08F1-2C65-7832-01F5-A11124786A2E}"/>
                </a:ext>
              </a:extLst>
            </p:cNvPr>
            <p:cNvSpPr/>
            <p:nvPr/>
          </p:nvSpPr>
          <p:spPr>
            <a:xfrm>
              <a:off x="6208112" y="1616839"/>
              <a:ext cx="127910" cy="91640"/>
            </a:xfrm>
            <a:custGeom>
              <a:avLst/>
              <a:gdLst>
                <a:gd name="csX0" fmla="*/ 121578 w 127910"/>
                <a:gd name="csY0" fmla="*/ 948 h 91640"/>
                <a:gd name="csX1" fmla="*/ 127911 w 127910"/>
                <a:gd name="csY1" fmla="*/ 12395 h 91640"/>
                <a:gd name="csX2" fmla="*/ 119479 w 127910"/>
                <a:gd name="csY2" fmla="*/ 43416 h 91640"/>
                <a:gd name="csX3" fmla="*/ 110877 w 127910"/>
                <a:gd name="csY3" fmla="*/ 56149 h 91640"/>
                <a:gd name="csX4" fmla="*/ 90557 w 127910"/>
                <a:gd name="csY4" fmla="*/ 56149 h 91640"/>
                <a:gd name="csX5" fmla="*/ 96247 w 127910"/>
                <a:gd name="csY5" fmla="*/ 91641 h 91640"/>
                <a:gd name="csX6" fmla="*/ 77620 w 127910"/>
                <a:gd name="csY6" fmla="*/ 83750 h 91640"/>
                <a:gd name="csX7" fmla="*/ 56183 w 127910"/>
                <a:gd name="csY7" fmla="*/ 68917 h 91640"/>
                <a:gd name="csX8" fmla="*/ 24790 w 127910"/>
                <a:gd name="csY8" fmla="*/ 75961 h 91640"/>
                <a:gd name="csX9" fmla="*/ 0 w 127910"/>
                <a:gd name="csY9" fmla="*/ 73286 h 91640"/>
                <a:gd name="csX10" fmla="*/ 0 w 127910"/>
                <a:gd name="csY10" fmla="*/ 73286 h 91640"/>
                <a:gd name="csX11" fmla="*/ 17441 w 127910"/>
                <a:gd name="csY11" fmla="*/ 63973 h 91640"/>
                <a:gd name="csX12" fmla="*/ 47107 w 127910"/>
                <a:gd name="csY12" fmla="*/ 14156 h 91640"/>
                <a:gd name="csX13" fmla="*/ 93436 w 127910"/>
                <a:gd name="csY13" fmla="*/ 0 h 91640"/>
                <a:gd name="csX14" fmla="*/ 121578 w 127910"/>
                <a:gd name="csY14" fmla="*/ 948 h 91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27910" h="91640">
                  <a:moveTo>
                    <a:pt x="121578" y="948"/>
                  </a:moveTo>
                  <a:lnTo>
                    <a:pt x="127911" y="12395"/>
                  </a:lnTo>
                  <a:lnTo>
                    <a:pt x="119479" y="43416"/>
                  </a:lnTo>
                  <a:lnTo>
                    <a:pt x="110877" y="56149"/>
                  </a:lnTo>
                  <a:lnTo>
                    <a:pt x="90557" y="56149"/>
                  </a:lnTo>
                  <a:lnTo>
                    <a:pt x="96247" y="91641"/>
                  </a:lnTo>
                  <a:lnTo>
                    <a:pt x="77620" y="83750"/>
                  </a:lnTo>
                  <a:lnTo>
                    <a:pt x="56183" y="68917"/>
                  </a:lnTo>
                  <a:lnTo>
                    <a:pt x="24790" y="75961"/>
                  </a:lnTo>
                  <a:lnTo>
                    <a:pt x="0" y="73286"/>
                  </a:lnTo>
                  <a:lnTo>
                    <a:pt x="0" y="73286"/>
                  </a:lnTo>
                  <a:lnTo>
                    <a:pt x="17441" y="63973"/>
                  </a:lnTo>
                  <a:lnTo>
                    <a:pt x="47107" y="14156"/>
                  </a:lnTo>
                  <a:lnTo>
                    <a:pt x="93436" y="0"/>
                  </a:lnTo>
                  <a:lnTo>
                    <a:pt x="121578" y="94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5" name="Forma libre: forma 134">
              <a:extLst>
                <a:ext uri="{FF2B5EF4-FFF2-40B4-BE49-F238E27FC236}">
                  <a16:creationId xmlns:a16="http://schemas.microsoft.com/office/drawing/2014/main" id="{66105AB7-9828-40A9-267F-558B29D022B1}"/>
                </a:ext>
              </a:extLst>
            </p:cNvPr>
            <p:cNvSpPr/>
            <p:nvPr/>
          </p:nvSpPr>
          <p:spPr>
            <a:xfrm>
              <a:off x="5773208" y="1997153"/>
              <a:ext cx="106270" cy="184297"/>
            </a:xfrm>
            <a:custGeom>
              <a:avLst/>
              <a:gdLst>
                <a:gd name="csX0" fmla="*/ 16662 w 106270"/>
                <a:gd name="csY0" fmla="*/ 13512 h 184297"/>
                <a:gd name="csX1" fmla="*/ 28955 w 106270"/>
                <a:gd name="csY1" fmla="*/ 4911 h 184297"/>
                <a:gd name="csX2" fmla="*/ 42772 w 106270"/>
                <a:gd name="csY2" fmla="*/ 0 h 184297"/>
                <a:gd name="csX3" fmla="*/ 51273 w 106270"/>
                <a:gd name="csY3" fmla="*/ 16560 h 184297"/>
                <a:gd name="csX4" fmla="*/ 71253 w 106270"/>
                <a:gd name="csY4" fmla="*/ 16526 h 184297"/>
                <a:gd name="csX5" fmla="*/ 77078 w 106270"/>
                <a:gd name="csY5" fmla="*/ 12259 h 184297"/>
                <a:gd name="csX6" fmla="*/ 96788 w 106270"/>
                <a:gd name="csY6" fmla="*/ 13445 h 184297"/>
                <a:gd name="csX7" fmla="*/ 106270 w 106270"/>
                <a:gd name="csY7" fmla="*/ 30411 h 184297"/>
                <a:gd name="csX8" fmla="*/ 90625 w 106270"/>
                <a:gd name="csY8" fmla="*/ 39589 h 184297"/>
                <a:gd name="csX9" fmla="*/ 90184 w 106270"/>
                <a:gd name="csY9" fmla="*/ 66004 h 184297"/>
                <a:gd name="csX10" fmla="*/ 84698 w 106270"/>
                <a:gd name="csY10" fmla="*/ 70949 h 184297"/>
                <a:gd name="csX11" fmla="*/ 83310 w 106270"/>
                <a:gd name="csY11" fmla="*/ 86967 h 184297"/>
                <a:gd name="csX12" fmla="*/ 68680 w 106270"/>
                <a:gd name="csY12" fmla="*/ 89744 h 184297"/>
                <a:gd name="csX13" fmla="*/ 82260 w 106270"/>
                <a:gd name="csY13" fmla="*/ 110064 h 184297"/>
                <a:gd name="csX14" fmla="*/ 72913 w 106270"/>
                <a:gd name="csY14" fmla="*/ 132314 h 184297"/>
                <a:gd name="csX15" fmla="*/ 84596 w 106270"/>
                <a:gd name="csY15" fmla="*/ 142372 h 184297"/>
                <a:gd name="csX16" fmla="*/ 79923 w 106270"/>
                <a:gd name="csY16" fmla="*/ 151583 h 184297"/>
                <a:gd name="csX17" fmla="*/ 67393 w 106270"/>
                <a:gd name="csY17" fmla="*/ 164283 h 184297"/>
                <a:gd name="csX18" fmla="*/ 70204 w 106270"/>
                <a:gd name="csY18" fmla="*/ 175493 h 184297"/>
                <a:gd name="csX19" fmla="*/ 56589 w 106270"/>
                <a:gd name="csY19" fmla="*/ 184298 h 184297"/>
                <a:gd name="csX20" fmla="*/ 38742 w 106270"/>
                <a:gd name="csY20" fmla="*/ 179523 h 184297"/>
                <a:gd name="csX21" fmla="*/ 21267 w 106270"/>
                <a:gd name="csY21" fmla="*/ 183248 h 184297"/>
                <a:gd name="csX22" fmla="*/ 26449 w 106270"/>
                <a:gd name="csY22" fmla="*/ 156765 h 184297"/>
                <a:gd name="csX23" fmla="*/ 23266 w 106270"/>
                <a:gd name="csY23" fmla="*/ 135937 h 184297"/>
                <a:gd name="csX24" fmla="*/ 8127 w 106270"/>
                <a:gd name="csY24" fmla="*/ 132822 h 184297"/>
                <a:gd name="csX25" fmla="*/ 0 w 106270"/>
                <a:gd name="csY25" fmla="*/ 119987 h 184297"/>
                <a:gd name="csX26" fmla="*/ 2709 w 106270"/>
                <a:gd name="csY26" fmla="*/ 97805 h 184297"/>
                <a:gd name="csX27" fmla="*/ 16221 w 106270"/>
                <a:gd name="csY27" fmla="*/ 85511 h 184297"/>
                <a:gd name="csX28" fmla="*/ 18626 w 106270"/>
                <a:gd name="csY28" fmla="*/ 71829 h 184297"/>
                <a:gd name="csX29" fmla="*/ 25670 w 106270"/>
                <a:gd name="csY29" fmla="*/ 51442 h 184297"/>
                <a:gd name="csX30" fmla="*/ 24925 w 106270"/>
                <a:gd name="csY30" fmla="*/ 37117 h 184297"/>
                <a:gd name="csX31" fmla="*/ 18152 w 106270"/>
                <a:gd name="csY31" fmla="*/ 24959 h 184297"/>
                <a:gd name="csX32" fmla="*/ 16662 w 106270"/>
                <a:gd name="csY32" fmla="*/ 13512 h 1842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06270" h="184297">
                  <a:moveTo>
                    <a:pt x="16662" y="13512"/>
                  </a:moveTo>
                  <a:lnTo>
                    <a:pt x="28955" y="4911"/>
                  </a:lnTo>
                  <a:lnTo>
                    <a:pt x="42772" y="0"/>
                  </a:lnTo>
                  <a:lnTo>
                    <a:pt x="51273" y="16560"/>
                  </a:lnTo>
                  <a:lnTo>
                    <a:pt x="71253" y="16526"/>
                  </a:lnTo>
                  <a:lnTo>
                    <a:pt x="77078" y="12259"/>
                  </a:lnTo>
                  <a:lnTo>
                    <a:pt x="96788" y="13445"/>
                  </a:lnTo>
                  <a:lnTo>
                    <a:pt x="106270" y="30411"/>
                  </a:lnTo>
                  <a:lnTo>
                    <a:pt x="90625" y="39589"/>
                  </a:lnTo>
                  <a:lnTo>
                    <a:pt x="90184" y="66004"/>
                  </a:lnTo>
                  <a:lnTo>
                    <a:pt x="84698" y="70949"/>
                  </a:lnTo>
                  <a:lnTo>
                    <a:pt x="83310" y="86967"/>
                  </a:lnTo>
                  <a:lnTo>
                    <a:pt x="68680" y="89744"/>
                  </a:lnTo>
                  <a:lnTo>
                    <a:pt x="82260" y="110064"/>
                  </a:lnTo>
                  <a:lnTo>
                    <a:pt x="72913" y="132314"/>
                  </a:lnTo>
                  <a:lnTo>
                    <a:pt x="84596" y="142372"/>
                  </a:lnTo>
                  <a:lnTo>
                    <a:pt x="79923" y="151583"/>
                  </a:lnTo>
                  <a:lnTo>
                    <a:pt x="67393" y="164283"/>
                  </a:lnTo>
                  <a:lnTo>
                    <a:pt x="70204" y="175493"/>
                  </a:lnTo>
                  <a:lnTo>
                    <a:pt x="56589" y="184298"/>
                  </a:lnTo>
                  <a:lnTo>
                    <a:pt x="38742" y="179523"/>
                  </a:lnTo>
                  <a:lnTo>
                    <a:pt x="21267" y="183248"/>
                  </a:lnTo>
                  <a:lnTo>
                    <a:pt x="26449" y="156765"/>
                  </a:lnTo>
                  <a:lnTo>
                    <a:pt x="23266" y="135937"/>
                  </a:lnTo>
                  <a:lnTo>
                    <a:pt x="8127" y="132822"/>
                  </a:lnTo>
                  <a:lnTo>
                    <a:pt x="0" y="119987"/>
                  </a:lnTo>
                  <a:lnTo>
                    <a:pt x="2709" y="97805"/>
                  </a:lnTo>
                  <a:lnTo>
                    <a:pt x="16221" y="85511"/>
                  </a:lnTo>
                  <a:lnTo>
                    <a:pt x="18626" y="71829"/>
                  </a:lnTo>
                  <a:lnTo>
                    <a:pt x="25670" y="51442"/>
                  </a:lnTo>
                  <a:lnTo>
                    <a:pt x="24925" y="37117"/>
                  </a:lnTo>
                  <a:lnTo>
                    <a:pt x="18152" y="24959"/>
                  </a:lnTo>
                  <a:lnTo>
                    <a:pt x="16662" y="1351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6" name="Forma libre: forma 135">
              <a:extLst>
                <a:ext uri="{FF2B5EF4-FFF2-40B4-BE49-F238E27FC236}">
                  <a16:creationId xmlns:a16="http://schemas.microsoft.com/office/drawing/2014/main" id="{EA466555-5B5D-8AD5-4C21-6C4BAF8B4953}"/>
                </a:ext>
              </a:extLst>
            </p:cNvPr>
            <p:cNvSpPr/>
            <p:nvPr/>
          </p:nvSpPr>
          <p:spPr>
            <a:xfrm>
              <a:off x="5777745" y="1947437"/>
              <a:ext cx="421020" cy="264187"/>
            </a:xfrm>
            <a:custGeom>
              <a:avLst/>
              <a:gdLst>
                <a:gd name="csX0" fmla="*/ 65666 w 421020"/>
                <a:gd name="csY0" fmla="*/ 225208 h 264187"/>
                <a:gd name="csX1" fmla="*/ 62855 w 421020"/>
                <a:gd name="csY1" fmla="*/ 213998 h 264187"/>
                <a:gd name="csX2" fmla="*/ 75385 w 421020"/>
                <a:gd name="csY2" fmla="*/ 201298 h 264187"/>
                <a:gd name="csX3" fmla="*/ 80059 w 421020"/>
                <a:gd name="csY3" fmla="*/ 192087 h 264187"/>
                <a:gd name="csX4" fmla="*/ 68376 w 421020"/>
                <a:gd name="csY4" fmla="*/ 182029 h 264187"/>
                <a:gd name="csX5" fmla="*/ 77722 w 421020"/>
                <a:gd name="csY5" fmla="*/ 159779 h 264187"/>
                <a:gd name="csX6" fmla="*/ 64142 w 421020"/>
                <a:gd name="csY6" fmla="*/ 139459 h 264187"/>
                <a:gd name="csX7" fmla="*/ 78772 w 421020"/>
                <a:gd name="csY7" fmla="*/ 136682 h 264187"/>
                <a:gd name="csX8" fmla="*/ 80161 w 421020"/>
                <a:gd name="csY8" fmla="*/ 120664 h 264187"/>
                <a:gd name="csX9" fmla="*/ 85647 w 421020"/>
                <a:gd name="csY9" fmla="*/ 115720 h 264187"/>
                <a:gd name="csX10" fmla="*/ 86087 w 421020"/>
                <a:gd name="csY10" fmla="*/ 89304 h 264187"/>
                <a:gd name="csX11" fmla="*/ 101733 w 421020"/>
                <a:gd name="csY11" fmla="*/ 80127 h 264187"/>
                <a:gd name="csX12" fmla="*/ 92250 w 421020"/>
                <a:gd name="csY12" fmla="*/ 63160 h 264187"/>
                <a:gd name="csX13" fmla="*/ 72541 w 421020"/>
                <a:gd name="csY13" fmla="*/ 61975 h 264187"/>
                <a:gd name="csX14" fmla="*/ 66716 w 421020"/>
                <a:gd name="csY14" fmla="*/ 66242 h 264187"/>
                <a:gd name="csX15" fmla="*/ 46735 w 421020"/>
                <a:gd name="csY15" fmla="*/ 66275 h 264187"/>
                <a:gd name="csX16" fmla="*/ 38234 w 421020"/>
                <a:gd name="csY16" fmla="*/ 49715 h 264187"/>
                <a:gd name="csX17" fmla="*/ 24418 w 421020"/>
                <a:gd name="csY17" fmla="*/ 54626 h 264187"/>
                <a:gd name="csX18" fmla="*/ 12124 w 421020"/>
                <a:gd name="csY18" fmla="*/ 63228 h 264187"/>
                <a:gd name="csX19" fmla="*/ 13852 w 421020"/>
                <a:gd name="csY19" fmla="*/ 39115 h 264187"/>
                <a:gd name="csX20" fmla="*/ 0 w 421020"/>
                <a:gd name="csY20" fmla="*/ 24417 h 264187"/>
                <a:gd name="csX21" fmla="*/ 47920 w 421020"/>
                <a:gd name="csY21" fmla="*/ 0 h 264187"/>
                <a:gd name="csX22" fmla="*/ 89372 w 421020"/>
                <a:gd name="csY22" fmla="*/ 6096 h 264187"/>
                <a:gd name="csX23" fmla="*/ 134820 w 421020"/>
                <a:gd name="csY23" fmla="*/ 5893 h 264187"/>
                <a:gd name="csX24" fmla="*/ 170853 w 421020"/>
                <a:gd name="csY24" fmla="*/ 11684 h 264187"/>
                <a:gd name="csX25" fmla="*/ 198962 w 421020"/>
                <a:gd name="csY25" fmla="*/ 9889 h 264187"/>
                <a:gd name="csX26" fmla="*/ 253723 w 421020"/>
                <a:gd name="csY26" fmla="*/ 11006 h 264187"/>
                <a:gd name="csX27" fmla="*/ 267201 w 421020"/>
                <a:gd name="csY27" fmla="*/ 24180 h 264187"/>
                <a:gd name="csX28" fmla="*/ 329548 w 421020"/>
                <a:gd name="csY28" fmla="*/ 39555 h 264187"/>
                <a:gd name="csX29" fmla="*/ 341876 w 421020"/>
                <a:gd name="csY29" fmla="*/ 32240 h 264187"/>
                <a:gd name="csX30" fmla="*/ 379975 w 421020"/>
                <a:gd name="csY30" fmla="*/ 47582 h 264187"/>
                <a:gd name="csX31" fmla="*/ 419225 w 421020"/>
                <a:gd name="csY31" fmla="*/ 43179 h 264187"/>
                <a:gd name="csX32" fmla="*/ 421020 w 421020"/>
                <a:gd name="csY32" fmla="*/ 62855 h 264187"/>
                <a:gd name="csX33" fmla="*/ 388949 w 421020"/>
                <a:gd name="csY33" fmla="*/ 85410 h 264187"/>
                <a:gd name="csX34" fmla="*/ 345567 w 421020"/>
                <a:gd name="csY34" fmla="*/ 92555 h 264187"/>
                <a:gd name="csX35" fmla="*/ 342519 w 421020"/>
                <a:gd name="csY35" fmla="*/ 103968 h 264187"/>
                <a:gd name="csX36" fmla="*/ 321725 w 421020"/>
                <a:gd name="csY36" fmla="*/ 122730 h 264187"/>
                <a:gd name="csX37" fmla="*/ 308653 w 421020"/>
                <a:gd name="csY37" fmla="*/ 150297 h 264187"/>
                <a:gd name="csX38" fmla="*/ 321861 w 421020"/>
                <a:gd name="csY38" fmla="*/ 169634 h 264187"/>
                <a:gd name="csX39" fmla="*/ 302287 w 421020"/>
                <a:gd name="csY39" fmla="*/ 184772 h 264187"/>
                <a:gd name="csX40" fmla="*/ 294972 w 421020"/>
                <a:gd name="csY40" fmla="*/ 206785 h 264187"/>
                <a:gd name="csX41" fmla="*/ 269403 w 421020"/>
                <a:gd name="csY41" fmla="*/ 213524 h 264187"/>
                <a:gd name="csX42" fmla="*/ 245426 w 421020"/>
                <a:gd name="csY42" fmla="*/ 239567 h 264187"/>
                <a:gd name="csX43" fmla="*/ 202416 w 421020"/>
                <a:gd name="csY43" fmla="*/ 240075 h 264187"/>
                <a:gd name="csX44" fmla="*/ 170142 w 421020"/>
                <a:gd name="csY44" fmla="*/ 239431 h 264187"/>
                <a:gd name="csX45" fmla="*/ 148942 w 421020"/>
                <a:gd name="csY45" fmla="*/ 251386 h 264187"/>
                <a:gd name="csX46" fmla="*/ 136005 w 421020"/>
                <a:gd name="csY46" fmla="*/ 264187 h 264187"/>
                <a:gd name="csX47" fmla="*/ 119445 w 421020"/>
                <a:gd name="csY47" fmla="*/ 261377 h 264187"/>
                <a:gd name="csX48" fmla="*/ 106881 w 421020"/>
                <a:gd name="csY48" fmla="*/ 249930 h 264187"/>
                <a:gd name="csX49" fmla="*/ 97297 w 421020"/>
                <a:gd name="csY49" fmla="*/ 230457 h 264187"/>
                <a:gd name="csX50" fmla="*/ 65666 w 421020"/>
                <a:gd name="csY50" fmla="*/ 225208 h 264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421020" h="264187">
                  <a:moveTo>
                    <a:pt x="65666" y="225208"/>
                  </a:moveTo>
                  <a:lnTo>
                    <a:pt x="62855" y="213998"/>
                  </a:lnTo>
                  <a:lnTo>
                    <a:pt x="75385" y="201298"/>
                  </a:lnTo>
                  <a:lnTo>
                    <a:pt x="80059" y="192087"/>
                  </a:lnTo>
                  <a:lnTo>
                    <a:pt x="68376" y="182029"/>
                  </a:lnTo>
                  <a:lnTo>
                    <a:pt x="77722" y="159779"/>
                  </a:lnTo>
                  <a:lnTo>
                    <a:pt x="64142" y="139459"/>
                  </a:lnTo>
                  <a:lnTo>
                    <a:pt x="78772" y="136682"/>
                  </a:lnTo>
                  <a:lnTo>
                    <a:pt x="80161" y="120664"/>
                  </a:lnTo>
                  <a:lnTo>
                    <a:pt x="85647" y="115720"/>
                  </a:lnTo>
                  <a:lnTo>
                    <a:pt x="86087" y="89304"/>
                  </a:lnTo>
                  <a:lnTo>
                    <a:pt x="101733" y="80127"/>
                  </a:lnTo>
                  <a:lnTo>
                    <a:pt x="92250" y="63160"/>
                  </a:lnTo>
                  <a:lnTo>
                    <a:pt x="72541" y="61975"/>
                  </a:lnTo>
                  <a:lnTo>
                    <a:pt x="66716" y="66242"/>
                  </a:lnTo>
                  <a:lnTo>
                    <a:pt x="46735" y="66275"/>
                  </a:lnTo>
                  <a:lnTo>
                    <a:pt x="38234" y="49715"/>
                  </a:lnTo>
                  <a:lnTo>
                    <a:pt x="24418" y="54626"/>
                  </a:lnTo>
                  <a:lnTo>
                    <a:pt x="12124" y="63228"/>
                  </a:lnTo>
                  <a:lnTo>
                    <a:pt x="13852" y="39115"/>
                  </a:lnTo>
                  <a:lnTo>
                    <a:pt x="0" y="24417"/>
                  </a:lnTo>
                  <a:lnTo>
                    <a:pt x="47920" y="0"/>
                  </a:lnTo>
                  <a:lnTo>
                    <a:pt x="89372" y="6096"/>
                  </a:lnTo>
                  <a:lnTo>
                    <a:pt x="134820" y="5893"/>
                  </a:lnTo>
                  <a:lnTo>
                    <a:pt x="170853" y="11684"/>
                  </a:lnTo>
                  <a:lnTo>
                    <a:pt x="198962" y="9889"/>
                  </a:lnTo>
                  <a:lnTo>
                    <a:pt x="253723" y="11006"/>
                  </a:lnTo>
                  <a:lnTo>
                    <a:pt x="267201" y="24180"/>
                  </a:lnTo>
                  <a:lnTo>
                    <a:pt x="329548" y="39555"/>
                  </a:lnTo>
                  <a:lnTo>
                    <a:pt x="341876" y="32240"/>
                  </a:lnTo>
                  <a:lnTo>
                    <a:pt x="379975" y="47582"/>
                  </a:lnTo>
                  <a:lnTo>
                    <a:pt x="419225" y="43179"/>
                  </a:lnTo>
                  <a:lnTo>
                    <a:pt x="421020" y="62855"/>
                  </a:lnTo>
                  <a:lnTo>
                    <a:pt x="388949" y="85410"/>
                  </a:lnTo>
                  <a:lnTo>
                    <a:pt x="345567" y="92555"/>
                  </a:lnTo>
                  <a:lnTo>
                    <a:pt x="342519" y="103968"/>
                  </a:lnTo>
                  <a:lnTo>
                    <a:pt x="321725" y="122730"/>
                  </a:lnTo>
                  <a:lnTo>
                    <a:pt x="308653" y="150297"/>
                  </a:lnTo>
                  <a:lnTo>
                    <a:pt x="321861" y="169634"/>
                  </a:lnTo>
                  <a:lnTo>
                    <a:pt x="302287" y="184772"/>
                  </a:lnTo>
                  <a:lnTo>
                    <a:pt x="294972" y="206785"/>
                  </a:lnTo>
                  <a:lnTo>
                    <a:pt x="269403" y="213524"/>
                  </a:lnTo>
                  <a:lnTo>
                    <a:pt x="245426" y="239567"/>
                  </a:lnTo>
                  <a:lnTo>
                    <a:pt x="202416" y="240075"/>
                  </a:lnTo>
                  <a:lnTo>
                    <a:pt x="170142" y="239431"/>
                  </a:lnTo>
                  <a:lnTo>
                    <a:pt x="148942" y="251386"/>
                  </a:lnTo>
                  <a:lnTo>
                    <a:pt x="136005" y="264187"/>
                  </a:lnTo>
                  <a:lnTo>
                    <a:pt x="119445" y="261377"/>
                  </a:lnTo>
                  <a:lnTo>
                    <a:pt x="106881" y="249930"/>
                  </a:lnTo>
                  <a:lnTo>
                    <a:pt x="97297" y="230457"/>
                  </a:lnTo>
                  <a:lnTo>
                    <a:pt x="65666" y="22520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7" name="Forma libre: forma 136">
              <a:extLst>
                <a:ext uri="{FF2B5EF4-FFF2-40B4-BE49-F238E27FC236}">
                  <a16:creationId xmlns:a16="http://schemas.microsoft.com/office/drawing/2014/main" id="{A9779A26-A88F-0428-56AE-63891E44E893}"/>
                </a:ext>
              </a:extLst>
            </p:cNvPr>
            <p:cNvSpPr/>
            <p:nvPr/>
          </p:nvSpPr>
          <p:spPr>
            <a:xfrm>
              <a:off x="5757968" y="1561909"/>
              <a:ext cx="133566" cy="117277"/>
            </a:xfrm>
            <a:custGeom>
              <a:avLst/>
              <a:gdLst>
                <a:gd name="csX0" fmla="*/ 127979 w 133566"/>
                <a:gd name="csY0" fmla="*/ 42806 h 117277"/>
                <a:gd name="csX1" fmla="*/ 133567 w 133566"/>
                <a:gd name="csY1" fmla="*/ 67020 h 117277"/>
                <a:gd name="csX2" fmla="*/ 107964 w 133566"/>
                <a:gd name="csY2" fmla="*/ 97263 h 117277"/>
                <a:gd name="csX3" fmla="*/ 47920 w 133566"/>
                <a:gd name="csY3" fmla="*/ 117277 h 117277"/>
                <a:gd name="csX4" fmla="*/ 0 w 133566"/>
                <a:gd name="csY4" fmla="*/ 112164 h 117277"/>
                <a:gd name="csX5" fmla="*/ 27465 w 133566"/>
                <a:gd name="csY5" fmla="*/ 76774 h 117277"/>
                <a:gd name="csX6" fmla="*/ 9754 w 133566"/>
                <a:gd name="csY6" fmla="*/ 42366 h 117277"/>
                <a:gd name="csX7" fmla="*/ 55845 w 133566"/>
                <a:gd name="csY7" fmla="*/ 15815 h 117277"/>
                <a:gd name="csX8" fmla="*/ 81447 w 133566"/>
                <a:gd name="csY8" fmla="*/ 0 h 117277"/>
                <a:gd name="csX9" fmla="*/ 88424 w 133566"/>
                <a:gd name="csY9" fmla="*/ 18152 h 117277"/>
                <a:gd name="csX10" fmla="*/ 81447 w 133566"/>
                <a:gd name="csY10" fmla="*/ 36304 h 117277"/>
                <a:gd name="csX11" fmla="*/ 102377 w 133566"/>
                <a:gd name="csY11" fmla="*/ 35830 h 117277"/>
                <a:gd name="csX12" fmla="*/ 127979 w 133566"/>
                <a:gd name="csY12" fmla="*/ 42806 h 117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3566" h="117277">
                  <a:moveTo>
                    <a:pt x="127979" y="42806"/>
                  </a:moveTo>
                  <a:lnTo>
                    <a:pt x="133567" y="67020"/>
                  </a:lnTo>
                  <a:lnTo>
                    <a:pt x="107964" y="97263"/>
                  </a:lnTo>
                  <a:lnTo>
                    <a:pt x="47920" y="117277"/>
                  </a:lnTo>
                  <a:lnTo>
                    <a:pt x="0" y="112164"/>
                  </a:lnTo>
                  <a:lnTo>
                    <a:pt x="27465" y="76774"/>
                  </a:lnTo>
                  <a:lnTo>
                    <a:pt x="9754" y="42366"/>
                  </a:lnTo>
                  <a:lnTo>
                    <a:pt x="55845" y="15815"/>
                  </a:lnTo>
                  <a:lnTo>
                    <a:pt x="81447" y="0"/>
                  </a:lnTo>
                  <a:lnTo>
                    <a:pt x="88424" y="18152"/>
                  </a:lnTo>
                  <a:lnTo>
                    <a:pt x="81447" y="36304"/>
                  </a:lnTo>
                  <a:lnTo>
                    <a:pt x="102377" y="35830"/>
                  </a:lnTo>
                  <a:lnTo>
                    <a:pt x="127979" y="4280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8" name="Forma libre: forma 137">
              <a:extLst>
                <a:ext uri="{FF2B5EF4-FFF2-40B4-BE49-F238E27FC236}">
                  <a16:creationId xmlns:a16="http://schemas.microsoft.com/office/drawing/2014/main" id="{DDF181A3-9CA6-3446-DCC6-F5C8FF66811A}"/>
                </a:ext>
              </a:extLst>
            </p:cNvPr>
            <p:cNvSpPr/>
            <p:nvPr/>
          </p:nvSpPr>
          <p:spPr>
            <a:xfrm>
              <a:off x="11650857" y="4109906"/>
              <a:ext cx="104645" cy="77688"/>
            </a:xfrm>
            <a:custGeom>
              <a:avLst/>
              <a:gdLst>
                <a:gd name="csX0" fmla="*/ 59265 w 104645"/>
                <a:gd name="csY0" fmla="*/ 32985 h 77688"/>
                <a:gd name="csX1" fmla="*/ 87035 w 104645"/>
                <a:gd name="csY1" fmla="*/ 53982 h 77688"/>
                <a:gd name="csX2" fmla="*/ 104645 w 104645"/>
                <a:gd name="csY2" fmla="*/ 69560 h 77688"/>
                <a:gd name="csX3" fmla="*/ 91776 w 104645"/>
                <a:gd name="csY3" fmla="*/ 77688 h 77688"/>
                <a:gd name="csX4" fmla="*/ 73150 w 104645"/>
                <a:gd name="csY4" fmla="*/ 68544 h 77688"/>
                <a:gd name="csX5" fmla="*/ 48902 w 104645"/>
                <a:gd name="csY5" fmla="*/ 53305 h 77688"/>
                <a:gd name="csX6" fmla="*/ 27092 w 104645"/>
                <a:gd name="csY6" fmla="*/ 35356 h 77688"/>
                <a:gd name="csX7" fmla="*/ 4673 w 104645"/>
                <a:gd name="csY7" fmla="*/ 11480 h 77688"/>
                <a:gd name="csX8" fmla="*/ 0 w 104645"/>
                <a:gd name="csY8" fmla="*/ 0 h 77688"/>
                <a:gd name="csX9" fmla="*/ 14562 w 104645"/>
                <a:gd name="csY9" fmla="*/ 474 h 77688"/>
                <a:gd name="csX10" fmla="*/ 33527 w 104645"/>
                <a:gd name="csY10" fmla="*/ 11988 h 77688"/>
                <a:gd name="csX11" fmla="*/ 48428 w 104645"/>
                <a:gd name="csY11" fmla="*/ 23503 h 77688"/>
                <a:gd name="csX12" fmla="*/ 59265 w 104645"/>
                <a:gd name="csY12" fmla="*/ 32985 h 776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04645" h="77688">
                  <a:moveTo>
                    <a:pt x="59265" y="32985"/>
                  </a:moveTo>
                  <a:lnTo>
                    <a:pt x="87035" y="53982"/>
                  </a:lnTo>
                  <a:lnTo>
                    <a:pt x="104645" y="69560"/>
                  </a:lnTo>
                  <a:lnTo>
                    <a:pt x="91776" y="77688"/>
                  </a:lnTo>
                  <a:lnTo>
                    <a:pt x="73150" y="68544"/>
                  </a:lnTo>
                  <a:lnTo>
                    <a:pt x="48902" y="53305"/>
                  </a:lnTo>
                  <a:lnTo>
                    <a:pt x="27092" y="35356"/>
                  </a:lnTo>
                  <a:lnTo>
                    <a:pt x="4673" y="11480"/>
                  </a:lnTo>
                  <a:lnTo>
                    <a:pt x="0" y="0"/>
                  </a:lnTo>
                  <a:lnTo>
                    <a:pt x="14562" y="474"/>
                  </a:lnTo>
                  <a:lnTo>
                    <a:pt x="33527" y="11988"/>
                  </a:lnTo>
                  <a:lnTo>
                    <a:pt x="48428" y="23503"/>
                  </a:lnTo>
                  <a:lnTo>
                    <a:pt x="59265" y="3298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9" name="Forma libre: forma 138">
              <a:extLst>
                <a:ext uri="{FF2B5EF4-FFF2-40B4-BE49-F238E27FC236}">
                  <a16:creationId xmlns:a16="http://schemas.microsoft.com/office/drawing/2014/main" id="{4D90FF0E-CCE2-535E-CD45-36903B8CB367}"/>
                </a:ext>
              </a:extLst>
            </p:cNvPr>
            <p:cNvSpPr/>
            <p:nvPr/>
          </p:nvSpPr>
          <p:spPr>
            <a:xfrm>
              <a:off x="11395543" y="3652480"/>
              <a:ext cx="200078" cy="143150"/>
            </a:xfrm>
            <a:custGeom>
              <a:avLst/>
              <a:gdLst>
                <a:gd name="csX0" fmla="*/ 190597 w 200078"/>
                <a:gd name="csY0" fmla="*/ 131535 h 143150"/>
                <a:gd name="csX1" fmla="*/ 200079 w 200078"/>
                <a:gd name="csY1" fmla="*/ 143151 h 143150"/>
                <a:gd name="csX2" fmla="*/ 176408 w 200078"/>
                <a:gd name="csY2" fmla="*/ 142948 h 143150"/>
                <a:gd name="csX3" fmla="*/ 163538 w 200078"/>
                <a:gd name="csY3" fmla="*/ 122120 h 143150"/>
                <a:gd name="csX4" fmla="*/ 183756 w 200078"/>
                <a:gd name="csY4" fmla="*/ 130316 h 143150"/>
                <a:gd name="csX5" fmla="*/ 190597 w 200078"/>
                <a:gd name="csY5" fmla="*/ 131535 h 143150"/>
                <a:gd name="csX6" fmla="*/ 175730 w 200078"/>
                <a:gd name="csY6" fmla="*/ 101631 h 143150"/>
                <a:gd name="csX7" fmla="*/ 170616 w 200078"/>
                <a:gd name="csY7" fmla="*/ 107863 h 143150"/>
                <a:gd name="csX8" fmla="*/ 145521 w 200078"/>
                <a:gd name="csY8" fmla="*/ 78535 h 143150"/>
                <a:gd name="csX9" fmla="*/ 138477 w 200078"/>
                <a:gd name="csY9" fmla="*/ 58283 h 143150"/>
                <a:gd name="csX10" fmla="*/ 149992 w 200078"/>
                <a:gd name="csY10" fmla="*/ 58283 h 143150"/>
                <a:gd name="csX11" fmla="*/ 162183 w 200078"/>
                <a:gd name="csY11" fmla="*/ 85376 h 143150"/>
                <a:gd name="csX12" fmla="*/ 175730 w 200078"/>
                <a:gd name="csY12" fmla="*/ 101631 h 143150"/>
                <a:gd name="csX13" fmla="*/ 147689 w 200078"/>
                <a:gd name="csY13" fmla="*/ 110877 h 143150"/>
                <a:gd name="csX14" fmla="*/ 134516 w 200078"/>
                <a:gd name="csY14" fmla="*/ 111622 h 143150"/>
                <a:gd name="csX15" fmla="*/ 113721 w 200078"/>
                <a:gd name="csY15" fmla="*/ 108201 h 143150"/>
                <a:gd name="csX16" fmla="*/ 106644 w 200078"/>
                <a:gd name="csY16" fmla="*/ 102986 h 143150"/>
                <a:gd name="csX17" fmla="*/ 108777 w 200078"/>
                <a:gd name="csY17" fmla="*/ 89541 h 143150"/>
                <a:gd name="csX18" fmla="*/ 131129 w 200078"/>
                <a:gd name="csY18" fmla="*/ 94858 h 143150"/>
                <a:gd name="csX19" fmla="*/ 142169 w 200078"/>
                <a:gd name="csY19" fmla="*/ 101970 h 143150"/>
                <a:gd name="csX20" fmla="*/ 147689 w 200078"/>
                <a:gd name="csY20" fmla="*/ 110877 h 143150"/>
                <a:gd name="csX21" fmla="*/ 106644 w 200078"/>
                <a:gd name="csY21" fmla="*/ 48123 h 143150"/>
                <a:gd name="csX22" fmla="*/ 114602 w 200078"/>
                <a:gd name="csY22" fmla="*/ 58859 h 143150"/>
                <a:gd name="csX23" fmla="*/ 116024 w 200078"/>
                <a:gd name="csY23" fmla="*/ 65666 h 143150"/>
                <a:gd name="csX24" fmla="*/ 89508 w 200078"/>
                <a:gd name="csY24" fmla="*/ 51307 h 143150"/>
                <a:gd name="csX25" fmla="*/ 70949 w 200078"/>
                <a:gd name="csY25" fmla="*/ 39149 h 143150"/>
                <a:gd name="csX26" fmla="*/ 58249 w 200078"/>
                <a:gd name="csY26" fmla="*/ 27872 h 143150"/>
                <a:gd name="csX27" fmla="*/ 63295 w 200078"/>
                <a:gd name="csY27" fmla="*/ 24417 h 143150"/>
                <a:gd name="csX28" fmla="*/ 78874 w 200078"/>
                <a:gd name="csY28" fmla="*/ 32545 h 143150"/>
                <a:gd name="csX29" fmla="*/ 106644 w 200078"/>
                <a:gd name="csY29" fmla="*/ 48123 h 143150"/>
                <a:gd name="csX30" fmla="*/ 21980 w 200078"/>
                <a:gd name="csY30" fmla="*/ 14325 h 143150"/>
                <a:gd name="csX31" fmla="*/ 35457 w 200078"/>
                <a:gd name="csY31" fmla="*/ 25366 h 143150"/>
                <a:gd name="csX32" fmla="*/ 28718 w 200078"/>
                <a:gd name="csY32" fmla="*/ 27296 h 143150"/>
                <a:gd name="csX33" fmla="*/ 13919 w 200078"/>
                <a:gd name="csY33" fmla="*/ 19575 h 143150"/>
                <a:gd name="csX34" fmla="*/ 0 w 200078"/>
                <a:gd name="csY34" fmla="*/ 5656 h 143150"/>
                <a:gd name="csX35" fmla="*/ 1761 w 200078"/>
                <a:gd name="csY35" fmla="*/ 0 h 143150"/>
                <a:gd name="csX36" fmla="*/ 21980 w 200078"/>
                <a:gd name="csY36" fmla="*/ 14325 h 143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00078" h="143150">
                  <a:moveTo>
                    <a:pt x="190597" y="131535"/>
                  </a:moveTo>
                  <a:lnTo>
                    <a:pt x="200079" y="143151"/>
                  </a:lnTo>
                  <a:lnTo>
                    <a:pt x="176408" y="142948"/>
                  </a:lnTo>
                  <a:lnTo>
                    <a:pt x="163538" y="122120"/>
                  </a:lnTo>
                  <a:lnTo>
                    <a:pt x="183756" y="130316"/>
                  </a:lnTo>
                  <a:lnTo>
                    <a:pt x="190597" y="131535"/>
                  </a:lnTo>
                  <a:close/>
                  <a:moveTo>
                    <a:pt x="175730" y="101631"/>
                  </a:moveTo>
                  <a:lnTo>
                    <a:pt x="170616" y="107863"/>
                  </a:lnTo>
                  <a:lnTo>
                    <a:pt x="145521" y="78535"/>
                  </a:lnTo>
                  <a:lnTo>
                    <a:pt x="138477" y="58283"/>
                  </a:lnTo>
                  <a:lnTo>
                    <a:pt x="149992" y="58283"/>
                  </a:lnTo>
                  <a:lnTo>
                    <a:pt x="162183" y="85376"/>
                  </a:lnTo>
                  <a:lnTo>
                    <a:pt x="175730" y="101631"/>
                  </a:lnTo>
                  <a:close/>
                  <a:moveTo>
                    <a:pt x="147689" y="110877"/>
                  </a:moveTo>
                  <a:lnTo>
                    <a:pt x="134516" y="111622"/>
                  </a:lnTo>
                  <a:lnTo>
                    <a:pt x="113721" y="108201"/>
                  </a:lnTo>
                  <a:lnTo>
                    <a:pt x="106644" y="102986"/>
                  </a:lnTo>
                  <a:lnTo>
                    <a:pt x="108777" y="89541"/>
                  </a:lnTo>
                  <a:lnTo>
                    <a:pt x="131129" y="94858"/>
                  </a:lnTo>
                  <a:lnTo>
                    <a:pt x="142169" y="101970"/>
                  </a:lnTo>
                  <a:lnTo>
                    <a:pt x="147689" y="110877"/>
                  </a:lnTo>
                  <a:close/>
                  <a:moveTo>
                    <a:pt x="106644" y="48123"/>
                  </a:moveTo>
                  <a:lnTo>
                    <a:pt x="114602" y="58859"/>
                  </a:lnTo>
                  <a:lnTo>
                    <a:pt x="116024" y="65666"/>
                  </a:lnTo>
                  <a:lnTo>
                    <a:pt x="89508" y="51307"/>
                  </a:lnTo>
                  <a:lnTo>
                    <a:pt x="70949" y="39149"/>
                  </a:lnTo>
                  <a:lnTo>
                    <a:pt x="58249" y="27872"/>
                  </a:lnTo>
                  <a:lnTo>
                    <a:pt x="63295" y="24417"/>
                  </a:lnTo>
                  <a:lnTo>
                    <a:pt x="78874" y="32545"/>
                  </a:lnTo>
                  <a:lnTo>
                    <a:pt x="106644" y="48123"/>
                  </a:lnTo>
                  <a:close/>
                  <a:moveTo>
                    <a:pt x="21980" y="14325"/>
                  </a:moveTo>
                  <a:lnTo>
                    <a:pt x="35457" y="25366"/>
                  </a:lnTo>
                  <a:lnTo>
                    <a:pt x="28718" y="27296"/>
                  </a:lnTo>
                  <a:lnTo>
                    <a:pt x="13919" y="19575"/>
                  </a:lnTo>
                  <a:lnTo>
                    <a:pt x="0" y="5656"/>
                  </a:lnTo>
                  <a:lnTo>
                    <a:pt x="1761" y="0"/>
                  </a:lnTo>
                  <a:lnTo>
                    <a:pt x="21980" y="1432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0" name="Forma libre: forma 139">
              <a:extLst>
                <a:ext uri="{FF2B5EF4-FFF2-40B4-BE49-F238E27FC236}">
                  <a16:creationId xmlns:a16="http://schemas.microsoft.com/office/drawing/2014/main" id="{CAC4FCC8-AE7F-AE20-FABD-13FD58D3476D}"/>
                </a:ext>
              </a:extLst>
            </p:cNvPr>
            <p:cNvSpPr/>
            <p:nvPr/>
          </p:nvSpPr>
          <p:spPr>
            <a:xfrm>
              <a:off x="11734811" y="4595711"/>
              <a:ext cx="406660" cy="412824"/>
            </a:xfrm>
            <a:custGeom>
              <a:avLst/>
              <a:gdLst>
                <a:gd name="csX0" fmla="*/ 351425 w 406660"/>
                <a:gd name="csY0" fmla="*/ 190157 h 412824"/>
                <a:gd name="csX1" fmla="*/ 338624 w 406660"/>
                <a:gd name="csY1" fmla="*/ 208410 h 412824"/>
                <a:gd name="csX2" fmla="*/ 321827 w 406660"/>
                <a:gd name="csY2" fmla="*/ 231608 h 412824"/>
                <a:gd name="csX3" fmla="*/ 295682 w 406660"/>
                <a:gd name="csY3" fmla="*/ 245087 h 412824"/>
                <a:gd name="csX4" fmla="*/ 289857 w 406660"/>
                <a:gd name="csY4" fmla="*/ 236214 h 412824"/>
                <a:gd name="csX5" fmla="*/ 275735 w 406660"/>
                <a:gd name="csY5" fmla="*/ 231337 h 412824"/>
                <a:gd name="csX6" fmla="*/ 295276 w 406660"/>
                <a:gd name="csY6" fmla="*/ 203466 h 412824"/>
                <a:gd name="csX7" fmla="*/ 284168 w 406660"/>
                <a:gd name="csY7" fmla="*/ 184840 h 412824"/>
                <a:gd name="csX8" fmla="*/ 247729 w 406660"/>
                <a:gd name="csY8" fmla="*/ 171294 h 412824"/>
                <a:gd name="csX9" fmla="*/ 248676 w 406660"/>
                <a:gd name="csY9" fmla="*/ 159034 h 412824"/>
                <a:gd name="csX10" fmla="*/ 273162 w 406660"/>
                <a:gd name="csY10" fmla="*/ 147215 h 412824"/>
                <a:gd name="csX11" fmla="*/ 278851 w 406660"/>
                <a:gd name="csY11" fmla="*/ 121138 h 412824"/>
                <a:gd name="csX12" fmla="*/ 277293 w 406660"/>
                <a:gd name="csY12" fmla="*/ 99227 h 412824"/>
                <a:gd name="csX13" fmla="*/ 263577 w 406660"/>
                <a:gd name="csY13" fmla="*/ 76537 h 412824"/>
                <a:gd name="csX14" fmla="*/ 264492 w 406660"/>
                <a:gd name="csY14" fmla="*/ 70577 h 412824"/>
                <a:gd name="csX15" fmla="*/ 248304 w 406660"/>
                <a:gd name="csY15" fmla="*/ 56590 h 412824"/>
                <a:gd name="csX16" fmla="*/ 221651 w 406660"/>
                <a:gd name="csY16" fmla="*/ 26619 h 412824"/>
                <a:gd name="csX17" fmla="*/ 207495 w 406660"/>
                <a:gd name="csY17" fmla="*/ 2642 h 412824"/>
                <a:gd name="csX18" fmla="*/ 220060 w 406660"/>
                <a:gd name="csY18" fmla="*/ 0 h 412824"/>
                <a:gd name="csX19" fmla="*/ 238483 w 406660"/>
                <a:gd name="csY19" fmla="*/ 18796 h 412824"/>
                <a:gd name="csX20" fmla="*/ 264831 w 406660"/>
                <a:gd name="csY20" fmla="*/ 27567 h 412824"/>
                <a:gd name="csX21" fmla="*/ 274415 w 406660"/>
                <a:gd name="csY21" fmla="*/ 57741 h 412824"/>
                <a:gd name="csX22" fmla="*/ 298968 w 406660"/>
                <a:gd name="csY22" fmla="*/ 93402 h 412824"/>
                <a:gd name="csX23" fmla="*/ 299679 w 406660"/>
                <a:gd name="csY23" fmla="*/ 70272 h 412824"/>
                <a:gd name="csX24" fmla="*/ 314952 w 406660"/>
                <a:gd name="csY24" fmla="*/ 79517 h 412824"/>
                <a:gd name="csX25" fmla="*/ 319998 w 406660"/>
                <a:gd name="csY25" fmla="*/ 105120 h 412824"/>
                <a:gd name="csX26" fmla="*/ 347260 w 406660"/>
                <a:gd name="csY26" fmla="*/ 116160 h 412824"/>
                <a:gd name="csX27" fmla="*/ 370153 w 406660"/>
                <a:gd name="csY27" fmla="*/ 118869 h 412824"/>
                <a:gd name="csX28" fmla="*/ 389491 w 406660"/>
                <a:gd name="csY28" fmla="*/ 105966 h 412824"/>
                <a:gd name="csX29" fmla="*/ 406661 w 406660"/>
                <a:gd name="csY29" fmla="*/ 109861 h 412824"/>
                <a:gd name="csX30" fmla="*/ 398465 w 406660"/>
                <a:gd name="csY30" fmla="*/ 139933 h 412824"/>
                <a:gd name="csX31" fmla="*/ 388136 w 406660"/>
                <a:gd name="csY31" fmla="*/ 159677 h 412824"/>
                <a:gd name="csX32" fmla="*/ 362296 w 406660"/>
                <a:gd name="csY32" fmla="*/ 159000 h 412824"/>
                <a:gd name="csX33" fmla="*/ 353254 w 406660"/>
                <a:gd name="csY33" fmla="*/ 169295 h 412824"/>
                <a:gd name="csX34" fmla="*/ 356403 w 406660"/>
                <a:gd name="csY34" fmla="*/ 183858 h 412824"/>
                <a:gd name="csX35" fmla="*/ 351425 w 406660"/>
                <a:gd name="csY35" fmla="*/ 190157 h 412824"/>
                <a:gd name="csX36" fmla="*/ 106982 w 406660"/>
                <a:gd name="csY36" fmla="*/ 308314 h 412824"/>
                <a:gd name="csX37" fmla="*/ 136005 w 406660"/>
                <a:gd name="csY37" fmla="*/ 290603 h 412824"/>
                <a:gd name="csX38" fmla="*/ 156325 w 406660"/>
                <a:gd name="csY38" fmla="*/ 273026 h 412824"/>
                <a:gd name="csX39" fmla="*/ 171395 w 406660"/>
                <a:gd name="csY39" fmla="*/ 247762 h 412824"/>
                <a:gd name="csX40" fmla="*/ 184230 w 406660"/>
                <a:gd name="csY40" fmla="*/ 239195 h 412824"/>
                <a:gd name="csX41" fmla="*/ 189242 w 406660"/>
                <a:gd name="csY41" fmla="*/ 220297 h 412824"/>
                <a:gd name="csX42" fmla="*/ 213016 w 406660"/>
                <a:gd name="csY42" fmla="*/ 204651 h 412824"/>
                <a:gd name="csX43" fmla="*/ 220500 w 406660"/>
                <a:gd name="csY43" fmla="*/ 219044 h 412824"/>
                <a:gd name="csX44" fmla="*/ 228188 w 406660"/>
                <a:gd name="csY44" fmla="*/ 233031 h 412824"/>
                <a:gd name="csX45" fmla="*/ 252267 w 406660"/>
                <a:gd name="csY45" fmla="*/ 219315 h 412824"/>
                <a:gd name="csX46" fmla="*/ 262087 w 406660"/>
                <a:gd name="csY46" fmla="*/ 233607 h 412824"/>
                <a:gd name="csX47" fmla="*/ 262121 w 406660"/>
                <a:gd name="csY47" fmla="*/ 247864 h 412824"/>
                <a:gd name="csX48" fmla="*/ 249490 w 406660"/>
                <a:gd name="csY48" fmla="*/ 263544 h 412824"/>
                <a:gd name="csX49" fmla="*/ 227375 w 406660"/>
                <a:gd name="csY49" fmla="*/ 288503 h 412824"/>
                <a:gd name="csX50" fmla="*/ 210036 w 406660"/>
                <a:gd name="csY50" fmla="*/ 302117 h 412824"/>
                <a:gd name="csX51" fmla="*/ 222532 w 406660"/>
                <a:gd name="csY51" fmla="*/ 318406 h 412824"/>
                <a:gd name="csX52" fmla="*/ 196421 w 406660"/>
                <a:gd name="csY52" fmla="*/ 318847 h 412824"/>
                <a:gd name="csX53" fmla="*/ 167433 w 406660"/>
                <a:gd name="csY53" fmla="*/ 331614 h 412824"/>
                <a:gd name="csX54" fmla="*/ 158356 w 406660"/>
                <a:gd name="csY54" fmla="*/ 353763 h 412824"/>
                <a:gd name="csX55" fmla="*/ 139121 w 406660"/>
                <a:gd name="csY55" fmla="*/ 388035 h 412824"/>
                <a:gd name="csX56" fmla="*/ 112502 w 406660"/>
                <a:gd name="csY56" fmla="*/ 403173 h 412824"/>
                <a:gd name="csX57" fmla="*/ 95603 w 406660"/>
                <a:gd name="csY57" fmla="*/ 412825 h 412824"/>
                <a:gd name="csX58" fmla="*/ 64413 w 406660"/>
                <a:gd name="csY58" fmla="*/ 412113 h 412824"/>
                <a:gd name="csX59" fmla="*/ 42502 w 406660"/>
                <a:gd name="csY59" fmla="*/ 400937 h 412824"/>
                <a:gd name="csX60" fmla="*/ 5689 w 406660"/>
                <a:gd name="csY60" fmla="*/ 398567 h 412824"/>
                <a:gd name="csX61" fmla="*/ 0 w 406660"/>
                <a:gd name="csY61" fmla="*/ 386138 h 412824"/>
                <a:gd name="csX62" fmla="*/ 18186 w 406660"/>
                <a:gd name="csY62" fmla="*/ 361010 h 412824"/>
                <a:gd name="csX63" fmla="*/ 60789 w 406660"/>
                <a:gd name="csY63" fmla="*/ 327584 h 412824"/>
                <a:gd name="csX64" fmla="*/ 82633 w 406660"/>
                <a:gd name="csY64" fmla="*/ 321218 h 412824"/>
                <a:gd name="csX65" fmla="*/ 106982 w 406660"/>
                <a:gd name="csY65" fmla="*/ 308314 h 412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</a:cxnLst>
              <a:rect l="l" t="t" r="r" b="b"/>
              <a:pathLst>
                <a:path w="406660" h="412824">
                  <a:moveTo>
                    <a:pt x="351425" y="190157"/>
                  </a:moveTo>
                  <a:lnTo>
                    <a:pt x="338624" y="208410"/>
                  </a:lnTo>
                  <a:lnTo>
                    <a:pt x="321827" y="231608"/>
                  </a:lnTo>
                  <a:lnTo>
                    <a:pt x="295682" y="245087"/>
                  </a:lnTo>
                  <a:lnTo>
                    <a:pt x="289857" y="236214"/>
                  </a:lnTo>
                  <a:lnTo>
                    <a:pt x="275735" y="231337"/>
                  </a:lnTo>
                  <a:lnTo>
                    <a:pt x="295276" y="203466"/>
                  </a:lnTo>
                  <a:lnTo>
                    <a:pt x="284168" y="184840"/>
                  </a:lnTo>
                  <a:lnTo>
                    <a:pt x="247729" y="171294"/>
                  </a:lnTo>
                  <a:lnTo>
                    <a:pt x="248676" y="159034"/>
                  </a:lnTo>
                  <a:lnTo>
                    <a:pt x="273162" y="147215"/>
                  </a:lnTo>
                  <a:lnTo>
                    <a:pt x="278851" y="121138"/>
                  </a:lnTo>
                  <a:lnTo>
                    <a:pt x="277293" y="99227"/>
                  </a:lnTo>
                  <a:lnTo>
                    <a:pt x="263577" y="76537"/>
                  </a:lnTo>
                  <a:lnTo>
                    <a:pt x="264492" y="70577"/>
                  </a:lnTo>
                  <a:lnTo>
                    <a:pt x="248304" y="56590"/>
                  </a:lnTo>
                  <a:lnTo>
                    <a:pt x="221651" y="26619"/>
                  </a:lnTo>
                  <a:lnTo>
                    <a:pt x="207495" y="2642"/>
                  </a:lnTo>
                  <a:lnTo>
                    <a:pt x="220060" y="0"/>
                  </a:lnTo>
                  <a:lnTo>
                    <a:pt x="238483" y="18796"/>
                  </a:lnTo>
                  <a:lnTo>
                    <a:pt x="264831" y="27567"/>
                  </a:lnTo>
                  <a:lnTo>
                    <a:pt x="274415" y="57741"/>
                  </a:lnTo>
                  <a:lnTo>
                    <a:pt x="298968" y="93402"/>
                  </a:lnTo>
                  <a:lnTo>
                    <a:pt x="299679" y="70272"/>
                  </a:lnTo>
                  <a:lnTo>
                    <a:pt x="314952" y="79517"/>
                  </a:lnTo>
                  <a:lnTo>
                    <a:pt x="319998" y="105120"/>
                  </a:lnTo>
                  <a:lnTo>
                    <a:pt x="347260" y="116160"/>
                  </a:lnTo>
                  <a:lnTo>
                    <a:pt x="370153" y="118869"/>
                  </a:lnTo>
                  <a:lnTo>
                    <a:pt x="389491" y="105966"/>
                  </a:lnTo>
                  <a:lnTo>
                    <a:pt x="406661" y="109861"/>
                  </a:lnTo>
                  <a:lnTo>
                    <a:pt x="398465" y="139933"/>
                  </a:lnTo>
                  <a:lnTo>
                    <a:pt x="388136" y="159677"/>
                  </a:lnTo>
                  <a:lnTo>
                    <a:pt x="362296" y="159000"/>
                  </a:lnTo>
                  <a:lnTo>
                    <a:pt x="353254" y="169295"/>
                  </a:lnTo>
                  <a:lnTo>
                    <a:pt x="356403" y="183858"/>
                  </a:lnTo>
                  <a:lnTo>
                    <a:pt x="351425" y="190157"/>
                  </a:lnTo>
                  <a:close/>
                  <a:moveTo>
                    <a:pt x="106982" y="308314"/>
                  </a:moveTo>
                  <a:lnTo>
                    <a:pt x="136005" y="290603"/>
                  </a:lnTo>
                  <a:lnTo>
                    <a:pt x="156325" y="273026"/>
                  </a:lnTo>
                  <a:lnTo>
                    <a:pt x="171395" y="247762"/>
                  </a:lnTo>
                  <a:lnTo>
                    <a:pt x="184230" y="239195"/>
                  </a:lnTo>
                  <a:lnTo>
                    <a:pt x="189242" y="220297"/>
                  </a:lnTo>
                  <a:lnTo>
                    <a:pt x="213016" y="204651"/>
                  </a:lnTo>
                  <a:lnTo>
                    <a:pt x="220500" y="219044"/>
                  </a:lnTo>
                  <a:lnTo>
                    <a:pt x="228188" y="233031"/>
                  </a:lnTo>
                  <a:lnTo>
                    <a:pt x="252267" y="219315"/>
                  </a:lnTo>
                  <a:lnTo>
                    <a:pt x="262087" y="233607"/>
                  </a:lnTo>
                  <a:lnTo>
                    <a:pt x="262121" y="247864"/>
                  </a:lnTo>
                  <a:lnTo>
                    <a:pt x="249490" y="263544"/>
                  </a:lnTo>
                  <a:lnTo>
                    <a:pt x="227375" y="288503"/>
                  </a:lnTo>
                  <a:lnTo>
                    <a:pt x="210036" y="302117"/>
                  </a:lnTo>
                  <a:lnTo>
                    <a:pt x="222532" y="318406"/>
                  </a:lnTo>
                  <a:lnTo>
                    <a:pt x="196421" y="318847"/>
                  </a:lnTo>
                  <a:lnTo>
                    <a:pt x="167433" y="331614"/>
                  </a:lnTo>
                  <a:lnTo>
                    <a:pt x="158356" y="353763"/>
                  </a:lnTo>
                  <a:lnTo>
                    <a:pt x="139121" y="388035"/>
                  </a:lnTo>
                  <a:lnTo>
                    <a:pt x="112502" y="403173"/>
                  </a:lnTo>
                  <a:lnTo>
                    <a:pt x="95603" y="412825"/>
                  </a:lnTo>
                  <a:lnTo>
                    <a:pt x="64413" y="412113"/>
                  </a:lnTo>
                  <a:lnTo>
                    <a:pt x="42502" y="400937"/>
                  </a:lnTo>
                  <a:lnTo>
                    <a:pt x="5689" y="398567"/>
                  </a:lnTo>
                  <a:lnTo>
                    <a:pt x="0" y="386138"/>
                  </a:lnTo>
                  <a:lnTo>
                    <a:pt x="18186" y="361010"/>
                  </a:lnTo>
                  <a:lnTo>
                    <a:pt x="60789" y="327584"/>
                  </a:lnTo>
                  <a:lnTo>
                    <a:pt x="82633" y="321218"/>
                  </a:lnTo>
                  <a:lnTo>
                    <a:pt x="106982" y="30831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1" name="Forma libre: forma 140">
              <a:extLst>
                <a:ext uri="{FF2B5EF4-FFF2-40B4-BE49-F238E27FC236}">
                  <a16:creationId xmlns:a16="http://schemas.microsoft.com/office/drawing/2014/main" id="{3F6E7F63-6E86-DF35-2CD9-58403AAF7D91}"/>
                </a:ext>
              </a:extLst>
            </p:cNvPr>
            <p:cNvSpPr/>
            <p:nvPr/>
          </p:nvSpPr>
          <p:spPr>
            <a:xfrm>
              <a:off x="9934165" y="3790280"/>
              <a:ext cx="1362422" cy="1116454"/>
            </a:xfrm>
            <a:custGeom>
              <a:avLst/>
              <a:gdLst>
                <a:gd name="csX0" fmla="*/ 1163291 w 1362422"/>
                <a:gd name="csY0" fmla="*/ 1020716 h 1116454"/>
                <a:gd name="csX1" fmla="*/ 1183611 w 1362422"/>
                <a:gd name="csY1" fmla="*/ 1022985 h 1116454"/>
                <a:gd name="csX2" fmla="*/ 1186015 w 1362422"/>
                <a:gd name="csY2" fmla="*/ 1063184 h 1116454"/>
                <a:gd name="csX3" fmla="*/ 1174399 w 1362422"/>
                <a:gd name="csY3" fmla="*/ 1074867 h 1116454"/>
                <a:gd name="csX4" fmla="*/ 1170911 w 1362422"/>
                <a:gd name="csY4" fmla="*/ 1102130 h 1116454"/>
                <a:gd name="csX5" fmla="*/ 1159092 w 1362422"/>
                <a:gd name="csY5" fmla="*/ 1092850 h 1116454"/>
                <a:gd name="csX6" fmla="*/ 1135555 w 1362422"/>
                <a:gd name="csY6" fmla="*/ 1116454 h 1116454"/>
                <a:gd name="csX7" fmla="*/ 1128545 w 1362422"/>
                <a:gd name="csY7" fmla="*/ 1114626 h 1116454"/>
                <a:gd name="csX8" fmla="*/ 1107718 w 1362422"/>
                <a:gd name="csY8" fmla="*/ 1113576 h 1116454"/>
                <a:gd name="csX9" fmla="*/ 1086856 w 1362422"/>
                <a:gd name="csY9" fmla="*/ 1084587 h 1116454"/>
                <a:gd name="csX10" fmla="*/ 1082217 w 1362422"/>
                <a:gd name="csY10" fmla="*/ 1062235 h 1116454"/>
                <a:gd name="csX11" fmla="*/ 1062676 w 1362422"/>
                <a:gd name="csY11" fmla="*/ 1032738 h 1116454"/>
                <a:gd name="csX12" fmla="*/ 1063556 w 1362422"/>
                <a:gd name="csY12" fmla="*/ 1017194 h 1116454"/>
                <a:gd name="csX13" fmla="*/ 1085705 w 1362422"/>
                <a:gd name="csY13" fmla="*/ 1020208 h 1116454"/>
                <a:gd name="csX14" fmla="*/ 1118420 w 1362422"/>
                <a:gd name="csY14" fmla="*/ 1031892 h 1116454"/>
                <a:gd name="csX15" fmla="*/ 1136876 w 1362422"/>
                <a:gd name="csY15" fmla="*/ 1027252 h 1116454"/>
                <a:gd name="csX16" fmla="*/ 1163291 w 1362422"/>
                <a:gd name="csY16" fmla="*/ 1020716 h 1116454"/>
                <a:gd name="csX17" fmla="*/ 433821 w 1362422"/>
                <a:gd name="csY17" fmla="*/ 729741 h 1116454"/>
                <a:gd name="csX18" fmla="*/ 397923 w 1362422"/>
                <a:gd name="csY18" fmla="*/ 747114 h 1116454"/>
                <a:gd name="csX19" fmla="*/ 368562 w 1362422"/>
                <a:gd name="csY19" fmla="*/ 754903 h 1116454"/>
                <a:gd name="csX20" fmla="*/ 362026 w 1362422"/>
                <a:gd name="csY20" fmla="*/ 772683 h 1116454"/>
                <a:gd name="csX21" fmla="*/ 349530 w 1362422"/>
                <a:gd name="csY21" fmla="*/ 786432 h 1116454"/>
                <a:gd name="csX22" fmla="*/ 320778 w 1362422"/>
                <a:gd name="csY22" fmla="*/ 787245 h 1116454"/>
                <a:gd name="csX23" fmla="*/ 299510 w 1362422"/>
                <a:gd name="csY23" fmla="*/ 790259 h 1116454"/>
                <a:gd name="csX24" fmla="*/ 269573 w 1362422"/>
                <a:gd name="csY24" fmla="*/ 784095 h 1116454"/>
                <a:gd name="csX25" fmla="*/ 245222 w 1362422"/>
                <a:gd name="csY25" fmla="*/ 787787 h 1116454"/>
                <a:gd name="csX26" fmla="*/ 221991 w 1362422"/>
                <a:gd name="csY26" fmla="*/ 789345 h 1116454"/>
                <a:gd name="csX27" fmla="*/ 201841 w 1362422"/>
                <a:gd name="csY27" fmla="*/ 807395 h 1116454"/>
                <a:gd name="csX28" fmla="*/ 191951 w 1362422"/>
                <a:gd name="csY28" fmla="*/ 805871 h 1116454"/>
                <a:gd name="csX29" fmla="*/ 174985 w 1362422"/>
                <a:gd name="csY29" fmla="*/ 815455 h 1116454"/>
                <a:gd name="csX30" fmla="*/ 158695 w 1362422"/>
                <a:gd name="csY30" fmla="*/ 826225 h 1116454"/>
                <a:gd name="csX31" fmla="*/ 134007 w 1362422"/>
                <a:gd name="csY31" fmla="*/ 824870 h 1116454"/>
                <a:gd name="csX32" fmla="*/ 111283 w 1362422"/>
                <a:gd name="csY32" fmla="*/ 824870 h 1116454"/>
                <a:gd name="csX33" fmla="*/ 75352 w 1362422"/>
                <a:gd name="csY33" fmla="*/ 803230 h 1116454"/>
                <a:gd name="csX34" fmla="*/ 57166 w 1362422"/>
                <a:gd name="csY34" fmla="*/ 796829 h 1116454"/>
                <a:gd name="csX35" fmla="*/ 57911 w 1362422"/>
                <a:gd name="csY35" fmla="*/ 777390 h 1116454"/>
                <a:gd name="csX36" fmla="*/ 74709 w 1362422"/>
                <a:gd name="csY36" fmla="*/ 772784 h 1116454"/>
                <a:gd name="csX37" fmla="*/ 80465 w 1362422"/>
                <a:gd name="csY37" fmla="*/ 765097 h 1116454"/>
                <a:gd name="csX38" fmla="*/ 79246 w 1362422"/>
                <a:gd name="csY38" fmla="*/ 752905 h 1116454"/>
                <a:gd name="csX39" fmla="*/ 83412 w 1362422"/>
                <a:gd name="csY39" fmla="*/ 729368 h 1116454"/>
                <a:gd name="csX40" fmla="*/ 79619 w 1362422"/>
                <a:gd name="csY40" fmla="*/ 709286 h 1116454"/>
                <a:gd name="csX41" fmla="*/ 61704 w 1362422"/>
                <a:gd name="csY41" fmla="*/ 675081 h 1116454"/>
                <a:gd name="csX42" fmla="*/ 56150 w 1362422"/>
                <a:gd name="csY42" fmla="*/ 655744 h 1116454"/>
                <a:gd name="csX43" fmla="*/ 57606 w 1362422"/>
                <a:gd name="csY43" fmla="*/ 636440 h 1116454"/>
                <a:gd name="csX44" fmla="*/ 44127 w 1362422"/>
                <a:gd name="csY44" fmla="*/ 614394 h 1116454"/>
                <a:gd name="csX45" fmla="*/ 43247 w 1362422"/>
                <a:gd name="csY45" fmla="*/ 604437 h 1116454"/>
                <a:gd name="csX46" fmla="*/ 28279 w 1362422"/>
                <a:gd name="csY46" fmla="*/ 590959 h 1116454"/>
                <a:gd name="csX47" fmla="*/ 24045 w 1362422"/>
                <a:gd name="csY47" fmla="*/ 564442 h 1116454"/>
                <a:gd name="csX48" fmla="*/ 4673 w 1362422"/>
                <a:gd name="csY48" fmla="*/ 537620 h 1116454"/>
                <a:gd name="csX49" fmla="*/ 0 w 1362422"/>
                <a:gd name="csY49" fmla="*/ 523193 h 1116454"/>
                <a:gd name="csX50" fmla="*/ 14868 w 1362422"/>
                <a:gd name="csY50" fmla="*/ 537823 h 1116454"/>
                <a:gd name="csX51" fmla="*/ 3455 w 1362422"/>
                <a:gd name="csY51" fmla="*/ 506396 h 1116454"/>
                <a:gd name="csX52" fmla="*/ 20253 w 1362422"/>
                <a:gd name="csY52" fmla="*/ 516217 h 1116454"/>
                <a:gd name="csX53" fmla="*/ 30276 w 1362422"/>
                <a:gd name="csY53" fmla="*/ 529323 h 1116454"/>
                <a:gd name="csX54" fmla="*/ 29701 w 1362422"/>
                <a:gd name="csY54" fmla="*/ 511984 h 1116454"/>
                <a:gd name="csX55" fmla="*/ 12937 w 1362422"/>
                <a:gd name="csY55" fmla="*/ 485331 h 1116454"/>
                <a:gd name="csX56" fmla="*/ 9686 w 1362422"/>
                <a:gd name="csY56" fmla="*/ 474663 h 1116454"/>
                <a:gd name="csX57" fmla="*/ 1863 w 1362422"/>
                <a:gd name="csY57" fmla="*/ 464538 h 1116454"/>
                <a:gd name="csX58" fmla="*/ 5521 w 1362422"/>
                <a:gd name="csY58" fmla="*/ 444929 h 1116454"/>
                <a:gd name="csX59" fmla="*/ 12463 w 1362422"/>
                <a:gd name="csY59" fmla="*/ 436598 h 1116454"/>
                <a:gd name="csX60" fmla="*/ 17068 w 1362422"/>
                <a:gd name="csY60" fmla="*/ 419665 h 1116454"/>
                <a:gd name="csX61" fmla="*/ 13479 w 1362422"/>
                <a:gd name="csY61" fmla="*/ 399854 h 1116454"/>
                <a:gd name="csX62" fmla="*/ 27465 w 1362422"/>
                <a:gd name="csY62" fmla="*/ 375504 h 1116454"/>
                <a:gd name="csX63" fmla="*/ 30006 w 1362422"/>
                <a:gd name="csY63" fmla="*/ 401276 h 1116454"/>
                <a:gd name="csX64" fmla="*/ 44331 w 1362422"/>
                <a:gd name="csY64" fmla="*/ 378010 h 1116454"/>
                <a:gd name="csX65" fmla="*/ 71829 w 1362422"/>
                <a:gd name="csY65" fmla="*/ 366665 h 1116454"/>
                <a:gd name="csX66" fmla="*/ 88322 w 1362422"/>
                <a:gd name="csY66" fmla="*/ 352238 h 1116454"/>
                <a:gd name="csX67" fmla="*/ 114230 w 1362422"/>
                <a:gd name="csY67" fmla="*/ 339810 h 1116454"/>
                <a:gd name="csX68" fmla="*/ 129604 w 1362422"/>
                <a:gd name="csY68" fmla="*/ 337168 h 1116454"/>
                <a:gd name="csX69" fmla="*/ 138951 w 1362422"/>
                <a:gd name="csY69" fmla="*/ 341334 h 1116454"/>
                <a:gd name="csX70" fmla="*/ 165638 w 1362422"/>
                <a:gd name="csY70" fmla="*/ 328702 h 1116454"/>
                <a:gd name="csX71" fmla="*/ 186161 w 1362422"/>
                <a:gd name="csY71" fmla="*/ 324943 h 1116454"/>
                <a:gd name="csX72" fmla="*/ 191309 w 1362422"/>
                <a:gd name="csY72" fmla="*/ 317526 h 1116454"/>
                <a:gd name="csX73" fmla="*/ 200249 w 1362422"/>
                <a:gd name="csY73" fmla="*/ 314444 h 1116454"/>
                <a:gd name="csX74" fmla="*/ 218977 w 1362422"/>
                <a:gd name="csY74" fmla="*/ 315257 h 1116454"/>
                <a:gd name="csX75" fmla="*/ 254569 w 1362422"/>
                <a:gd name="csY75" fmla="*/ 305334 h 1116454"/>
                <a:gd name="csX76" fmla="*/ 272993 w 1362422"/>
                <a:gd name="csY76" fmla="*/ 290298 h 1116454"/>
                <a:gd name="csX77" fmla="*/ 281628 w 1362422"/>
                <a:gd name="csY77" fmla="*/ 272180 h 1116454"/>
                <a:gd name="csX78" fmla="*/ 301508 w 1362422"/>
                <a:gd name="csY78" fmla="*/ 255010 h 1116454"/>
                <a:gd name="csX79" fmla="*/ 303031 w 1362422"/>
                <a:gd name="csY79" fmla="*/ 241497 h 1116454"/>
                <a:gd name="csX80" fmla="*/ 303912 w 1362422"/>
                <a:gd name="csY80" fmla="*/ 223074 h 1116454"/>
                <a:gd name="csX81" fmla="*/ 327618 w 1362422"/>
                <a:gd name="csY81" fmla="*/ 194288 h 1116454"/>
                <a:gd name="csX82" fmla="*/ 341876 w 1362422"/>
                <a:gd name="csY82" fmla="*/ 223548 h 1116454"/>
                <a:gd name="csX83" fmla="*/ 356269 w 1362422"/>
                <a:gd name="csY83" fmla="*/ 216775 h 1116454"/>
                <a:gd name="csX84" fmla="*/ 344212 w 1362422"/>
                <a:gd name="csY84" fmla="*/ 200790 h 1116454"/>
                <a:gd name="csX85" fmla="*/ 354846 w 1362422"/>
                <a:gd name="csY85" fmla="*/ 184332 h 1116454"/>
                <a:gd name="csX86" fmla="*/ 369781 w 1362422"/>
                <a:gd name="csY86" fmla="*/ 191681 h 1116454"/>
                <a:gd name="csX87" fmla="*/ 373913 w 1362422"/>
                <a:gd name="csY87" fmla="*/ 165909 h 1116454"/>
                <a:gd name="csX88" fmla="*/ 392403 w 1362422"/>
                <a:gd name="csY88" fmla="*/ 149247 h 1116454"/>
                <a:gd name="csX89" fmla="*/ 400565 w 1362422"/>
                <a:gd name="csY89" fmla="*/ 135870 h 1116454"/>
                <a:gd name="csX90" fmla="*/ 417600 w 1362422"/>
                <a:gd name="csY90" fmla="*/ 130113 h 1116454"/>
                <a:gd name="csX91" fmla="*/ 418142 w 1362422"/>
                <a:gd name="csY91" fmla="*/ 120664 h 1116454"/>
                <a:gd name="csX92" fmla="*/ 433009 w 1362422"/>
                <a:gd name="csY92" fmla="*/ 124592 h 1116454"/>
                <a:gd name="csX93" fmla="*/ 433619 w 1362422"/>
                <a:gd name="csY93" fmla="*/ 116092 h 1116454"/>
                <a:gd name="csX94" fmla="*/ 448520 w 1362422"/>
                <a:gd name="csY94" fmla="*/ 111249 h 1116454"/>
                <a:gd name="csX95" fmla="*/ 464877 w 1362422"/>
                <a:gd name="csY95" fmla="*/ 106677 h 1116454"/>
                <a:gd name="csX96" fmla="*/ 489903 w 1362422"/>
                <a:gd name="csY96" fmla="*/ 122222 h 1116454"/>
                <a:gd name="csX97" fmla="*/ 508698 w 1362422"/>
                <a:gd name="csY97" fmla="*/ 142270 h 1116454"/>
                <a:gd name="csX98" fmla="*/ 529899 w 1362422"/>
                <a:gd name="csY98" fmla="*/ 142507 h 1116454"/>
                <a:gd name="csX99" fmla="*/ 551404 w 1362422"/>
                <a:gd name="csY99" fmla="*/ 145691 h 1116454"/>
                <a:gd name="csX100" fmla="*/ 544258 w 1362422"/>
                <a:gd name="csY100" fmla="*/ 127098 h 1116454"/>
                <a:gd name="csX101" fmla="*/ 560480 w 1362422"/>
                <a:gd name="csY101" fmla="*/ 99938 h 1116454"/>
                <a:gd name="csX102" fmla="*/ 575719 w 1362422"/>
                <a:gd name="csY102" fmla="*/ 91065 h 1116454"/>
                <a:gd name="csX103" fmla="*/ 570470 w 1362422"/>
                <a:gd name="csY103" fmla="*/ 82633 h 1116454"/>
                <a:gd name="csX104" fmla="*/ 585168 w 1362422"/>
                <a:gd name="csY104" fmla="*/ 63261 h 1116454"/>
                <a:gd name="csX105" fmla="*/ 605656 w 1362422"/>
                <a:gd name="csY105" fmla="*/ 51341 h 1116454"/>
                <a:gd name="csX106" fmla="*/ 622996 w 1362422"/>
                <a:gd name="csY106" fmla="*/ 55337 h 1116454"/>
                <a:gd name="csX107" fmla="*/ 651444 w 1362422"/>
                <a:gd name="csY107" fmla="*/ 48970 h 1116454"/>
                <a:gd name="csX108" fmla="*/ 650834 w 1362422"/>
                <a:gd name="csY108" fmla="*/ 31664 h 1116454"/>
                <a:gd name="csX109" fmla="*/ 626044 w 1362422"/>
                <a:gd name="csY109" fmla="*/ 20523 h 1116454"/>
                <a:gd name="csX110" fmla="*/ 644060 w 1362422"/>
                <a:gd name="csY110" fmla="*/ 15612 h 1116454"/>
                <a:gd name="csX111" fmla="*/ 666513 w 1362422"/>
                <a:gd name="csY111" fmla="*/ 23977 h 1116454"/>
                <a:gd name="csX112" fmla="*/ 684496 w 1362422"/>
                <a:gd name="csY112" fmla="*/ 37896 h 1116454"/>
                <a:gd name="csX113" fmla="*/ 713012 w 1362422"/>
                <a:gd name="csY113" fmla="*/ 46532 h 1116454"/>
                <a:gd name="csX114" fmla="*/ 722696 w 1362422"/>
                <a:gd name="csY114" fmla="*/ 43111 h 1116454"/>
                <a:gd name="csX115" fmla="*/ 743660 w 1362422"/>
                <a:gd name="csY115" fmla="*/ 53542 h 1116454"/>
                <a:gd name="csX116" fmla="*/ 763471 w 1362422"/>
                <a:gd name="csY116" fmla="*/ 43822 h 1116454"/>
                <a:gd name="csX117" fmla="*/ 776171 w 1362422"/>
                <a:gd name="csY117" fmla="*/ 46769 h 1116454"/>
                <a:gd name="csX118" fmla="*/ 784096 w 1362422"/>
                <a:gd name="csY118" fmla="*/ 40267 h 1116454"/>
                <a:gd name="csX119" fmla="*/ 799674 w 1362422"/>
                <a:gd name="csY119" fmla="*/ 57030 h 1116454"/>
                <a:gd name="csX120" fmla="*/ 790632 w 1362422"/>
                <a:gd name="csY120" fmla="*/ 75148 h 1116454"/>
                <a:gd name="csX121" fmla="*/ 777763 w 1362422"/>
                <a:gd name="csY121" fmla="*/ 88830 h 1116454"/>
                <a:gd name="csX122" fmla="*/ 766147 w 1362422"/>
                <a:gd name="csY122" fmla="*/ 89981 h 1116454"/>
                <a:gd name="csX123" fmla="*/ 770075 w 1362422"/>
                <a:gd name="csY123" fmla="*/ 103494 h 1116454"/>
                <a:gd name="csX124" fmla="*/ 760119 w 1362422"/>
                <a:gd name="csY124" fmla="*/ 120427 h 1116454"/>
                <a:gd name="csX125" fmla="*/ 748096 w 1362422"/>
                <a:gd name="csY125" fmla="*/ 137055 h 1116454"/>
                <a:gd name="csX126" fmla="*/ 750501 w 1362422"/>
                <a:gd name="csY126" fmla="*/ 146639 h 1116454"/>
                <a:gd name="csX127" fmla="*/ 777425 w 1362422"/>
                <a:gd name="csY127" fmla="*/ 165333 h 1116454"/>
                <a:gd name="csX128" fmla="*/ 803501 w 1362422"/>
                <a:gd name="csY128" fmla="*/ 176204 h 1116454"/>
                <a:gd name="csX129" fmla="*/ 820941 w 1362422"/>
                <a:gd name="csY129" fmla="*/ 187854 h 1116454"/>
                <a:gd name="csX130" fmla="*/ 845427 w 1362422"/>
                <a:gd name="csY130" fmla="*/ 207936 h 1116454"/>
                <a:gd name="csX131" fmla="*/ 854977 w 1362422"/>
                <a:gd name="csY131" fmla="*/ 207902 h 1116454"/>
                <a:gd name="csX132" fmla="*/ 872723 w 1362422"/>
                <a:gd name="csY132" fmla="*/ 216572 h 1116454"/>
                <a:gd name="csX133" fmla="*/ 877870 w 1362422"/>
                <a:gd name="csY133" fmla="*/ 227037 h 1116454"/>
                <a:gd name="csX134" fmla="*/ 910178 w 1362422"/>
                <a:gd name="csY134" fmla="*/ 238517 h 1116454"/>
                <a:gd name="csX135" fmla="*/ 932530 w 1362422"/>
                <a:gd name="csY135" fmla="*/ 226935 h 1116454"/>
                <a:gd name="csX136" fmla="*/ 939168 w 1362422"/>
                <a:gd name="csY136" fmla="*/ 208749 h 1116454"/>
                <a:gd name="csX137" fmla="*/ 946042 w 1362422"/>
                <a:gd name="csY137" fmla="*/ 193746 h 1116454"/>
                <a:gd name="csX138" fmla="*/ 950242 w 1362422"/>
                <a:gd name="csY138" fmla="*/ 175188 h 1116454"/>
                <a:gd name="csX139" fmla="*/ 960536 w 1362422"/>
                <a:gd name="csY139" fmla="*/ 148231 h 1116454"/>
                <a:gd name="csX140" fmla="*/ 955829 w 1362422"/>
                <a:gd name="csY140" fmla="*/ 131840 h 1116454"/>
                <a:gd name="csX141" fmla="*/ 958301 w 1362422"/>
                <a:gd name="csY141" fmla="*/ 121985 h 1116454"/>
                <a:gd name="csX142" fmla="*/ 954373 w 1362422"/>
                <a:gd name="csY142" fmla="*/ 102613 h 1116454"/>
                <a:gd name="csX143" fmla="*/ 958810 w 1362422"/>
                <a:gd name="csY143" fmla="*/ 77112 h 1116454"/>
                <a:gd name="csX144" fmla="*/ 965311 w 1362422"/>
                <a:gd name="csY144" fmla="*/ 70238 h 1116454"/>
                <a:gd name="csX145" fmla="*/ 960029 w 1362422"/>
                <a:gd name="csY145" fmla="*/ 58926 h 1116454"/>
                <a:gd name="csX146" fmla="*/ 968224 w 1362422"/>
                <a:gd name="csY146" fmla="*/ 40944 h 1116454"/>
                <a:gd name="csX147" fmla="*/ 974625 w 1362422"/>
                <a:gd name="csY147" fmla="*/ 22352 h 1116454"/>
                <a:gd name="csX148" fmla="*/ 975506 w 1362422"/>
                <a:gd name="csY148" fmla="*/ 12700 h 1116454"/>
                <a:gd name="csX149" fmla="*/ 988070 w 1362422"/>
                <a:gd name="csY149" fmla="*/ 0 h 1116454"/>
                <a:gd name="csX150" fmla="*/ 997620 w 1362422"/>
                <a:gd name="csY150" fmla="*/ 16560 h 1116454"/>
                <a:gd name="csX151" fmla="*/ 999990 w 1362422"/>
                <a:gd name="csY151" fmla="*/ 37828 h 1116454"/>
                <a:gd name="csX152" fmla="*/ 1008423 w 1362422"/>
                <a:gd name="csY152" fmla="*/ 41926 h 1116454"/>
                <a:gd name="csX153" fmla="*/ 1009879 w 1362422"/>
                <a:gd name="csY153" fmla="*/ 56149 h 1116454"/>
                <a:gd name="csX154" fmla="*/ 1022173 w 1362422"/>
                <a:gd name="csY154" fmla="*/ 73353 h 1116454"/>
                <a:gd name="csX155" fmla="*/ 1024712 w 1362422"/>
                <a:gd name="csY155" fmla="*/ 92522 h 1116454"/>
                <a:gd name="csX156" fmla="*/ 1023527 w 1362422"/>
                <a:gd name="csY156" fmla="*/ 104849 h 1116454"/>
                <a:gd name="csX157" fmla="*/ 1035719 w 1362422"/>
                <a:gd name="csY157" fmla="*/ 131399 h 1116454"/>
                <a:gd name="csX158" fmla="*/ 1057460 w 1362422"/>
                <a:gd name="csY158" fmla="*/ 118632 h 1116454"/>
                <a:gd name="csX159" fmla="*/ 1068670 w 1362422"/>
                <a:gd name="csY159" fmla="*/ 132957 h 1116454"/>
                <a:gd name="csX160" fmla="*/ 1084926 w 1362422"/>
                <a:gd name="csY160" fmla="*/ 146199 h 1116454"/>
                <a:gd name="csX161" fmla="*/ 1081438 w 1362422"/>
                <a:gd name="csY161" fmla="*/ 161201 h 1116454"/>
                <a:gd name="csX162" fmla="*/ 1088651 w 1362422"/>
                <a:gd name="csY162" fmla="*/ 190258 h 1116454"/>
                <a:gd name="csX163" fmla="*/ 1093798 w 1362422"/>
                <a:gd name="csY163" fmla="*/ 207157 h 1116454"/>
                <a:gd name="csX164" fmla="*/ 1102333 w 1362422"/>
                <a:gd name="csY164" fmla="*/ 211289 h 1116454"/>
                <a:gd name="csX165" fmla="*/ 1111511 w 1362422"/>
                <a:gd name="csY165" fmla="*/ 240244 h 1116454"/>
                <a:gd name="csX166" fmla="*/ 1108259 w 1362422"/>
                <a:gd name="csY166" fmla="*/ 257787 h 1116454"/>
                <a:gd name="csX167" fmla="*/ 1119198 w 1362422"/>
                <a:gd name="csY167" fmla="*/ 280748 h 1116454"/>
                <a:gd name="csX168" fmla="*/ 1155909 w 1362422"/>
                <a:gd name="csY168" fmla="*/ 298460 h 1116454"/>
                <a:gd name="csX169" fmla="*/ 1179852 w 1362422"/>
                <a:gd name="csY169" fmla="*/ 314546 h 1116454"/>
                <a:gd name="csX170" fmla="*/ 1202542 w 1362422"/>
                <a:gd name="csY170" fmla="*/ 329277 h 1116454"/>
                <a:gd name="csX171" fmla="*/ 1198106 w 1362422"/>
                <a:gd name="csY171" fmla="*/ 337473 h 1116454"/>
                <a:gd name="csX172" fmla="*/ 1217477 w 1362422"/>
                <a:gd name="csY172" fmla="*/ 358741 h 1116454"/>
                <a:gd name="csX173" fmla="*/ 1230651 w 1362422"/>
                <a:gd name="csY173" fmla="*/ 395384 h 1116454"/>
                <a:gd name="csX174" fmla="*/ 1244163 w 1362422"/>
                <a:gd name="csY174" fmla="*/ 387933 h 1116454"/>
                <a:gd name="csX175" fmla="*/ 1257912 w 1362422"/>
                <a:gd name="csY175" fmla="*/ 402597 h 1116454"/>
                <a:gd name="csX176" fmla="*/ 1266175 w 1362422"/>
                <a:gd name="csY176" fmla="*/ 397382 h 1116454"/>
                <a:gd name="csX177" fmla="*/ 1272034 w 1362422"/>
                <a:gd name="csY177" fmla="*/ 433279 h 1116454"/>
                <a:gd name="csX178" fmla="*/ 1296046 w 1362422"/>
                <a:gd name="csY178" fmla="*/ 454073 h 1116454"/>
                <a:gd name="csX179" fmla="*/ 1311793 w 1362422"/>
                <a:gd name="csY179" fmla="*/ 467010 h 1116454"/>
                <a:gd name="csX180" fmla="*/ 1338243 w 1362422"/>
                <a:gd name="csY180" fmla="*/ 494441 h 1116454"/>
                <a:gd name="csX181" fmla="*/ 1347758 w 1362422"/>
                <a:gd name="csY181" fmla="*/ 521635 h 1116454"/>
                <a:gd name="csX182" fmla="*/ 1348639 w 1362422"/>
                <a:gd name="csY182" fmla="*/ 540939 h 1116454"/>
                <a:gd name="csX183" fmla="*/ 1346302 w 1362422"/>
                <a:gd name="csY183" fmla="*/ 561902 h 1116454"/>
                <a:gd name="csX184" fmla="*/ 1362422 w 1362422"/>
                <a:gd name="csY184" fmla="*/ 590688 h 1116454"/>
                <a:gd name="csX185" fmla="*/ 1360492 w 1362422"/>
                <a:gd name="csY185" fmla="*/ 620659 h 1116454"/>
                <a:gd name="csX186" fmla="*/ 1354633 w 1362422"/>
                <a:gd name="csY186" fmla="*/ 636339 h 1116454"/>
                <a:gd name="csX187" fmla="*/ 1345489 w 1362422"/>
                <a:gd name="csY187" fmla="*/ 666547 h 1116454"/>
                <a:gd name="csX188" fmla="*/ 1346200 w 1362422"/>
                <a:gd name="csY188" fmla="*/ 685986 h 1116454"/>
                <a:gd name="csX189" fmla="*/ 1339495 w 1362422"/>
                <a:gd name="csY189" fmla="*/ 710234 h 1116454"/>
                <a:gd name="csX190" fmla="*/ 1324527 w 1362422"/>
                <a:gd name="csY190" fmla="*/ 741052 h 1116454"/>
                <a:gd name="csX191" fmla="*/ 1299432 w 1362422"/>
                <a:gd name="csY191" fmla="*/ 757680 h 1116454"/>
                <a:gd name="csX192" fmla="*/ 1287071 w 1362422"/>
                <a:gd name="csY192" fmla="*/ 783926 h 1116454"/>
                <a:gd name="csX193" fmla="*/ 1275793 w 1362422"/>
                <a:gd name="csY193" fmla="*/ 800656 h 1116454"/>
                <a:gd name="csX194" fmla="*/ 1265735 w 1362422"/>
                <a:gd name="csY194" fmla="*/ 829882 h 1116454"/>
                <a:gd name="csX195" fmla="*/ 1252663 w 1362422"/>
                <a:gd name="csY195" fmla="*/ 846781 h 1116454"/>
                <a:gd name="csX196" fmla="*/ 1244096 w 1362422"/>
                <a:gd name="csY196" fmla="*/ 872113 h 1116454"/>
                <a:gd name="csX197" fmla="*/ 1239727 w 1362422"/>
                <a:gd name="csY197" fmla="*/ 895446 h 1116454"/>
                <a:gd name="csX198" fmla="*/ 1241454 w 1362422"/>
                <a:gd name="csY198" fmla="*/ 906148 h 1116454"/>
                <a:gd name="csX199" fmla="*/ 1222049 w 1362422"/>
                <a:gd name="csY199" fmla="*/ 917933 h 1116454"/>
                <a:gd name="csX200" fmla="*/ 1184152 w 1362422"/>
                <a:gd name="csY200" fmla="*/ 919152 h 1116454"/>
                <a:gd name="csX201" fmla="*/ 1152894 w 1362422"/>
                <a:gd name="csY201" fmla="*/ 933037 h 1116454"/>
                <a:gd name="csX202" fmla="*/ 1137316 w 1362422"/>
                <a:gd name="csY202" fmla="*/ 946177 h 1116454"/>
                <a:gd name="csX203" fmla="*/ 1116861 w 1362422"/>
                <a:gd name="csY203" fmla="*/ 960706 h 1116454"/>
                <a:gd name="csX204" fmla="*/ 1088820 w 1362422"/>
                <a:gd name="csY204" fmla="*/ 945737 h 1116454"/>
                <a:gd name="csX205" fmla="*/ 1068061 w 1362422"/>
                <a:gd name="csY205" fmla="*/ 939743 h 1116454"/>
                <a:gd name="csX206" fmla="*/ 1073310 w 1362422"/>
                <a:gd name="csY206" fmla="*/ 922099 h 1116454"/>
                <a:gd name="csX207" fmla="*/ 1054819 w 1362422"/>
                <a:gd name="csY207" fmla="*/ 928500 h 1116454"/>
                <a:gd name="csX208" fmla="*/ 1025152 w 1362422"/>
                <a:gd name="csY208" fmla="*/ 953018 h 1116454"/>
                <a:gd name="csX209" fmla="*/ 995859 w 1362422"/>
                <a:gd name="csY209" fmla="*/ 943840 h 1116454"/>
                <a:gd name="csX210" fmla="*/ 976657 w 1362422"/>
                <a:gd name="csY210" fmla="*/ 938490 h 1116454"/>
                <a:gd name="csX211" fmla="*/ 957319 w 1362422"/>
                <a:gd name="csY211" fmla="*/ 936085 h 1116454"/>
                <a:gd name="csX212" fmla="*/ 924538 w 1362422"/>
                <a:gd name="csY212" fmla="*/ 926264 h 1116454"/>
                <a:gd name="csX213" fmla="*/ 902626 w 1362422"/>
                <a:gd name="csY213" fmla="*/ 905403 h 1116454"/>
                <a:gd name="csX214" fmla="*/ 896361 w 1362422"/>
                <a:gd name="csY214" fmla="*/ 879699 h 1116454"/>
                <a:gd name="csX215" fmla="*/ 888470 w 1362422"/>
                <a:gd name="csY215" fmla="*/ 862563 h 1116454"/>
                <a:gd name="csX216" fmla="*/ 871842 w 1362422"/>
                <a:gd name="csY216" fmla="*/ 848847 h 1116454"/>
                <a:gd name="csX217" fmla="*/ 839263 w 1362422"/>
                <a:gd name="csY217" fmla="*/ 844749 h 1116454"/>
                <a:gd name="csX218" fmla="*/ 850371 w 1362422"/>
                <a:gd name="csY218" fmla="*/ 828324 h 1116454"/>
                <a:gd name="csX219" fmla="*/ 842210 w 1362422"/>
                <a:gd name="csY219" fmla="*/ 803196 h 1116454"/>
                <a:gd name="csX220" fmla="*/ 825649 w 1362422"/>
                <a:gd name="csY220" fmla="*/ 826631 h 1116454"/>
                <a:gd name="csX221" fmla="*/ 795509 w 1362422"/>
                <a:gd name="csY221" fmla="*/ 832862 h 1116454"/>
                <a:gd name="csX222" fmla="*/ 813220 w 1362422"/>
                <a:gd name="csY222" fmla="*/ 814101 h 1116454"/>
                <a:gd name="csX223" fmla="*/ 818368 w 1362422"/>
                <a:gd name="csY223" fmla="*/ 794560 h 1116454"/>
                <a:gd name="csX224" fmla="*/ 831441 w 1362422"/>
                <a:gd name="csY224" fmla="*/ 777966 h 1116454"/>
                <a:gd name="csX225" fmla="*/ 828731 w 1362422"/>
                <a:gd name="csY225" fmla="*/ 752905 h 1116454"/>
                <a:gd name="csX226" fmla="*/ 801198 w 1362422"/>
                <a:gd name="csY226" fmla="*/ 781793 h 1116454"/>
                <a:gd name="csX227" fmla="*/ 780032 w 1362422"/>
                <a:gd name="csY227" fmla="*/ 793375 h 1116454"/>
                <a:gd name="csX228" fmla="*/ 767062 w 1362422"/>
                <a:gd name="csY228" fmla="*/ 820298 h 1116454"/>
                <a:gd name="csX229" fmla="*/ 740612 w 1362422"/>
                <a:gd name="csY229" fmla="*/ 806379 h 1116454"/>
                <a:gd name="csX230" fmla="*/ 741662 w 1362422"/>
                <a:gd name="csY230" fmla="*/ 788396 h 1116454"/>
                <a:gd name="csX231" fmla="*/ 720462 w 1362422"/>
                <a:gd name="csY231" fmla="*/ 763844 h 1116454"/>
                <a:gd name="csX232" fmla="*/ 702615 w 1362422"/>
                <a:gd name="csY232" fmla="*/ 751144 h 1116454"/>
                <a:gd name="csX233" fmla="*/ 708981 w 1362422"/>
                <a:gd name="csY233" fmla="*/ 743321 h 1116454"/>
                <a:gd name="csX234" fmla="*/ 665531 w 1362422"/>
                <a:gd name="csY234" fmla="*/ 722798 h 1116454"/>
                <a:gd name="csX235" fmla="*/ 641724 w 1362422"/>
                <a:gd name="csY235" fmla="*/ 721850 h 1116454"/>
                <a:gd name="csX236" fmla="*/ 609145 w 1362422"/>
                <a:gd name="csY236" fmla="*/ 705357 h 1116454"/>
                <a:gd name="csX237" fmla="*/ 548525 w 1362422"/>
                <a:gd name="csY237" fmla="*/ 708541 h 1116454"/>
                <a:gd name="csX238" fmla="*/ 504669 w 1362422"/>
                <a:gd name="csY238" fmla="*/ 720665 h 1116454"/>
                <a:gd name="csX239" fmla="*/ 466129 w 1362422"/>
                <a:gd name="csY239" fmla="*/ 731976 h 1116454"/>
                <a:gd name="csX240" fmla="*/ 433821 w 1362422"/>
                <a:gd name="csY240" fmla="*/ 729741 h 11164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</a:cxnLst>
              <a:rect l="l" t="t" r="r" b="b"/>
              <a:pathLst>
                <a:path w="1362422" h="1116454">
                  <a:moveTo>
                    <a:pt x="1163291" y="1020716"/>
                  </a:moveTo>
                  <a:lnTo>
                    <a:pt x="1183611" y="1022985"/>
                  </a:lnTo>
                  <a:lnTo>
                    <a:pt x="1186015" y="1063184"/>
                  </a:lnTo>
                  <a:lnTo>
                    <a:pt x="1174399" y="1074867"/>
                  </a:lnTo>
                  <a:lnTo>
                    <a:pt x="1170911" y="1102130"/>
                  </a:lnTo>
                  <a:lnTo>
                    <a:pt x="1159092" y="1092850"/>
                  </a:lnTo>
                  <a:lnTo>
                    <a:pt x="1135555" y="1116454"/>
                  </a:lnTo>
                  <a:lnTo>
                    <a:pt x="1128545" y="1114626"/>
                  </a:lnTo>
                  <a:lnTo>
                    <a:pt x="1107718" y="1113576"/>
                  </a:lnTo>
                  <a:lnTo>
                    <a:pt x="1086856" y="1084587"/>
                  </a:lnTo>
                  <a:lnTo>
                    <a:pt x="1082217" y="1062235"/>
                  </a:lnTo>
                  <a:lnTo>
                    <a:pt x="1062676" y="1032738"/>
                  </a:lnTo>
                  <a:lnTo>
                    <a:pt x="1063556" y="1017194"/>
                  </a:lnTo>
                  <a:lnTo>
                    <a:pt x="1085705" y="1020208"/>
                  </a:lnTo>
                  <a:lnTo>
                    <a:pt x="1118420" y="1031892"/>
                  </a:lnTo>
                  <a:lnTo>
                    <a:pt x="1136876" y="1027252"/>
                  </a:lnTo>
                  <a:lnTo>
                    <a:pt x="1163291" y="1020716"/>
                  </a:lnTo>
                  <a:close/>
                  <a:moveTo>
                    <a:pt x="433821" y="729741"/>
                  </a:moveTo>
                  <a:lnTo>
                    <a:pt x="397923" y="747114"/>
                  </a:lnTo>
                  <a:lnTo>
                    <a:pt x="368562" y="754903"/>
                  </a:lnTo>
                  <a:lnTo>
                    <a:pt x="362026" y="772683"/>
                  </a:lnTo>
                  <a:lnTo>
                    <a:pt x="349530" y="786432"/>
                  </a:lnTo>
                  <a:lnTo>
                    <a:pt x="320778" y="787245"/>
                  </a:lnTo>
                  <a:lnTo>
                    <a:pt x="299510" y="790259"/>
                  </a:lnTo>
                  <a:lnTo>
                    <a:pt x="269573" y="784095"/>
                  </a:lnTo>
                  <a:lnTo>
                    <a:pt x="245222" y="787787"/>
                  </a:lnTo>
                  <a:lnTo>
                    <a:pt x="221991" y="789345"/>
                  </a:lnTo>
                  <a:lnTo>
                    <a:pt x="201841" y="807395"/>
                  </a:lnTo>
                  <a:lnTo>
                    <a:pt x="191951" y="805871"/>
                  </a:lnTo>
                  <a:lnTo>
                    <a:pt x="174985" y="815455"/>
                  </a:lnTo>
                  <a:lnTo>
                    <a:pt x="158695" y="826225"/>
                  </a:lnTo>
                  <a:lnTo>
                    <a:pt x="134007" y="824870"/>
                  </a:lnTo>
                  <a:lnTo>
                    <a:pt x="111283" y="824870"/>
                  </a:lnTo>
                  <a:lnTo>
                    <a:pt x="75352" y="803230"/>
                  </a:lnTo>
                  <a:lnTo>
                    <a:pt x="57166" y="796829"/>
                  </a:lnTo>
                  <a:lnTo>
                    <a:pt x="57911" y="777390"/>
                  </a:lnTo>
                  <a:lnTo>
                    <a:pt x="74709" y="772784"/>
                  </a:lnTo>
                  <a:lnTo>
                    <a:pt x="80465" y="765097"/>
                  </a:lnTo>
                  <a:lnTo>
                    <a:pt x="79246" y="752905"/>
                  </a:lnTo>
                  <a:lnTo>
                    <a:pt x="83412" y="729368"/>
                  </a:lnTo>
                  <a:lnTo>
                    <a:pt x="79619" y="709286"/>
                  </a:lnTo>
                  <a:lnTo>
                    <a:pt x="61704" y="675081"/>
                  </a:lnTo>
                  <a:lnTo>
                    <a:pt x="56150" y="655744"/>
                  </a:lnTo>
                  <a:lnTo>
                    <a:pt x="57606" y="636440"/>
                  </a:lnTo>
                  <a:lnTo>
                    <a:pt x="44127" y="614394"/>
                  </a:lnTo>
                  <a:lnTo>
                    <a:pt x="43247" y="604437"/>
                  </a:lnTo>
                  <a:lnTo>
                    <a:pt x="28279" y="590959"/>
                  </a:lnTo>
                  <a:lnTo>
                    <a:pt x="24045" y="564442"/>
                  </a:lnTo>
                  <a:lnTo>
                    <a:pt x="4673" y="537620"/>
                  </a:lnTo>
                  <a:lnTo>
                    <a:pt x="0" y="523193"/>
                  </a:lnTo>
                  <a:lnTo>
                    <a:pt x="14868" y="537823"/>
                  </a:lnTo>
                  <a:lnTo>
                    <a:pt x="3455" y="506396"/>
                  </a:lnTo>
                  <a:lnTo>
                    <a:pt x="20253" y="516217"/>
                  </a:lnTo>
                  <a:lnTo>
                    <a:pt x="30276" y="529323"/>
                  </a:lnTo>
                  <a:lnTo>
                    <a:pt x="29701" y="511984"/>
                  </a:lnTo>
                  <a:lnTo>
                    <a:pt x="12937" y="485331"/>
                  </a:lnTo>
                  <a:lnTo>
                    <a:pt x="9686" y="474663"/>
                  </a:lnTo>
                  <a:lnTo>
                    <a:pt x="1863" y="464538"/>
                  </a:lnTo>
                  <a:lnTo>
                    <a:pt x="5521" y="444929"/>
                  </a:lnTo>
                  <a:lnTo>
                    <a:pt x="12463" y="436598"/>
                  </a:lnTo>
                  <a:lnTo>
                    <a:pt x="17068" y="419665"/>
                  </a:lnTo>
                  <a:lnTo>
                    <a:pt x="13479" y="399854"/>
                  </a:lnTo>
                  <a:lnTo>
                    <a:pt x="27465" y="375504"/>
                  </a:lnTo>
                  <a:lnTo>
                    <a:pt x="30006" y="401276"/>
                  </a:lnTo>
                  <a:lnTo>
                    <a:pt x="44331" y="378010"/>
                  </a:lnTo>
                  <a:lnTo>
                    <a:pt x="71829" y="366665"/>
                  </a:lnTo>
                  <a:lnTo>
                    <a:pt x="88322" y="352238"/>
                  </a:lnTo>
                  <a:lnTo>
                    <a:pt x="114230" y="339810"/>
                  </a:lnTo>
                  <a:lnTo>
                    <a:pt x="129604" y="337168"/>
                  </a:lnTo>
                  <a:lnTo>
                    <a:pt x="138951" y="341334"/>
                  </a:lnTo>
                  <a:lnTo>
                    <a:pt x="165638" y="328702"/>
                  </a:lnTo>
                  <a:lnTo>
                    <a:pt x="186161" y="324943"/>
                  </a:lnTo>
                  <a:lnTo>
                    <a:pt x="191309" y="317526"/>
                  </a:lnTo>
                  <a:lnTo>
                    <a:pt x="200249" y="314444"/>
                  </a:lnTo>
                  <a:lnTo>
                    <a:pt x="218977" y="315257"/>
                  </a:lnTo>
                  <a:lnTo>
                    <a:pt x="254569" y="305334"/>
                  </a:lnTo>
                  <a:lnTo>
                    <a:pt x="272993" y="290298"/>
                  </a:lnTo>
                  <a:lnTo>
                    <a:pt x="281628" y="272180"/>
                  </a:lnTo>
                  <a:lnTo>
                    <a:pt x="301508" y="255010"/>
                  </a:lnTo>
                  <a:lnTo>
                    <a:pt x="303031" y="241497"/>
                  </a:lnTo>
                  <a:lnTo>
                    <a:pt x="303912" y="223074"/>
                  </a:lnTo>
                  <a:lnTo>
                    <a:pt x="327618" y="194288"/>
                  </a:lnTo>
                  <a:lnTo>
                    <a:pt x="341876" y="223548"/>
                  </a:lnTo>
                  <a:lnTo>
                    <a:pt x="356269" y="216775"/>
                  </a:lnTo>
                  <a:lnTo>
                    <a:pt x="344212" y="200790"/>
                  </a:lnTo>
                  <a:lnTo>
                    <a:pt x="354846" y="184332"/>
                  </a:lnTo>
                  <a:lnTo>
                    <a:pt x="369781" y="191681"/>
                  </a:lnTo>
                  <a:lnTo>
                    <a:pt x="373913" y="165909"/>
                  </a:lnTo>
                  <a:lnTo>
                    <a:pt x="392403" y="149247"/>
                  </a:lnTo>
                  <a:lnTo>
                    <a:pt x="400565" y="135870"/>
                  </a:lnTo>
                  <a:lnTo>
                    <a:pt x="417600" y="130113"/>
                  </a:lnTo>
                  <a:lnTo>
                    <a:pt x="418142" y="120664"/>
                  </a:lnTo>
                  <a:lnTo>
                    <a:pt x="433009" y="124592"/>
                  </a:lnTo>
                  <a:lnTo>
                    <a:pt x="433619" y="116092"/>
                  </a:lnTo>
                  <a:lnTo>
                    <a:pt x="448520" y="111249"/>
                  </a:lnTo>
                  <a:lnTo>
                    <a:pt x="464877" y="106677"/>
                  </a:lnTo>
                  <a:lnTo>
                    <a:pt x="489903" y="122222"/>
                  </a:lnTo>
                  <a:lnTo>
                    <a:pt x="508698" y="142270"/>
                  </a:lnTo>
                  <a:lnTo>
                    <a:pt x="529899" y="142507"/>
                  </a:lnTo>
                  <a:lnTo>
                    <a:pt x="551404" y="145691"/>
                  </a:lnTo>
                  <a:lnTo>
                    <a:pt x="544258" y="127098"/>
                  </a:lnTo>
                  <a:lnTo>
                    <a:pt x="560480" y="99938"/>
                  </a:lnTo>
                  <a:lnTo>
                    <a:pt x="575719" y="91065"/>
                  </a:lnTo>
                  <a:lnTo>
                    <a:pt x="570470" y="82633"/>
                  </a:lnTo>
                  <a:lnTo>
                    <a:pt x="585168" y="63261"/>
                  </a:lnTo>
                  <a:lnTo>
                    <a:pt x="605656" y="51341"/>
                  </a:lnTo>
                  <a:lnTo>
                    <a:pt x="622996" y="55337"/>
                  </a:lnTo>
                  <a:lnTo>
                    <a:pt x="651444" y="48970"/>
                  </a:lnTo>
                  <a:lnTo>
                    <a:pt x="650834" y="31664"/>
                  </a:lnTo>
                  <a:lnTo>
                    <a:pt x="626044" y="20523"/>
                  </a:lnTo>
                  <a:lnTo>
                    <a:pt x="644060" y="15612"/>
                  </a:lnTo>
                  <a:lnTo>
                    <a:pt x="666513" y="23977"/>
                  </a:lnTo>
                  <a:lnTo>
                    <a:pt x="684496" y="37896"/>
                  </a:lnTo>
                  <a:lnTo>
                    <a:pt x="713012" y="46532"/>
                  </a:lnTo>
                  <a:lnTo>
                    <a:pt x="722696" y="43111"/>
                  </a:lnTo>
                  <a:lnTo>
                    <a:pt x="743660" y="53542"/>
                  </a:lnTo>
                  <a:lnTo>
                    <a:pt x="763471" y="43822"/>
                  </a:lnTo>
                  <a:lnTo>
                    <a:pt x="776171" y="46769"/>
                  </a:lnTo>
                  <a:lnTo>
                    <a:pt x="784096" y="40267"/>
                  </a:lnTo>
                  <a:lnTo>
                    <a:pt x="799674" y="57030"/>
                  </a:lnTo>
                  <a:lnTo>
                    <a:pt x="790632" y="75148"/>
                  </a:lnTo>
                  <a:lnTo>
                    <a:pt x="777763" y="88830"/>
                  </a:lnTo>
                  <a:lnTo>
                    <a:pt x="766147" y="89981"/>
                  </a:lnTo>
                  <a:lnTo>
                    <a:pt x="770075" y="103494"/>
                  </a:lnTo>
                  <a:lnTo>
                    <a:pt x="760119" y="120427"/>
                  </a:lnTo>
                  <a:lnTo>
                    <a:pt x="748096" y="137055"/>
                  </a:lnTo>
                  <a:lnTo>
                    <a:pt x="750501" y="146639"/>
                  </a:lnTo>
                  <a:lnTo>
                    <a:pt x="777425" y="165333"/>
                  </a:lnTo>
                  <a:lnTo>
                    <a:pt x="803501" y="176204"/>
                  </a:lnTo>
                  <a:lnTo>
                    <a:pt x="820941" y="187854"/>
                  </a:lnTo>
                  <a:lnTo>
                    <a:pt x="845427" y="207936"/>
                  </a:lnTo>
                  <a:lnTo>
                    <a:pt x="854977" y="207902"/>
                  </a:lnTo>
                  <a:lnTo>
                    <a:pt x="872723" y="216572"/>
                  </a:lnTo>
                  <a:lnTo>
                    <a:pt x="877870" y="227037"/>
                  </a:lnTo>
                  <a:lnTo>
                    <a:pt x="910178" y="238517"/>
                  </a:lnTo>
                  <a:lnTo>
                    <a:pt x="932530" y="226935"/>
                  </a:lnTo>
                  <a:lnTo>
                    <a:pt x="939168" y="208749"/>
                  </a:lnTo>
                  <a:lnTo>
                    <a:pt x="946042" y="193746"/>
                  </a:lnTo>
                  <a:lnTo>
                    <a:pt x="950242" y="175188"/>
                  </a:lnTo>
                  <a:lnTo>
                    <a:pt x="960536" y="148231"/>
                  </a:lnTo>
                  <a:lnTo>
                    <a:pt x="955829" y="131840"/>
                  </a:lnTo>
                  <a:lnTo>
                    <a:pt x="958301" y="121985"/>
                  </a:lnTo>
                  <a:lnTo>
                    <a:pt x="954373" y="102613"/>
                  </a:lnTo>
                  <a:lnTo>
                    <a:pt x="958810" y="77112"/>
                  </a:lnTo>
                  <a:lnTo>
                    <a:pt x="965311" y="70238"/>
                  </a:lnTo>
                  <a:lnTo>
                    <a:pt x="960029" y="58926"/>
                  </a:lnTo>
                  <a:lnTo>
                    <a:pt x="968224" y="40944"/>
                  </a:lnTo>
                  <a:lnTo>
                    <a:pt x="974625" y="22352"/>
                  </a:lnTo>
                  <a:lnTo>
                    <a:pt x="975506" y="12700"/>
                  </a:lnTo>
                  <a:lnTo>
                    <a:pt x="988070" y="0"/>
                  </a:lnTo>
                  <a:lnTo>
                    <a:pt x="997620" y="16560"/>
                  </a:lnTo>
                  <a:lnTo>
                    <a:pt x="999990" y="37828"/>
                  </a:lnTo>
                  <a:lnTo>
                    <a:pt x="1008423" y="41926"/>
                  </a:lnTo>
                  <a:lnTo>
                    <a:pt x="1009879" y="56149"/>
                  </a:lnTo>
                  <a:lnTo>
                    <a:pt x="1022173" y="73353"/>
                  </a:lnTo>
                  <a:lnTo>
                    <a:pt x="1024712" y="92522"/>
                  </a:lnTo>
                  <a:lnTo>
                    <a:pt x="1023527" y="104849"/>
                  </a:lnTo>
                  <a:lnTo>
                    <a:pt x="1035719" y="131399"/>
                  </a:lnTo>
                  <a:lnTo>
                    <a:pt x="1057460" y="118632"/>
                  </a:lnTo>
                  <a:lnTo>
                    <a:pt x="1068670" y="132957"/>
                  </a:lnTo>
                  <a:lnTo>
                    <a:pt x="1084926" y="146199"/>
                  </a:lnTo>
                  <a:lnTo>
                    <a:pt x="1081438" y="161201"/>
                  </a:lnTo>
                  <a:lnTo>
                    <a:pt x="1088651" y="190258"/>
                  </a:lnTo>
                  <a:lnTo>
                    <a:pt x="1093798" y="207157"/>
                  </a:lnTo>
                  <a:lnTo>
                    <a:pt x="1102333" y="211289"/>
                  </a:lnTo>
                  <a:lnTo>
                    <a:pt x="1111511" y="240244"/>
                  </a:lnTo>
                  <a:lnTo>
                    <a:pt x="1108259" y="257787"/>
                  </a:lnTo>
                  <a:lnTo>
                    <a:pt x="1119198" y="280748"/>
                  </a:lnTo>
                  <a:lnTo>
                    <a:pt x="1155909" y="298460"/>
                  </a:lnTo>
                  <a:lnTo>
                    <a:pt x="1179852" y="314546"/>
                  </a:lnTo>
                  <a:lnTo>
                    <a:pt x="1202542" y="329277"/>
                  </a:lnTo>
                  <a:lnTo>
                    <a:pt x="1198106" y="337473"/>
                  </a:lnTo>
                  <a:lnTo>
                    <a:pt x="1217477" y="358741"/>
                  </a:lnTo>
                  <a:lnTo>
                    <a:pt x="1230651" y="395384"/>
                  </a:lnTo>
                  <a:lnTo>
                    <a:pt x="1244163" y="387933"/>
                  </a:lnTo>
                  <a:lnTo>
                    <a:pt x="1257912" y="402597"/>
                  </a:lnTo>
                  <a:lnTo>
                    <a:pt x="1266175" y="397382"/>
                  </a:lnTo>
                  <a:lnTo>
                    <a:pt x="1272034" y="433279"/>
                  </a:lnTo>
                  <a:lnTo>
                    <a:pt x="1296046" y="454073"/>
                  </a:lnTo>
                  <a:lnTo>
                    <a:pt x="1311793" y="467010"/>
                  </a:lnTo>
                  <a:lnTo>
                    <a:pt x="1338243" y="494441"/>
                  </a:lnTo>
                  <a:lnTo>
                    <a:pt x="1347758" y="521635"/>
                  </a:lnTo>
                  <a:lnTo>
                    <a:pt x="1348639" y="540939"/>
                  </a:lnTo>
                  <a:lnTo>
                    <a:pt x="1346302" y="561902"/>
                  </a:lnTo>
                  <a:lnTo>
                    <a:pt x="1362422" y="590688"/>
                  </a:lnTo>
                  <a:lnTo>
                    <a:pt x="1360492" y="620659"/>
                  </a:lnTo>
                  <a:lnTo>
                    <a:pt x="1354633" y="636339"/>
                  </a:lnTo>
                  <a:lnTo>
                    <a:pt x="1345489" y="666547"/>
                  </a:lnTo>
                  <a:lnTo>
                    <a:pt x="1346200" y="685986"/>
                  </a:lnTo>
                  <a:lnTo>
                    <a:pt x="1339495" y="710234"/>
                  </a:lnTo>
                  <a:lnTo>
                    <a:pt x="1324527" y="741052"/>
                  </a:lnTo>
                  <a:lnTo>
                    <a:pt x="1299432" y="757680"/>
                  </a:lnTo>
                  <a:lnTo>
                    <a:pt x="1287071" y="783926"/>
                  </a:lnTo>
                  <a:lnTo>
                    <a:pt x="1275793" y="800656"/>
                  </a:lnTo>
                  <a:lnTo>
                    <a:pt x="1265735" y="829882"/>
                  </a:lnTo>
                  <a:lnTo>
                    <a:pt x="1252663" y="846781"/>
                  </a:lnTo>
                  <a:lnTo>
                    <a:pt x="1244096" y="872113"/>
                  </a:lnTo>
                  <a:lnTo>
                    <a:pt x="1239727" y="895446"/>
                  </a:lnTo>
                  <a:lnTo>
                    <a:pt x="1241454" y="906148"/>
                  </a:lnTo>
                  <a:lnTo>
                    <a:pt x="1222049" y="917933"/>
                  </a:lnTo>
                  <a:lnTo>
                    <a:pt x="1184152" y="919152"/>
                  </a:lnTo>
                  <a:lnTo>
                    <a:pt x="1152894" y="933037"/>
                  </a:lnTo>
                  <a:lnTo>
                    <a:pt x="1137316" y="946177"/>
                  </a:lnTo>
                  <a:lnTo>
                    <a:pt x="1116861" y="960706"/>
                  </a:lnTo>
                  <a:lnTo>
                    <a:pt x="1088820" y="945737"/>
                  </a:lnTo>
                  <a:lnTo>
                    <a:pt x="1068061" y="939743"/>
                  </a:lnTo>
                  <a:lnTo>
                    <a:pt x="1073310" y="922099"/>
                  </a:lnTo>
                  <a:lnTo>
                    <a:pt x="1054819" y="928500"/>
                  </a:lnTo>
                  <a:lnTo>
                    <a:pt x="1025152" y="953018"/>
                  </a:lnTo>
                  <a:lnTo>
                    <a:pt x="995859" y="943840"/>
                  </a:lnTo>
                  <a:lnTo>
                    <a:pt x="976657" y="938490"/>
                  </a:lnTo>
                  <a:lnTo>
                    <a:pt x="957319" y="936085"/>
                  </a:lnTo>
                  <a:lnTo>
                    <a:pt x="924538" y="926264"/>
                  </a:lnTo>
                  <a:lnTo>
                    <a:pt x="902626" y="905403"/>
                  </a:lnTo>
                  <a:lnTo>
                    <a:pt x="896361" y="879699"/>
                  </a:lnTo>
                  <a:lnTo>
                    <a:pt x="888470" y="862563"/>
                  </a:lnTo>
                  <a:lnTo>
                    <a:pt x="871842" y="848847"/>
                  </a:lnTo>
                  <a:lnTo>
                    <a:pt x="839263" y="844749"/>
                  </a:lnTo>
                  <a:lnTo>
                    <a:pt x="850371" y="828324"/>
                  </a:lnTo>
                  <a:lnTo>
                    <a:pt x="842210" y="803196"/>
                  </a:lnTo>
                  <a:lnTo>
                    <a:pt x="825649" y="826631"/>
                  </a:lnTo>
                  <a:lnTo>
                    <a:pt x="795509" y="832862"/>
                  </a:lnTo>
                  <a:lnTo>
                    <a:pt x="813220" y="814101"/>
                  </a:lnTo>
                  <a:lnTo>
                    <a:pt x="818368" y="794560"/>
                  </a:lnTo>
                  <a:lnTo>
                    <a:pt x="831441" y="777966"/>
                  </a:lnTo>
                  <a:lnTo>
                    <a:pt x="828731" y="752905"/>
                  </a:lnTo>
                  <a:lnTo>
                    <a:pt x="801198" y="781793"/>
                  </a:lnTo>
                  <a:lnTo>
                    <a:pt x="780032" y="793375"/>
                  </a:lnTo>
                  <a:lnTo>
                    <a:pt x="767062" y="820298"/>
                  </a:lnTo>
                  <a:lnTo>
                    <a:pt x="740612" y="806379"/>
                  </a:lnTo>
                  <a:lnTo>
                    <a:pt x="741662" y="788396"/>
                  </a:lnTo>
                  <a:lnTo>
                    <a:pt x="720462" y="763844"/>
                  </a:lnTo>
                  <a:lnTo>
                    <a:pt x="702615" y="751144"/>
                  </a:lnTo>
                  <a:lnTo>
                    <a:pt x="708981" y="743321"/>
                  </a:lnTo>
                  <a:lnTo>
                    <a:pt x="665531" y="722798"/>
                  </a:lnTo>
                  <a:lnTo>
                    <a:pt x="641724" y="721850"/>
                  </a:lnTo>
                  <a:lnTo>
                    <a:pt x="609145" y="705357"/>
                  </a:lnTo>
                  <a:lnTo>
                    <a:pt x="548525" y="708541"/>
                  </a:lnTo>
                  <a:lnTo>
                    <a:pt x="504669" y="720665"/>
                  </a:lnTo>
                  <a:lnTo>
                    <a:pt x="466129" y="731976"/>
                  </a:lnTo>
                  <a:lnTo>
                    <a:pt x="433821" y="72974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2" name="Forma libre: forma 141">
              <a:extLst>
                <a:ext uri="{FF2B5EF4-FFF2-40B4-BE49-F238E27FC236}">
                  <a16:creationId xmlns:a16="http://schemas.microsoft.com/office/drawing/2014/main" id="{63EC6C88-4914-88DC-B5FA-0176377D58EF}"/>
                </a:ext>
              </a:extLst>
            </p:cNvPr>
            <p:cNvSpPr/>
            <p:nvPr/>
          </p:nvSpPr>
          <p:spPr>
            <a:xfrm>
              <a:off x="8794784" y="3096302"/>
              <a:ext cx="70880" cy="130586"/>
            </a:xfrm>
            <a:custGeom>
              <a:avLst/>
              <a:gdLst>
                <a:gd name="csX0" fmla="*/ 70881 w 70880"/>
                <a:gd name="csY0" fmla="*/ 77925 h 130586"/>
                <a:gd name="csX1" fmla="*/ 65767 w 70880"/>
                <a:gd name="csY1" fmla="*/ 113179 h 130586"/>
                <a:gd name="csX2" fmla="*/ 51577 w 70880"/>
                <a:gd name="csY2" fmla="*/ 122831 h 130586"/>
                <a:gd name="csX3" fmla="*/ 22114 w 70880"/>
                <a:gd name="csY3" fmla="*/ 130586 h 130586"/>
                <a:gd name="csX4" fmla="*/ 5994 w 70880"/>
                <a:gd name="csY4" fmla="*/ 103663 h 130586"/>
                <a:gd name="csX5" fmla="*/ 0 w 70880"/>
                <a:gd name="csY5" fmla="*/ 54964 h 130586"/>
                <a:gd name="csX6" fmla="*/ 15341 w 70880"/>
                <a:gd name="csY6" fmla="*/ 0 h 130586"/>
                <a:gd name="csX7" fmla="*/ 38742 w 70880"/>
                <a:gd name="csY7" fmla="*/ 18829 h 130586"/>
                <a:gd name="csX8" fmla="*/ 54489 w 70880"/>
                <a:gd name="csY8" fmla="*/ 42671 h 130586"/>
                <a:gd name="csX9" fmla="*/ 70881 w 70880"/>
                <a:gd name="csY9" fmla="*/ 77925 h 130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0880" h="130586">
                  <a:moveTo>
                    <a:pt x="70881" y="77925"/>
                  </a:moveTo>
                  <a:lnTo>
                    <a:pt x="65767" y="113179"/>
                  </a:lnTo>
                  <a:lnTo>
                    <a:pt x="51577" y="122831"/>
                  </a:lnTo>
                  <a:lnTo>
                    <a:pt x="22114" y="130586"/>
                  </a:lnTo>
                  <a:lnTo>
                    <a:pt x="5994" y="103663"/>
                  </a:lnTo>
                  <a:lnTo>
                    <a:pt x="0" y="54964"/>
                  </a:lnTo>
                  <a:lnTo>
                    <a:pt x="15341" y="0"/>
                  </a:lnTo>
                  <a:lnTo>
                    <a:pt x="38742" y="18829"/>
                  </a:lnTo>
                  <a:lnTo>
                    <a:pt x="54489" y="42671"/>
                  </a:lnTo>
                  <a:lnTo>
                    <a:pt x="70881" y="7792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3" name="Forma libre: forma 142">
              <a:extLst>
                <a:ext uri="{FF2B5EF4-FFF2-40B4-BE49-F238E27FC236}">
                  <a16:creationId xmlns:a16="http://schemas.microsoft.com/office/drawing/2014/main" id="{DA4BAC9A-6082-7444-2DCF-539CB5499B8A}"/>
                </a:ext>
              </a:extLst>
            </p:cNvPr>
            <p:cNvSpPr/>
            <p:nvPr/>
          </p:nvSpPr>
          <p:spPr>
            <a:xfrm>
              <a:off x="8590911" y="1618567"/>
              <a:ext cx="2077701" cy="1194142"/>
            </a:xfrm>
            <a:custGeom>
              <a:avLst/>
              <a:gdLst>
                <a:gd name="csX0" fmla="*/ 1212397 w 2077701"/>
                <a:gd name="csY0" fmla="*/ 1194143 h 1194142"/>
                <a:gd name="csX1" fmla="*/ 1184626 w 2077701"/>
                <a:gd name="csY1" fmla="*/ 1183644 h 1194142"/>
                <a:gd name="csX2" fmla="*/ 1183644 w 2077701"/>
                <a:gd name="csY2" fmla="*/ 1154520 h 1194142"/>
                <a:gd name="csX3" fmla="*/ 1200340 w 2077701"/>
                <a:gd name="csY3" fmla="*/ 1139179 h 1194142"/>
                <a:gd name="csX4" fmla="*/ 1237356 w 2077701"/>
                <a:gd name="csY4" fmla="*/ 1129696 h 1194142"/>
                <a:gd name="csX5" fmla="*/ 1256828 w 2077701"/>
                <a:gd name="csY5" fmla="*/ 1130475 h 1194142"/>
                <a:gd name="csX6" fmla="*/ 1264381 w 2077701"/>
                <a:gd name="csY6" fmla="*/ 1143412 h 1194142"/>
                <a:gd name="csX7" fmla="*/ 1249514 w 2077701"/>
                <a:gd name="csY7" fmla="*/ 1158313 h 1194142"/>
                <a:gd name="csX8" fmla="*/ 1241656 w 2077701"/>
                <a:gd name="csY8" fmla="*/ 1177887 h 1194142"/>
                <a:gd name="csX9" fmla="*/ 1212397 w 2077701"/>
                <a:gd name="csY9" fmla="*/ 1194143 h 1194142"/>
                <a:gd name="csX10" fmla="*/ 223007 w 2077701"/>
                <a:gd name="csY10" fmla="*/ 376215 h 1194142"/>
                <a:gd name="csX11" fmla="*/ 220297 w 2077701"/>
                <a:gd name="csY11" fmla="*/ 356912 h 1194142"/>
                <a:gd name="csX12" fmla="*/ 243529 w 2077701"/>
                <a:gd name="csY12" fmla="*/ 348107 h 1194142"/>
                <a:gd name="csX13" fmla="*/ 213050 w 2077701"/>
                <a:gd name="csY13" fmla="*/ 289248 h 1194142"/>
                <a:gd name="csX14" fmla="*/ 280138 w 2077701"/>
                <a:gd name="csY14" fmla="*/ 275735 h 1194142"/>
                <a:gd name="csX15" fmla="*/ 297478 w 2077701"/>
                <a:gd name="csY15" fmla="*/ 268183 h 1194142"/>
                <a:gd name="csX16" fmla="*/ 321894 w 2077701"/>
                <a:gd name="csY16" fmla="*/ 207564 h 1194142"/>
                <a:gd name="csX17" fmla="*/ 389084 w 2077701"/>
                <a:gd name="csY17" fmla="*/ 218705 h 1194142"/>
                <a:gd name="csX18" fmla="*/ 407914 w 2077701"/>
                <a:gd name="csY18" fmla="*/ 203398 h 1194142"/>
                <a:gd name="csX19" fmla="*/ 409539 w 2077701"/>
                <a:gd name="csY19" fmla="*/ 169431 h 1194142"/>
                <a:gd name="csX20" fmla="*/ 437682 w 2077701"/>
                <a:gd name="csY20" fmla="*/ 166281 h 1194142"/>
                <a:gd name="csX21" fmla="*/ 463453 w 2077701"/>
                <a:gd name="csY21" fmla="*/ 143727 h 1194142"/>
                <a:gd name="csX22" fmla="*/ 476695 w 2077701"/>
                <a:gd name="csY22" fmla="*/ 140950 h 1194142"/>
                <a:gd name="csX23" fmla="*/ 485602 w 2077701"/>
                <a:gd name="csY23" fmla="*/ 164588 h 1194142"/>
                <a:gd name="csX24" fmla="*/ 514049 w 2077701"/>
                <a:gd name="csY24" fmla="*/ 182537 h 1194142"/>
                <a:gd name="csX25" fmla="*/ 562376 w 2077701"/>
                <a:gd name="csY25" fmla="*/ 195236 h 1194142"/>
                <a:gd name="csX26" fmla="*/ 585743 w 2077701"/>
                <a:gd name="csY26" fmla="*/ 222532 h 1194142"/>
                <a:gd name="csX27" fmla="*/ 572705 w 2077701"/>
                <a:gd name="csY27" fmla="*/ 262088 h 1194142"/>
                <a:gd name="csX28" fmla="*/ 584897 w 2077701"/>
                <a:gd name="csY28" fmla="*/ 276785 h 1194142"/>
                <a:gd name="csX29" fmla="*/ 625129 w 2077701"/>
                <a:gd name="csY29" fmla="*/ 282576 h 1194142"/>
                <a:gd name="csX30" fmla="*/ 670746 w 2077701"/>
                <a:gd name="csY30" fmla="*/ 287318 h 1194142"/>
                <a:gd name="csX31" fmla="*/ 711656 w 2077701"/>
                <a:gd name="csY31" fmla="*/ 308416 h 1194142"/>
                <a:gd name="csX32" fmla="*/ 732586 w 2077701"/>
                <a:gd name="csY32" fmla="*/ 312175 h 1194142"/>
                <a:gd name="csX33" fmla="*/ 747994 w 2077701"/>
                <a:gd name="csY33" fmla="*/ 343399 h 1194142"/>
                <a:gd name="csX34" fmla="*/ 767873 w 2077701"/>
                <a:gd name="csY34" fmla="*/ 363482 h 1194142"/>
                <a:gd name="csX35" fmla="*/ 805227 w 2077701"/>
                <a:gd name="csY35" fmla="*/ 362703 h 1194142"/>
                <a:gd name="csX36" fmla="*/ 875126 w 2077701"/>
                <a:gd name="csY36" fmla="*/ 370289 h 1194142"/>
                <a:gd name="csX37" fmla="*/ 920168 w 2077701"/>
                <a:gd name="csY37" fmla="*/ 365582 h 1194142"/>
                <a:gd name="csX38" fmla="*/ 953594 w 2077701"/>
                <a:gd name="csY38" fmla="*/ 370628 h 1194142"/>
                <a:gd name="csX39" fmla="*/ 1003682 w 2077701"/>
                <a:gd name="csY39" fmla="*/ 391218 h 1194142"/>
                <a:gd name="csX40" fmla="*/ 1044659 w 2077701"/>
                <a:gd name="csY40" fmla="*/ 391184 h 1194142"/>
                <a:gd name="csX41" fmla="*/ 1059661 w 2077701"/>
                <a:gd name="csY41" fmla="*/ 401716 h 1194142"/>
                <a:gd name="csX42" fmla="*/ 1099081 w 2077701"/>
                <a:gd name="csY42" fmla="*/ 383530 h 1194142"/>
                <a:gd name="csX43" fmla="*/ 1153808 w 2077701"/>
                <a:gd name="csY43" fmla="*/ 371745 h 1194142"/>
                <a:gd name="csX44" fmla="*/ 1204573 w 2077701"/>
                <a:gd name="csY44" fmla="*/ 370492 h 1194142"/>
                <a:gd name="csX45" fmla="*/ 1244128 w 2077701"/>
                <a:gd name="csY45" fmla="*/ 358571 h 1194142"/>
                <a:gd name="csX46" fmla="*/ 1268444 w 2077701"/>
                <a:gd name="csY46" fmla="*/ 340419 h 1194142"/>
                <a:gd name="csX47" fmla="*/ 1292150 w 2077701"/>
                <a:gd name="csY47" fmla="*/ 329040 h 1194142"/>
                <a:gd name="csX48" fmla="*/ 1286664 w 2077701"/>
                <a:gd name="csY48" fmla="*/ 317865 h 1194142"/>
                <a:gd name="csX49" fmla="*/ 1275827 w 2077701"/>
                <a:gd name="csY49" fmla="*/ 304860 h 1194142"/>
                <a:gd name="csX50" fmla="*/ 1293606 w 2077701"/>
                <a:gd name="csY50" fmla="*/ 283017 h 1194142"/>
                <a:gd name="csX51" fmla="*/ 1312673 w 2077701"/>
                <a:gd name="csY51" fmla="*/ 286065 h 1194142"/>
                <a:gd name="csX52" fmla="*/ 1347487 w 2077701"/>
                <a:gd name="csY52" fmla="*/ 292939 h 1194142"/>
                <a:gd name="csX53" fmla="*/ 1381217 w 2077701"/>
                <a:gd name="csY53" fmla="*/ 274957 h 1194142"/>
                <a:gd name="csX54" fmla="*/ 1432862 w 2077701"/>
                <a:gd name="csY54" fmla="*/ 261850 h 1194142"/>
                <a:gd name="csX55" fmla="*/ 1457686 w 2077701"/>
                <a:gd name="csY55" fmla="*/ 239465 h 1194142"/>
                <a:gd name="csX56" fmla="*/ 1481528 w 2077701"/>
                <a:gd name="csY56" fmla="*/ 229813 h 1194142"/>
                <a:gd name="csX57" fmla="*/ 1530701 w 2077701"/>
                <a:gd name="csY57" fmla="*/ 225343 h 1194142"/>
                <a:gd name="csX58" fmla="*/ 1557421 w 2077701"/>
                <a:gd name="csY58" fmla="*/ 229136 h 1194142"/>
                <a:gd name="csX59" fmla="*/ 1561147 w 2077701"/>
                <a:gd name="csY59" fmla="*/ 217114 h 1194142"/>
                <a:gd name="csX60" fmla="*/ 1530464 w 2077701"/>
                <a:gd name="csY60" fmla="*/ 193442 h 1194142"/>
                <a:gd name="csX61" fmla="*/ 1503270 w 2077701"/>
                <a:gd name="csY61" fmla="*/ 182604 h 1194142"/>
                <a:gd name="csX62" fmla="*/ 1477261 w 2077701"/>
                <a:gd name="csY62" fmla="*/ 195101 h 1194142"/>
                <a:gd name="csX63" fmla="*/ 1443835 w 2077701"/>
                <a:gd name="csY63" fmla="*/ 189852 h 1194142"/>
                <a:gd name="csX64" fmla="*/ 1424668 w 2077701"/>
                <a:gd name="csY64" fmla="*/ 194119 h 1194142"/>
                <a:gd name="csX65" fmla="*/ 1415929 w 2077701"/>
                <a:gd name="csY65" fmla="*/ 180302 h 1194142"/>
                <a:gd name="csX66" fmla="*/ 1439873 w 2077701"/>
                <a:gd name="csY66" fmla="*/ 146436 h 1194142"/>
                <a:gd name="csX67" fmla="*/ 1456365 w 2077701"/>
                <a:gd name="csY67" fmla="*/ 120901 h 1194142"/>
                <a:gd name="csX68" fmla="*/ 1497005 w 2077701"/>
                <a:gd name="csY68" fmla="*/ 133702 h 1194142"/>
                <a:gd name="csX69" fmla="*/ 1544721 w 2077701"/>
                <a:gd name="csY69" fmla="*/ 112299 h 1194142"/>
                <a:gd name="csX70" fmla="*/ 1544417 w 2077701"/>
                <a:gd name="csY70" fmla="*/ 97398 h 1194142"/>
                <a:gd name="csX71" fmla="*/ 1574998 w 2077701"/>
                <a:gd name="csY71" fmla="*/ 61466 h 1194142"/>
                <a:gd name="csX72" fmla="*/ 1593827 w 2077701"/>
                <a:gd name="csY72" fmla="*/ 50629 h 1194142"/>
                <a:gd name="csX73" fmla="*/ 1593421 w 2077701"/>
                <a:gd name="csY73" fmla="*/ 31935 h 1194142"/>
                <a:gd name="csX74" fmla="*/ 1574828 w 2077701"/>
                <a:gd name="csY74" fmla="*/ 23875 h 1194142"/>
                <a:gd name="csX75" fmla="*/ 1602801 w 2077701"/>
                <a:gd name="csY75" fmla="*/ 7044 h 1194142"/>
                <a:gd name="csX76" fmla="*/ 1644897 w 2077701"/>
                <a:gd name="csY76" fmla="*/ 914 h 1194142"/>
                <a:gd name="csX77" fmla="*/ 1689769 w 2077701"/>
                <a:gd name="csY77" fmla="*/ 0 h 1194142"/>
                <a:gd name="csX78" fmla="*/ 1740466 w 2077701"/>
                <a:gd name="csY78" fmla="*/ 10092 h 1194142"/>
                <a:gd name="csX79" fmla="*/ 1770201 w 2077701"/>
                <a:gd name="csY79" fmla="*/ 22555 h 1194142"/>
                <a:gd name="csX80" fmla="*/ 1791129 w 2077701"/>
                <a:gd name="csY80" fmla="*/ 56725 h 1194142"/>
                <a:gd name="csX81" fmla="*/ 1803829 w 2077701"/>
                <a:gd name="csY81" fmla="*/ 71288 h 1194142"/>
                <a:gd name="csX82" fmla="*/ 1815614 w 2077701"/>
                <a:gd name="csY82" fmla="*/ 92081 h 1194142"/>
                <a:gd name="csX83" fmla="*/ 1828145 w 2077701"/>
                <a:gd name="csY83" fmla="*/ 125270 h 1194142"/>
                <a:gd name="csX84" fmla="*/ 1887105 w 2077701"/>
                <a:gd name="csY84" fmla="*/ 136073 h 1194142"/>
                <a:gd name="csX85" fmla="*/ 1927202 w 2077701"/>
                <a:gd name="csY85" fmla="*/ 160151 h 1194142"/>
                <a:gd name="csX86" fmla="*/ 1940918 w 2077701"/>
                <a:gd name="csY86" fmla="*/ 191985 h 1194142"/>
                <a:gd name="csX87" fmla="*/ 1992393 w 2077701"/>
                <a:gd name="csY87" fmla="*/ 192019 h 1194142"/>
                <a:gd name="csX88" fmla="*/ 2021755 w 2077701"/>
                <a:gd name="csY88" fmla="*/ 178676 h 1194142"/>
                <a:gd name="csX89" fmla="*/ 2077702 w 2077701"/>
                <a:gd name="csY89" fmla="*/ 168686 h 1194142"/>
                <a:gd name="csX90" fmla="*/ 2059923 w 2077701"/>
                <a:gd name="csY90" fmla="*/ 199165 h 1194142"/>
                <a:gd name="csX91" fmla="*/ 2046748 w 2077701"/>
                <a:gd name="csY91" fmla="*/ 211560 h 1194142"/>
                <a:gd name="csX92" fmla="*/ 2035166 w 2077701"/>
                <a:gd name="csY92" fmla="*/ 248643 h 1194142"/>
                <a:gd name="csX93" fmla="*/ 2012374 w 2077701"/>
                <a:gd name="csY93" fmla="*/ 281594 h 1194142"/>
                <a:gd name="csX94" fmla="*/ 1971261 w 2077701"/>
                <a:gd name="csY94" fmla="*/ 275600 h 1194142"/>
                <a:gd name="csX95" fmla="*/ 1942204 w 2077701"/>
                <a:gd name="csY95" fmla="*/ 287555 h 1194142"/>
                <a:gd name="csX96" fmla="*/ 1951145 w 2077701"/>
                <a:gd name="csY96" fmla="*/ 316544 h 1194142"/>
                <a:gd name="csX97" fmla="*/ 1946268 w 2077701"/>
                <a:gd name="csY97" fmla="*/ 356573 h 1194142"/>
                <a:gd name="csX98" fmla="*/ 1928963 w 2077701"/>
                <a:gd name="csY98" fmla="*/ 357488 h 1194142"/>
                <a:gd name="csX99" fmla="*/ 1929167 w 2077701"/>
                <a:gd name="csY99" fmla="*/ 374691 h 1194142"/>
                <a:gd name="csX100" fmla="*/ 1907289 w 2077701"/>
                <a:gd name="csY100" fmla="*/ 354711 h 1194142"/>
                <a:gd name="csX101" fmla="*/ 1893844 w 2077701"/>
                <a:gd name="csY101" fmla="*/ 373676 h 1194142"/>
                <a:gd name="csX102" fmla="*/ 1841522 w 2077701"/>
                <a:gd name="csY102" fmla="*/ 388272 h 1194142"/>
                <a:gd name="csX103" fmla="*/ 1846805 w 2077701"/>
                <a:gd name="csY103" fmla="*/ 406119 h 1194142"/>
                <a:gd name="csX104" fmla="*/ 1817544 w 2077701"/>
                <a:gd name="csY104" fmla="*/ 404900 h 1194142"/>
                <a:gd name="csX105" fmla="*/ 1801458 w 2077701"/>
                <a:gd name="csY105" fmla="*/ 394266 h 1194142"/>
                <a:gd name="csX106" fmla="*/ 1778193 w 2077701"/>
                <a:gd name="csY106" fmla="*/ 418311 h 1194142"/>
                <a:gd name="csX107" fmla="*/ 1740872 w 2077701"/>
                <a:gd name="csY107" fmla="*/ 436497 h 1194142"/>
                <a:gd name="csX108" fmla="*/ 1713305 w 2077701"/>
                <a:gd name="csY108" fmla="*/ 458238 h 1194142"/>
                <a:gd name="csX109" fmla="*/ 1665962 w 2077701"/>
                <a:gd name="csY109" fmla="*/ 468060 h 1194142"/>
                <a:gd name="csX110" fmla="*/ 1641003 w 2077701"/>
                <a:gd name="csY110" fmla="*/ 483909 h 1194142"/>
                <a:gd name="csX111" fmla="*/ 1604562 w 2077701"/>
                <a:gd name="csY111" fmla="*/ 493154 h 1194142"/>
                <a:gd name="csX112" fmla="*/ 1622545 w 2077701"/>
                <a:gd name="csY112" fmla="*/ 477440 h 1194142"/>
                <a:gd name="csX113" fmla="*/ 1615468 w 2077701"/>
                <a:gd name="csY113" fmla="*/ 464267 h 1194142"/>
                <a:gd name="csX114" fmla="*/ 1642289 w 2077701"/>
                <a:gd name="csY114" fmla="*/ 441509 h 1194142"/>
                <a:gd name="csX115" fmla="*/ 1624374 w 2077701"/>
                <a:gd name="csY115" fmla="*/ 423763 h 1194142"/>
                <a:gd name="csX116" fmla="*/ 1594877 w 2077701"/>
                <a:gd name="csY116" fmla="*/ 435718 h 1194142"/>
                <a:gd name="csX117" fmla="*/ 1556643 w 2077701"/>
                <a:gd name="csY117" fmla="*/ 459254 h 1194142"/>
                <a:gd name="csX118" fmla="*/ 1535747 w 2077701"/>
                <a:gd name="csY118" fmla="*/ 481132 h 1194142"/>
                <a:gd name="csX119" fmla="*/ 1502559 w 2077701"/>
                <a:gd name="csY119" fmla="*/ 482757 h 1194142"/>
                <a:gd name="csX120" fmla="*/ 1485287 w 2077701"/>
                <a:gd name="csY120" fmla="*/ 498539 h 1194142"/>
                <a:gd name="csX121" fmla="*/ 1503134 w 2077701"/>
                <a:gd name="csY121" fmla="*/ 521466 h 1194142"/>
                <a:gd name="csX122" fmla="*/ 1530836 w 2077701"/>
                <a:gd name="csY122" fmla="*/ 527020 h 1194142"/>
                <a:gd name="csX123" fmla="*/ 1531988 w 2077701"/>
                <a:gd name="csY123" fmla="*/ 542226 h 1194142"/>
                <a:gd name="csX124" fmla="*/ 1558776 w 2077701"/>
                <a:gd name="csY124" fmla="*/ 552115 h 1194142"/>
                <a:gd name="csX125" fmla="*/ 1596706 w 2077701"/>
                <a:gd name="csY125" fmla="*/ 527934 h 1194142"/>
                <a:gd name="csX126" fmla="*/ 1626778 w 2077701"/>
                <a:gd name="csY126" fmla="*/ 541108 h 1194142"/>
                <a:gd name="csX127" fmla="*/ 1648690 w 2077701"/>
                <a:gd name="csY127" fmla="*/ 542023 h 1194142"/>
                <a:gd name="csX128" fmla="*/ 1654176 w 2077701"/>
                <a:gd name="csY128" fmla="*/ 559734 h 1194142"/>
                <a:gd name="csX129" fmla="*/ 1606222 w 2077701"/>
                <a:gd name="csY129" fmla="*/ 569217 h 1194142"/>
                <a:gd name="csX130" fmla="*/ 1590406 w 2077701"/>
                <a:gd name="csY130" fmla="*/ 587504 h 1194142"/>
                <a:gd name="csX131" fmla="*/ 1557489 w 2077701"/>
                <a:gd name="csY131" fmla="*/ 604471 h 1194142"/>
                <a:gd name="csX132" fmla="*/ 1540082 w 2077701"/>
                <a:gd name="csY132" fmla="*/ 628177 h 1194142"/>
                <a:gd name="csX133" fmla="*/ 1576555 w 2077701"/>
                <a:gd name="csY133" fmla="*/ 646803 h 1194142"/>
                <a:gd name="csX134" fmla="*/ 1589831 w 2077701"/>
                <a:gd name="csY134" fmla="*/ 680093 h 1194142"/>
                <a:gd name="csX135" fmla="*/ 1610455 w 2077701"/>
                <a:gd name="csY135" fmla="*/ 711148 h 1194142"/>
                <a:gd name="csX136" fmla="*/ 1633450 w 2077701"/>
                <a:gd name="csY136" fmla="*/ 737157 h 1194142"/>
                <a:gd name="csX137" fmla="*/ 1632908 w 2077701"/>
                <a:gd name="csY137" fmla="*/ 762320 h 1194142"/>
                <a:gd name="csX138" fmla="*/ 1611641 w 2077701"/>
                <a:gd name="csY138" fmla="*/ 771565 h 1194142"/>
                <a:gd name="csX139" fmla="*/ 1619768 w 2077701"/>
                <a:gd name="csY139" fmla="*/ 789615 h 1194142"/>
                <a:gd name="csX140" fmla="*/ 1639682 w 2077701"/>
                <a:gd name="csY140" fmla="*/ 800114 h 1194142"/>
                <a:gd name="csX141" fmla="*/ 1634466 w 2077701"/>
                <a:gd name="csY141" fmla="*/ 827715 h 1194142"/>
                <a:gd name="csX142" fmla="*/ 1625864 w 2077701"/>
                <a:gd name="csY142" fmla="*/ 854536 h 1194142"/>
                <a:gd name="csX143" fmla="*/ 1606967 w 2077701"/>
                <a:gd name="csY143" fmla="*/ 857584 h 1194142"/>
                <a:gd name="csX144" fmla="*/ 1582211 w 2077701"/>
                <a:gd name="csY144" fmla="*/ 894261 h 1194142"/>
                <a:gd name="csX145" fmla="*/ 1554779 w 2077701"/>
                <a:gd name="csY145" fmla="*/ 938693 h 1194142"/>
                <a:gd name="csX146" fmla="*/ 1523353 w 2077701"/>
                <a:gd name="csY146" fmla="*/ 979129 h 1194142"/>
                <a:gd name="csX147" fmla="*/ 1476787 w 2077701"/>
                <a:gd name="csY147" fmla="*/ 1010353 h 1194142"/>
                <a:gd name="csX148" fmla="*/ 1429679 w 2077701"/>
                <a:gd name="csY148" fmla="*/ 1038868 h 1194142"/>
                <a:gd name="csX149" fmla="*/ 1391513 w 2077701"/>
                <a:gd name="csY149" fmla="*/ 1042763 h 1194142"/>
                <a:gd name="csX150" fmla="*/ 1370821 w 2077701"/>
                <a:gd name="csY150" fmla="*/ 1057799 h 1194142"/>
                <a:gd name="csX151" fmla="*/ 1359103 w 2077701"/>
                <a:gd name="csY151" fmla="*/ 1046827 h 1194142"/>
                <a:gd name="csX152" fmla="*/ 1339935 w 2077701"/>
                <a:gd name="csY152" fmla="*/ 1063658 h 1194142"/>
                <a:gd name="csX153" fmla="*/ 1292624 w 2077701"/>
                <a:gd name="csY153" fmla="*/ 1080624 h 1194142"/>
                <a:gd name="csX154" fmla="*/ 1256761 w 2077701"/>
                <a:gd name="csY154" fmla="*/ 1085806 h 1194142"/>
                <a:gd name="csX155" fmla="*/ 1245212 w 2077701"/>
                <a:gd name="csY155" fmla="*/ 1121568 h 1194142"/>
                <a:gd name="csX156" fmla="*/ 1226451 w 2077701"/>
                <a:gd name="csY156" fmla="*/ 1123567 h 1194142"/>
                <a:gd name="csX157" fmla="*/ 1217577 w 2077701"/>
                <a:gd name="csY157" fmla="*/ 1098980 h 1194142"/>
                <a:gd name="csX158" fmla="*/ 1225571 w 2077701"/>
                <a:gd name="csY158" fmla="*/ 1085874 h 1194142"/>
                <a:gd name="csX159" fmla="*/ 1180156 w 2077701"/>
                <a:gd name="csY159" fmla="*/ 1075037 h 1194142"/>
                <a:gd name="csX160" fmla="*/ 1164137 w 2077701"/>
                <a:gd name="csY160" fmla="*/ 1080557 h 1194142"/>
                <a:gd name="csX161" fmla="*/ 1130035 w 2077701"/>
                <a:gd name="csY161" fmla="*/ 1071752 h 1194142"/>
                <a:gd name="csX162" fmla="*/ 1113914 w 2077701"/>
                <a:gd name="csY162" fmla="*/ 1058002 h 1194142"/>
                <a:gd name="csX163" fmla="*/ 1119265 w 2077701"/>
                <a:gd name="csY163" fmla="*/ 1038496 h 1194142"/>
                <a:gd name="csX164" fmla="*/ 1088312 w 2077701"/>
                <a:gd name="csY164" fmla="*/ 1032298 h 1194142"/>
                <a:gd name="csX165" fmla="*/ 1071989 w 2077701"/>
                <a:gd name="csY165" fmla="*/ 1019598 h 1194142"/>
                <a:gd name="csX166" fmla="*/ 1043135 w 2077701"/>
                <a:gd name="csY166" fmla="*/ 1037649 h 1194142"/>
                <a:gd name="csX167" fmla="*/ 1010217 w 2077701"/>
                <a:gd name="csY167" fmla="*/ 1041543 h 1194142"/>
                <a:gd name="csX168" fmla="*/ 983192 w 2077701"/>
                <a:gd name="csY168" fmla="*/ 1041374 h 1194142"/>
                <a:gd name="csX169" fmla="*/ 965007 w 2077701"/>
                <a:gd name="csY169" fmla="*/ 1049637 h 1194142"/>
                <a:gd name="csX170" fmla="*/ 947464 w 2077701"/>
                <a:gd name="csY170" fmla="*/ 1054616 h 1194142"/>
                <a:gd name="csX171" fmla="*/ 952578 w 2077701"/>
                <a:gd name="csY171" fmla="*/ 1093358 h 1194142"/>
                <a:gd name="csX172" fmla="*/ 934527 w 2077701"/>
                <a:gd name="csY172" fmla="*/ 1092410 h 1194142"/>
                <a:gd name="csX173" fmla="*/ 931479 w 2077701"/>
                <a:gd name="csY173" fmla="*/ 1084452 h 1194142"/>
                <a:gd name="csX174" fmla="*/ 930463 w 2077701"/>
                <a:gd name="csY174" fmla="*/ 1070465 h 1194142"/>
                <a:gd name="csX175" fmla="*/ 905639 w 2077701"/>
                <a:gd name="csY175" fmla="*/ 1080320 h 1194142"/>
                <a:gd name="csX176" fmla="*/ 890942 w 2077701"/>
                <a:gd name="csY176" fmla="*/ 1074089 h 1194142"/>
                <a:gd name="csX177" fmla="*/ 865813 w 2077701"/>
                <a:gd name="csY177" fmla="*/ 1061389 h 1194142"/>
                <a:gd name="csX178" fmla="*/ 875669 w 2077701"/>
                <a:gd name="csY178" fmla="*/ 1033246 h 1194142"/>
                <a:gd name="csX179" fmla="*/ 854231 w 2077701"/>
                <a:gd name="csY179" fmla="*/ 1026676 h 1194142"/>
                <a:gd name="csX180" fmla="*/ 846138 w 2077701"/>
                <a:gd name="csY180" fmla="*/ 995520 h 1194142"/>
                <a:gd name="csX181" fmla="*/ 810409 w 2077701"/>
                <a:gd name="csY181" fmla="*/ 1001141 h 1194142"/>
                <a:gd name="csX182" fmla="*/ 814473 w 2077701"/>
                <a:gd name="csY182" fmla="*/ 960943 h 1194142"/>
                <a:gd name="csX183" fmla="*/ 846544 w 2077701"/>
                <a:gd name="csY183" fmla="*/ 932665 h 1194142"/>
                <a:gd name="csX184" fmla="*/ 847899 w 2077701"/>
                <a:gd name="csY184" fmla="*/ 904725 h 1194142"/>
                <a:gd name="csX185" fmla="*/ 846917 w 2077701"/>
                <a:gd name="csY185" fmla="*/ 878818 h 1194142"/>
                <a:gd name="csX186" fmla="*/ 832117 w 2077701"/>
                <a:gd name="csY186" fmla="*/ 870758 h 1194142"/>
                <a:gd name="csX187" fmla="*/ 820805 w 2077701"/>
                <a:gd name="csY187" fmla="*/ 850811 h 1194142"/>
                <a:gd name="csX188" fmla="*/ 800994 w 2077701"/>
                <a:gd name="csY188" fmla="*/ 853317 h 1194142"/>
                <a:gd name="csX189" fmla="*/ 764487 w 2077701"/>
                <a:gd name="csY189" fmla="*/ 848271 h 1194142"/>
                <a:gd name="csX190" fmla="*/ 775934 w 2077701"/>
                <a:gd name="csY190" fmla="*/ 834047 h 1194142"/>
                <a:gd name="csX191" fmla="*/ 760051 w 2077701"/>
                <a:gd name="csY191" fmla="*/ 812983 h 1194142"/>
                <a:gd name="csX192" fmla="*/ 735904 w 2077701"/>
                <a:gd name="csY192" fmla="*/ 827240 h 1194142"/>
                <a:gd name="csX193" fmla="*/ 707491 w 2077701"/>
                <a:gd name="csY193" fmla="*/ 818943 h 1194142"/>
                <a:gd name="csX194" fmla="*/ 668443 w 2077701"/>
                <a:gd name="csY194" fmla="*/ 840482 h 1194142"/>
                <a:gd name="csX195" fmla="*/ 637625 w 2077701"/>
                <a:gd name="csY195" fmla="*/ 865678 h 1194142"/>
                <a:gd name="csX196" fmla="*/ 610329 w 2077701"/>
                <a:gd name="csY196" fmla="*/ 869911 h 1194142"/>
                <a:gd name="csX197" fmla="*/ 595497 w 2077701"/>
                <a:gd name="csY197" fmla="*/ 860801 h 1194142"/>
                <a:gd name="csX198" fmla="*/ 577615 w 2077701"/>
                <a:gd name="csY198" fmla="*/ 859989 h 1194142"/>
                <a:gd name="csX199" fmla="*/ 553401 w 2077701"/>
                <a:gd name="csY199" fmla="*/ 852166 h 1194142"/>
                <a:gd name="csX200" fmla="*/ 535114 w 2077701"/>
                <a:gd name="csY200" fmla="*/ 860734 h 1194142"/>
                <a:gd name="csX201" fmla="*/ 512694 w 2077701"/>
                <a:gd name="csY201" fmla="*/ 885930 h 1194142"/>
                <a:gd name="csX202" fmla="*/ 509850 w 2077701"/>
                <a:gd name="csY202" fmla="*/ 859244 h 1194142"/>
                <a:gd name="csX203" fmla="*/ 489192 w 2077701"/>
                <a:gd name="csY203" fmla="*/ 866356 h 1194142"/>
                <a:gd name="csX204" fmla="*/ 449738 w 2077701"/>
                <a:gd name="csY204" fmla="*/ 863071 h 1194142"/>
                <a:gd name="csX205" fmla="*/ 411402 w 2077701"/>
                <a:gd name="csY205" fmla="*/ 855281 h 1194142"/>
                <a:gd name="csX206" fmla="*/ 383936 w 2077701"/>
                <a:gd name="csY206" fmla="*/ 840414 h 1194142"/>
                <a:gd name="csX207" fmla="*/ 357622 w 2077701"/>
                <a:gd name="csY207" fmla="*/ 833743 h 1194142"/>
                <a:gd name="csX208" fmla="*/ 346244 w 2077701"/>
                <a:gd name="csY208" fmla="*/ 817487 h 1194142"/>
                <a:gd name="csX209" fmla="*/ 327212 w 2077701"/>
                <a:gd name="csY209" fmla="*/ 812610 h 1194142"/>
                <a:gd name="csX210" fmla="*/ 293041 w 2077701"/>
                <a:gd name="csY210" fmla="*/ 790564 h 1194142"/>
                <a:gd name="csX211" fmla="*/ 265880 w 2077701"/>
                <a:gd name="csY211" fmla="*/ 780133 h 1194142"/>
                <a:gd name="csX212" fmla="*/ 251826 w 2077701"/>
                <a:gd name="csY212" fmla="*/ 788261 h 1194142"/>
                <a:gd name="csX213" fmla="*/ 204753 w 2077701"/>
                <a:gd name="csY213" fmla="*/ 764555 h 1194142"/>
                <a:gd name="csX214" fmla="*/ 171497 w 2077701"/>
                <a:gd name="csY214" fmla="*/ 743118 h 1194142"/>
                <a:gd name="csX215" fmla="*/ 161980 w 2077701"/>
                <a:gd name="csY215" fmla="*/ 705798 h 1194142"/>
                <a:gd name="csX216" fmla="*/ 186296 w 2077701"/>
                <a:gd name="csY216" fmla="*/ 710336 h 1194142"/>
                <a:gd name="csX217" fmla="*/ 187414 w 2077701"/>
                <a:gd name="csY217" fmla="*/ 693064 h 1194142"/>
                <a:gd name="csX218" fmla="*/ 173935 w 2077701"/>
                <a:gd name="csY218" fmla="*/ 675725 h 1194142"/>
                <a:gd name="csX219" fmla="*/ 177355 w 2077701"/>
                <a:gd name="csY219" fmla="*/ 648090 h 1194142"/>
                <a:gd name="csX220" fmla="*/ 140950 w 2077701"/>
                <a:gd name="csY220" fmla="*/ 608400 h 1194142"/>
                <a:gd name="csX221" fmla="*/ 85274 w 2077701"/>
                <a:gd name="csY221" fmla="*/ 594718 h 1194142"/>
                <a:gd name="csX222" fmla="*/ 75250 w 2077701"/>
                <a:gd name="csY222" fmla="*/ 568675 h 1194142"/>
                <a:gd name="csX223" fmla="*/ 50223 w 2077701"/>
                <a:gd name="csY223" fmla="*/ 552893 h 1194142"/>
                <a:gd name="csX224" fmla="*/ 44195 w 2077701"/>
                <a:gd name="csY224" fmla="*/ 543174 h 1194142"/>
                <a:gd name="csX225" fmla="*/ 39115 w 2077701"/>
                <a:gd name="csY225" fmla="*/ 523870 h 1194142"/>
                <a:gd name="csX226" fmla="*/ 40300 w 2077701"/>
                <a:gd name="csY226" fmla="*/ 510697 h 1194142"/>
                <a:gd name="csX227" fmla="*/ 19744 w 2077701"/>
                <a:gd name="csY227" fmla="*/ 502975 h 1194142"/>
                <a:gd name="csX228" fmla="*/ 8602 w 2077701"/>
                <a:gd name="csY228" fmla="*/ 506396 h 1194142"/>
                <a:gd name="csX229" fmla="*/ 0 w 2077701"/>
                <a:gd name="csY229" fmla="*/ 475070 h 1194142"/>
                <a:gd name="csX230" fmla="*/ 9652 w 2077701"/>
                <a:gd name="csY230" fmla="*/ 467314 h 1194142"/>
                <a:gd name="csX231" fmla="*/ 4978 w 2077701"/>
                <a:gd name="csY231" fmla="*/ 459390 h 1194142"/>
                <a:gd name="csX232" fmla="*/ 37320 w 2077701"/>
                <a:gd name="csY232" fmla="*/ 443405 h 1194142"/>
                <a:gd name="csX233" fmla="*/ 60721 w 2077701"/>
                <a:gd name="csY233" fmla="*/ 436768 h 1194142"/>
                <a:gd name="csX234" fmla="*/ 96551 w 2077701"/>
                <a:gd name="csY234" fmla="*/ 441305 h 1194142"/>
                <a:gd name="csX235" fmla="*/ 109352 w 2077701"/>
                <a:gd name="csY235" fmla="*/ 419699 h 1194142"/>
                <a:gd name="csX236" fmla="*/ 152803 w 2077701"/>
                <a:gd name="csY236" fmla="*/ 415669 h 1194142"/>
                <a:gd name="csX237" fmla="*/ 164893 w 2077701"/>
                <a:gd name="csY237" fmla="*/ 402224 h 1194142"/>
                <a:gd name="csX238" fmla="*/ 218231 w 2077701"/>
                <a:gd name="csY238" fmla="*/ 383869 h 1194142"/>
                <a:gd name="csX239" fmla="*/ 223007 w 2077701"/>
                <a:gd name="csY239" fmla="*/ 376215 h 1194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</a:cxnLst>
              <a:rect l="l" t="t" r="r" b="b"/>
              <a:pathLst>
                <a:path w="2077701" h="1194142">
                  <a:moveTo>
                    <a:pt x="1212397" y="1194143"/>
                  </a:moveTo>
                  <a:lnTo>
                    <a:pt x="1184626" y="1183644"/>
                  </a:lnTo>
                  <a:lnTo>
                    <a:pt x="1183644" y="1154520"/>
                  </a:lnTo>
                  <a:lnTo>
                    <a:pt x="1200340" y="1139179"/>
                  </a:lnTo>
                  <a:lnTo>
                    <a:pt x="1237356" y="1129696"/>
                  </a:lnTo>
                  <a:lnTo>
                    <a:pt x="1256828" y="1130475"/>
                  </a:lnTo>
                  <a:lnTo>
                    <a:pt x="1264381" y="1143412"/>
                  </a:lnTo>
                  <a:lnTo>
                    <a:pt x="1249514" y="1158313"/>
                  </a:lnTo>
                  <a:lnTo>
                    <a:pt x="1241656" y="1177887"/>
                  </a:lnTo>
                  <a:lnTo>
                    <a:pt x="1212397" y="1194143"/>
                  </a:lnTo>
                  <a:close/>
                  <a:moveTo>
                    <a:pt x="223007" y="376215"/>
                  </a:moveTo>
                  <a:lnTo>
                    <a:pt x="220297" y="356912"/>
                  </a:lnTo>
                  <a:lnTo>
                    <a:pt x="243529" y="348107"/>
                  </a:lnTo>
                  <a:lnTo>
                    <a:pt x="213050" y="289248"/>
                  </a:lnTo>
                  <a:lnTo>
                    <a:pt x="280138" y="275735"/>
                  </a:lnTo>
                  <a:lnTo>
                    <a:pt x="297478" y="268183"/>
                  </a:lnTo>
                  <a:lnTo>
                    <a:pt x="321894" y="207564"/>
                  </a:lnTo>
                  <a:lnTo>
                    <a:pt x="389084" y="218705"/>
                  </a:lnTo>
                  <a:lnTo>
                    <a:pt x="407914" y="203398"/>
                  </a:lnTo>
                  <a:lnTo>
                    <a:pt x="409539" y="169431"/>
                  </a:lnTo>
                  <a:lnTo>
                    <a:pt x="437682" y="166281"/>
                  </a:lnTo>
                  <a:lnTo>
                    <a:pt x="463453" y="143727"/>
                  </a:lnTo>
                  <a:lnTo>
                    <a:pt x="476695" y="140950"/>
                  </a:lnTo>
                  <a:lnTo>
                    <a:pt x="485602" y="164588"/>
                  </a:lnTo>
                  <a:lnTo>
                    <a:pt x="514049" y="182537"/>
                  </a:lnTo>
                  <a:lnTo>
                    <a:pt x="562376" y="195236"/>
                  </a:lnTo>
                  <a:lnTo>
                    <a:pt x="585743" y="222532"/>
                  </a:lnTo>
                  <a:lnTo>
                    <a:pt x="572705" y="262088"/>
                  </a:lnTo>
                  <a:lnTo>
                    <a:pt x="584897" y="276785"/>
                  </a:lnTo>
                  <a:lnTo>
                    <a:pt x="625129" y="282576"/>
                  </a:lnTo>
                  <a:lnTo>
                    <a:pt x="670746" y="287318"/>
                  </a:lnTo>
                  <a:lnTo>
                    <a:pt x="711656" y="308416"/>
                  </a:lnTo>
                  <a:lnTo>
                    <a:pt x="732586" y="312175"/>
                  </a:lnTo>
                  <a:lnTo>
                    <a:pt x="747994" y="343399"/>
                  </a:lnTo>
                  <a:lnTo>
                    <a:pt x="767873" y="363482"/>
                  </a:lnTo>
                  <a:lnTo>
                    <a:pt x="805227" y="362703"/>
                  </a:lnTo>
                  <a:lnTo>
                    <a:pt x="875126" y="370289"/>
                  </a:lnTo>
                  <a:lnTo>
                    <a:pt x="920168" y="365582"/>
                  </a:lnTo>
                  <a:lnTo>
                    <a:pt x="953594" y="370628"/>
                  </a:lnTo>
                  <a:lnTo>
                    <a:pt x="1003682" y="391218"/>
                  </a:lnTo>
                  <a:lnTo>
                    <a:pt x="1044659" y="391184"/>
                  </a:lnTo>
                  <a:lnTo>
                    <a:pt x="1059661" y="401716"/>
                  </a:lnTo>
                  <a:lnTo>
                    <a:pt x="1099081" y="383530"/>
                  </a:lnTo>
                  <a:lnTo>
                    <a:pt x="1153808" y="371745"/>
                  </a:lnTo>
                  <a:lnTo>
                    <a:pt x="1204573" y="370492"/>
                  </a:lnTo>
                  <a:lnTo>
                    <a:pt x="1244128" y="358571"/>
                  </a:lnTo>
                  <a:lnTo>
                    <a:pt x="1268444" y="340419"/>
                  </a:lnTo>
                  <a:lnTo>
                    <a:pt x="1292150" y="329040"/>
                  </a:lnTo>
                  <a:lnTo>
                    <a:pt x="1286664" y="317865"/>
                  </a:lnTo>
                  <a:lnTo>
                    <a:pt x="1275827" y="304860"/>
                  </a:lnTo>
                  <a:lnTo>
                    <a:pt x="1293606" y="283017"/>
                  </a:lnTo>
                  <a:lnTo>
                    <a:pt x="1312673" y="286065"/>
                  </a:lnTo>
                  <a:lnTo>
                    <a:pt x="1347487" y="292939"/>
                  </a:lnTo>
                  <a:lnTo>
                    <a:pt x="1381217" y="274957"/>
                  </a:lnTo>
                  <a:lnTo>
                    <a:pt x="1432862" y="261850"/>
                  </a:lnTo>
                  <a:lnTo>
                    <a:pt x="1457686" y="239465"/>
                  </a:lnTo>
                  <a:lnTo>
                    <a:pt x="1481528" y="229813"/>
                  </a:lnTo>
                  <a:lnTo>
                    <a:pt x="1530701" y="225343"/>
                  </a:lnTo>
                  <a:lnTo>
                    <a:pt x="1557421" y="229136"/>
                  </a:lnTo>
                  <a:lnTo>
                    <a:pt x="1561147" y="217114"/>
                  </a:lnTo>
                  <a:lnTo>
                    <a:pt x="1530464" y="193442"/>
                  </a:lnTo>
                  <a:lnTo>
                    <a:pt x="1503270" y="182604"/>
                  </a:lnTo>
                  <a:lnTo>
                    <a:pt x="1477261" y="195101"/>
                  </a:lnTo>
                  <a:lnTo>
                    <a:pt x="1443835" y="189852"/>
                  </a:lnTo>
                  <a:lnTo>
                    <a:pt x="1424668" y="194119"/>
                  </a:lnTo>
                  <a:lnTo>
                    <a:pt x="1415929" y="180302"/>
                  </a:lnTo>
                  <a:lnTo>
                    <a:pt x="1439873" y="146436"/>
                  </a:lnTo>
                  <a:lnTo>
                    <a:pt x="1456365" y="120901"/>
                  </a:lnTo>
                  <a:lnTo>
                    <a:pt x="1497005" y="133702"/>
                  </a:lnTo>
                  <a:lnTo>
                    <a:pt x="1544721" y="112299"/>
                  </a:lnTo>
                  <a:lnTo>
                    <a:pt x="1544417" y="97398"/>
                  </a:lnTo>
                  <a:lnTo>
                    <a:pt x="1574998" y="61466"/>
                  </a:lnTo>
                  <a:lnTo>
                    <a:pt x="1593827" y="50629"/>
                  </a:lnTo>
                  <a:lnTo>
                    <a:pt x="1593421" y="31935"/>
                  </a:lnTo>
                  <a:lnTo>
                    <a:pt x="1574828" y="23875"/>
                  </a:lnTo>
                  <a:lnTo>
                    <a:pt x="1602801" y="7044"/>
                  </a:lnTo>
                  <a:lnTo>
                    <a:pt x="1644897" y="914"/>
                  </a:lnTo>
                  <a:lnTo>
                    <a:pt x="1689769" y="0"/>
                  </a:lnTo>
                  <a:lnTo>
                    <a:pt x="1740466" y="10092"/>
                  </a:lnTo>
                  <a:lnTo>
                    <a:pt x="1770201" y="22555"/>
                  </a:lnTo>
                  <a:lnTo>
                    <a:pt x="1791129" y="56725"/>
                  </a:lnTo>
                  <a:lnTo>
                    <a:pt x="1803829" y="71288"/>
                  </a:lnTo>
                  <a:lnTo>
                    <a:pt x="1815614" y="92081"/>
                  </a:lnTo>
                  <a:lnTo>
                    <a:pt x="1828145" y="125270"/>
                  </a:lnTo>
                  <a:lnTo>
                    <a:pt x="1887105" y="136073"/>
                  </a:lnTo>
                  <a:lnTo>
                    <a:pt x="1927202" y="160151"/>
                  </a:lnTo>
                  <a:lnTo>
                    <a:pt x="1940918" y="191985"/>
                  </a:lnTo>
                  <a:lnTo>
                    <a:pt x="1992393" y="192019"/>
                  </a:lnTo>
                  <a:lnTo>
                    <a:pt x="2021755" y="178676"/>
                  </a:lnTo>
                  <a:lnTo>
                    <a:pt x="2077702" y="168686"/>
                  </a:lnTo>
                  <a:lnTo>
                    <a:pt x="2059923" y="199165"/>
                  </a:lnTo>
                  <a:lnTo>
                    <a:pt x="2046748" y="211560"/>
                  </a:lnTo>
                  <a:lnTo>
                    <a:pt x="2035166" y="248643"/>
                  </a:lnTo>
                  <a:lnTo>
                    <a:pt x="2012374" y="281594"/>
                  </a:lnTo>
                  <a:lnTo>
                    <a:pt x="1971261" y="275600"/>
                  </a:lnTo>
                  <a:lnTo>
                    <a:pt x="1942204" y="287555"/>
                  </a:lnTo>
                  <a:lnTo>
                    <a:pt x="1951145" y="316544"/>
                  </a:lnTo>
                  <a:lnTo>
                    <a:pt x="1946268" y="356573"/>
                  </a:lnTo>
                  <a:lnTo>
                    <a:pt x="1928963" y="357488"/>
                  </a:lnTo>
                  <a:lnTo>
                    <a:pt x="1929167" y="374691"/>
                  </a:lnTo>
                  <a:lnTo>
                    <a:pt x="1907289" y="354711"/>
                  </a:lnTo>
                  <a:lnTo>
                    <a:pt x="1893844" y="373676"/>
                  </a:lnTo>
                  <a:lnTo>
                    <a:pt x="1841522" y="388272"/>
                  </a:lnTo>
                  <a:lnTo>
                    <a:pt x="1846805" y="406119"/>
                  </a:lnTo>
                  <a:lnTo>
                    <a:pt x="1817544" y="404900"/>
                  </a:lnTo>
                  <a:lnTo>
                    <a:pt x="1801458" y="394266"/>
                  </a:lnTo>
                  <a:lnTo>
                    <a:pt x="1778193" y="418311"/>
                  </a:lnTo>
                  <a:lnTo>
                    <a:pt x="1740872" y="436497"/>
                  </a:lnTo>
                  <a:lnTo>
                    <a:pt x="1713305" y="458238"/>
                  </a:lnTo>
                  <a:lnTo>
                    <a:pt x="1665962" y="468060"/>
                  </a:lnTo>
                  <a:lnTo>
                    <a:pt x="1641003" y="483909"/>
                  </a:lnTo>
                  <a:lnTo>
                    <a:pt x="1604562" y="493154"/>
                  </a:lnTo>
                  <a:lnTo>
                    <a:pt x="1622545" y="477440"/>
                  </a:lnTo>
                  <a:lnTo>
                    <a:pt x="1615468" y="464267"/>
                  </a:lnTo>
                  <a:lnTo>
                    <a:pt x="1642289" y="441509"/>
                  </a:lnTo>
                  <a:lnTo>
                    <a:pt x="1624374" y="423763"/>
                  </a:lnTo>
                  <a:lnTo>
                    <a:pt x="1594877" y="435718"/>
                  </a:lnTo>
                  <a:lnTo>
                    <a:pt x="1556643" y="459254"/>
                  </a:lnTo>
                  <a:lnTo>
                    <a:pt x="1535747" y="481132"/>
                  </a:lnTo>
                  <a:lnTo>
                    <a:pt x="1502559" y="482757"/>
                  </a:lnTo>
                  <a:lnTo>
                    <a:pt x="1485287" y="498539"/>
                  </a:lnTo>
                  <a:lnTo>
                    <a:pt x="1503134" y="521466"/>
                  </a:lnTo>
                  <a:lnTo>
                    <a:pt x="1530836" y="527020"/>
                  </a:lnTo>
                  <a:lnTo>
                    <a:pt x="1531988" y="542226"/>
                  </a:lnTo>
                  <a:lnTo>
                    <a:pt x="1558776" y="552115"/>
                  </a:lnTo>
                  <a:lnTo>
                    <a:pt x="1596706" y="527934"/>
                  </a:lnTo>
                  <a:lnTo>
                    <a:pt x="1626778" y="541108"/>
                  </a:lnTo>
                  <a:lnTo>
                    <a:pt x="1648690" y="542023"/>
                  </a:lnTo>
                  <a:lnTo>
                    <a:pt x="1654176" y="559734"/>
                  </a:lnTo>
                  <a:lnTo>
                    <a:pt x="1606222" y="569217"/>
                  </a:lnTo>
                  <a:lnTo>
                    <a:pt x="1590406" y="587504"/>
                  </a:lnTo>
                  <a:lnTo>
                    <a:pt x="1557489" y="604471"/>
                  </a:lnTo>
                  <a:lnTo>
                    <a:pt x="1540082" y="628177"/>
                  </a:lnTo>
                  <a:lnTo>
                    <a:pt x="1576555" y="646803"/>
                  </a:lnTo>
                  <a:lnTo>
                    <a:pt x="1589831" y="680093"/>
                  </a:lnTo>
                  <a:lnTo>
                    <a:pt x="1610455" y="711148"/>
                  </a:lnTo>
                  <a:lnTo>
                    <a:pt x="1633450" y="737157"/>
                  </a:lnTo>
                  <a:lnTo>
                    <a:pt x="1632908" y="762320"/>
                  </a:lnTo>
                  <a:lnTo>
                    <a:pt x="1611641" y="771565"/>
                  </a:lnTo>
                  <a:lnTo>
                    <a:pt x="1619768" y="789615"/>
                  </a:lnTo>
                  <a:lnTo>
                    <a:pt x="1639682" y="800114"/>
                  </a:lnTo>
                  <a:lnTo>
                    <a:pt x="1634466" y="827715"/>
                  </a:lnTo>
                  <a:lnTo>
                    <a:pt x="1625864" y="854536"/>
                  </a:lnTo>
                  <a:lnTo>
                    <a:pt x="1606967" y="857584"/>
                  </a:lnTo>
                  <a:lnTo>
                    <a:pt x="1582211" y="894261"/>
                  </a:lnTo>
                  <a:lnTo>
                    <a:pt x="1554779" y="938693"/>
                  </a:lnTo>
                  <a:lnTo>
                    <a:pt x="1523353" y="979129"/>
                  </a:lnTo>
                  <a:lnTo>
                    <a:pt x="1476787" y="1010353"/>
                  </a:lnTo>
                  <a:lnTo>
                    <a:pt x="1429679" y="1038868"/>
                  </a:lnTo>
                  <a:lnTo>
                    <a:pt x="1391513" y="1042763"/>
                  </a:lnTo>
                  <a:lnTo>
                    <a:pt x="1370821" y="1057799"/>
                  </a:lnTo>
                  <a:lnTo>
                    <a:pt x="1359103" y="1046827"/>
                  </a:lnTo>
                  <a:lnTo>
                    <a:pt x="1339935" y="1063658"/>
                  </a:lnTo>
                  <a:lnTo>
                    <a:pt x="1292624" y="1080624"/>
                  </a:lnTo>
                  <a:lnTo>
                    <a:pt x="1256761" y="1085806"/>
                  </a:lnTo>
                  <a:lnTo>
                    <a:pt x="1245212" y="1121568"/>
                  </a:lnTo>
                  <a:lnTo>
                    <a:pt x="1226451" y="1123567"/>
                  </a:lnTo>
                  <a:lnTo>
                    <a:pt x="1217577" y="1098980"/>
                  </a:lnTo>
                  <a:lnTo>
                    <a:pt x="1225571" y="1085874"/>
                  </a:lnTo>
                  <a:lnTo>
                    <a:pt x="1180156" y="1075037"/>
                  </a:lnTo>
                  <a:lnTo>
                    <a:pt x="1164137" y="1080557"/>
                  </a:lnTo>
                  <a:lnTo>
                    <a:pt x="1130035" y="1071752"/>
                  </a:lnTo>
                  <a:lnTo>
                    <a:pt x="1113914" y="1058002"/>
                  </a:lnTo>
                  <a:lnTo>
                    <a:pt x="1119265" y="1038496"/>
                  </a:lnTo>
                  <a:lnTo>
                    <a:pt x="1088312" y="1032298"/>
                  </a:lnTo>
                  <a:lnTo>
                    <a:pt x="1071989" y="1019598"/>
                  </a:lnTo>
                  <a:lnTo>
                    <a:pt x="1043135" y="1037649"/>
                  </a:lnTo>
                  <a:lnTo>
                    <a:pt x="1010217" y="1041543"/>
                  </a:lnTo>
                  <a:lnTo>
                    <a:pt x="983192" y="1041374"/>
                  </a:lnTo>
                  <a:lnTo>
                    <a:pt x="965007" y="1049637"/>
                  </a:lnTo>
                  <a:lnTo>
                    <a:pt x="947464" y="1054616"/>
                  </a:lnTo>
                  <a:lnTo>
                    <a:pt x="952578" y="1093358"/>
                  </a:lnTo>
                  <a:lnTo>
                    <a:pt x="934527" y="1092410"/>
                  </a:lnTo>
                  <a:lnTo>
                    <a:pt x="931479" y="1084452"/>
                  </a:lnTo>
                  <a:lnTo>
                    <a:pt x="930463" y="1070465"/>
                  </a:lnTo>
                  <a:lnTo>
                    <a:pt x="905639" y="1080320"/>
                  </a:lnTo>
                  <a:lnTo>
                    <a:pt x="890942" y="1074089"/>
                  </a:lnTo>
                  <a:lnTo>
                    <a:pt x="865813" y="1061389"/>
                  </a:lnTo>
                  <a:lnTo>
                    <a:pt x="875669" y="1033246"/>
                  </a:lnTo>
                  <a:lnTo>
                    <a:pt x="854231" y="1026676"/>
                  </a:lnTo>
                  <a:lnTo>
                    <a:pt x="846138" y="995520"/>
                  </a:lnTo>
                  <a:lnTo>
                    <a:pt x="810409" y="1001141"/>
                  </a:lnTo>
                  <a:lnTo>
                    <a:pt x="814473" y="960943"/>
                  </a:lnTo>
                  <a:lnTo>
                    <a:pt x="846544" y="932665"/>
                  </a:lnTo>
                  <a:lnTo>
                    <a:pt x="847899" y="904725"/>
                  </a:lnTo>
                  <a:lnTo>
                    <a:pt x="846917" y="878818"/>
                  </a:lnTo>
                  <a:lnTo>
                    <a:pt x="832117" y="870758"/>
                  </a:lnTo>
                  <a:lnTo>
                    <a:pt x="820805" y="850811"/>
                  </a:lnTo>
                  <a:lnTo>
                    <a:pt x="800994" y="853317"/>
                  </a:lnTo>
                  <a:lnTo>
                    <a:pt x="764487" y="848271"/>
                  </a:lnTo>
                  <a:lnTo>
                    <a:pt x="775934" y="834047"/>
                  </a:lnTo>
                  <a:lnTo>
                    <a:pt x="760051" y="812983"/>
                  </a:lnTo>
                  <a:lnTo>
                    <a:pt x="735904" y="827240"/>
                  </a:lnTo>
                  <a:lnTo>
                    <a:pt x="707491" y="818943"/>
                  </a:lnTo>
                  <a:lnTo>
                    <a:pt x="668443" y="840482"/>
                  </a:lnTo>
                  <a:lnTo>
                    <a:pt x="637625" y="865678"/>
                  </a:lnTo>
                  <a:lnTo>
                    <a:pt x="610329" y="869911"/>
                  </a:lnTo>
                  <a:lnTo>
                    <a:pt x="595497" y="860801"/>
                  </a:lnTo>
                  <a:lnTo>
                    <a:pt x="577615" y="859989"/>
                  </a:lnTo>
                  <a:lnTo>
                    <a:pt x="553401" y="852166"/>
                  </a:lnTo>
                  <a:lnTo>
                    <a:pt x="535114" y="860734"/>
                  </a:lnTo>
                  <a:lnTo>
                    <a:pt x="512694" y="885930"/>
                  </a:lnTo>
                  <a:lnTo>
                    <a:pt x="509850" y="859244"/>
                  </a:lnTo>
                  <a:lnTo>
                    <a:pt x="489192" y="866356"/>
                  </a:lnTo>
                  <a:lnTo>
                    <a:pt x="449738" y="863071"/>
                  </a:lnTo>
                  <a:lnTo>
                    <a:pt x="411402" y="855281"/>
                  </a:lnTo>
                  <a:lnTo>
                    <a:pt x="383936" y="840414"/>
                  </a:lnTo>
                  <a:lnTo>
                    <a:pt x="357622" y="833743"/>
                  </a:lnTo>
                  <a:lnTo>
                    <a:pt x="346244" y="817487"/>
                  </a:lnTo>
                  <a:lnTo>
                    <a:pt x="327212" y="812610"/>
                  </a:lnTo>
                  <a:lnTo>
                    <a:pt x="293041" y="790564"/>
                  </a:lnTo>
                  <a:lnTo>
                    <a:pt x="265880" y="780133"/>
                  </a:lnTo>
                  <a:lnTo>
                    <a:pt x="251826" y="788261"/>
                  </a:lnTo>
                  <a:lnTo>
                    <a:pt x="204753" y="764555"/>
                  </a:lnTo>
                  <a:lnTo>
                    <a:pt x="171497" y="743118"/>
                  </a:lnTo>
                  <a:lnTo>
                    <a:pt x="161980" y="705798"/>
                  </a:lnTo>
                  <a:lnTo>
                    <a:pt x="186296" y="710336"/>
                  </a:lnTo>
                  <a:lnTo>
                    <a:pt x="187414" y="693064"/>
                  </a:lnTo>
                  <a:lnTo>
                    <a:pt x="173935" y="675725"/>
                  </a:lnTo>
                  <a:lnTo>
                    <a:pt x="177355" y="648090"/>
                  </a:lnTo>
                  <a:lnTo>
                    <a:pt x="140950" y="608400"/>
                  </a:lnTo>
                  <a:lnTo>
                    <a:pt x="85274" y="594718"/>
                  </a:lnTo>
                  <a:lnTo>
                    <a:pt x="75250" y="568675"/>
                  </a:lnTo>
                  <a:lnTo>
                    <a:pt x="50223" y="552893"/>
                  </a:lnTo>
                  <a:lnTo>
                    <a:pt x="44195" y="543174"/>
                  </a:lnTo>
                  <a:lnTo>
                    <a:pt x="39115" y="523870"/>
                  </a:lnTo>
                  <a:lnTo>
                    <a:pt x="40300" y="510697"/>
                  </a:lnTo>
                  <a:lnTo>
                    <a:pt x="19744" y="502975"/>
                  </a:lnTo>
                  <a:lnTo>
                    <a:pt x="8602" y="506396"/>
                  </a:lnTo>
                  <a:lnTo>
                    <a:pt x="0" y="475070"/>
                  </a:lnTo>
                  <a:lnTo>
                    <a:pt x="9652" y="467314"/>
                  </a:lnTo>
                  <a:lnTo>
                    <a:pt x="4978" y="459390"/>
                  </a:lnTo>
                  <a:lnTo>
                    <a:pt x="37320" y="443405"/>
                  </a:lnTo>
                  <a:lnTo>
                    <a:pt x="60721" y="436768"/>
                  </a:lnTo>
                  <a:lnTo>
                    <a:pt x="96551" y="441305"/>
                  </a:lnTo>
                  <a:lnTo>
                    <a:pt x="109352" y="419699"/>
                  </a:lnTo>
                  <a:lnTo>
                    <a:pt x="152803" y="415669"/>
                  </a:lnTo>
                  <a:lnTo>
                    <a:pt x="164893" y="402224"/>
                  </a:lnTo>
                  <a:lnTo>
                    <a:pt x="218231" y="383869"/>
                  </a:lnTo>
                  <a:lnTo>
                    <a:pt x="223007" y="37621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4" name="Forma libre: forma 143">
              <a:extLst>
                <a:ext uri="{FF2B5EF4-FFF2-40B4-BE49-F238E27FC236}">
                  <a16:creationId xmlns:a16="http://schemas.microsoft.com/office/drawing/2014/main" id="{679A600F-BBA7-DB83-0FAF-B469C1C236A2}"/>
                </a:ext>
              </a:extLst>
            </p:cNvPr>
            <p:cNvSpPr/>
            <p:nvPr/>
          </p:nvSpPr>
          <p:spPr>
            <a:xfrm>
              <a:off x="10163335" y="2572364"/>
              <a:ext cx="62482" cy="112569"/>
            </a:xfrm>
            <a:custGeom>
              <a:avLst/>
              <a:gdLst>
                <a:gd name="csX0" fmla="*/ 56625 w 62482"/>
                <a:gd name="csY0" fmla="*/ 30513 h 112569"/>
                <a:gd name="csX1" fmla="*/ 36237 w 62482"/>
                <a:gd name="csY1" fmla="*/ 84800 h 112569"/>
                <a:gd name="csX2" fmla="*/ 21709 w 62482"/>
                <a:gd name="csY2" fmla="*/ 112570 h 112569"/>
                <a:gd name="csX3" fmla="*/ 3861 w 62482"/>
                <a:gd name="csY3" fmla="*/ 83987 h 112569"/>
                <a:gd name="csX4" fmla="*/ 0 w 62482"/>
                <a:gd name="csY4" fmla="*/ 58893 h 112569"/>
                <a:gd name="csX5" fmla="*/ 19948 w 62482"/>
                <a:gd name="csY5" fmla="*/ 25636 h 112569"/>
                <a:gd name="csX6" fmla="*/ 47040 w 62482"/>
                <a:gd name="csY6" fmla="*/ 0 h 112569"/>
                <a:gd name="csX7" fmla="*/ 62482 w 62482"/>
                <a:gd name="csY7" fmla="*/ 10058 h 112569"/>
                <a:gd name="csX8" fmla="*/ 56625 w 62482"/>
                <a:gd name="csY8" fmla="*/ 30513 h 1125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2482" h="112569">
                  <a:moveTo>
                    <a:pt x="56625" y="30513"/>
                  </a:moveTo>
                  <a:lnTo>
                    <a:pt x="36237" y="84800"/>
                  </a:lnTo>
                  <a:lnTo>
                    <a:pt x="21709" y="112570"/>
                  </a:lnTo>
                  <a:lnTo>
                    <a:pt x="3861" y="83987"/>
                  </a:lnTo>
                  <a:lnTo>
                    <a:pt x="0" y="58893"/>
                  </a:lnTo>
                  <a:lnTo>
                    <a:pt x="19948" y="25636"/>
                  </a:lnTo>
                  <a:lnTo>
                    <a:pt x="47040" y="0"/>
                  </a:lnTo>
                  <a:lnTo>
                    <a:pt x="62482" y="10058"/>
                  </a:lnTo>
                  <a:lnTo>
                    <a:pt x="56625" y="3051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5" name="Forma libre: forma 144">
              <a:extLst>
                <a:ext uri="{FF2B5EF4-FFF2-40B4-BE49-F238E27FC236}">
                  <a16:creationId xmlns:a16="http://schemas.microsoft.com/office/drawing/2014/main" id="{FCA015DA-6B9D-5B04-B501-949CA4A70726}"/>
                </a:ext>
              </a:extLst>
            </p:cNvPr>
            <p:cNvSpPr/>
            <p:nvPr/>
          </p:nvSpPr>
          <p:spPr>
            <a:xfrm>
              <a:off x="6324441" y="1833411"/>
              <a:ext cx="397245" cy="355421"/>
            </a:xfrm>
            <a:custGeom>
              <a:avLst/>
              <a:gdLst>
                <a:gd name="csX0" fmla="*/ 125066 w 397245"/>
                <a:gd name="csY0" fmla="*/ 7484 h 355421"/>
                <a:gd name="csX1" fmla="*/ 145589 w 397245"/>
                <a:gd name="csY1" fmla="*/ 12327 h 355421"/>
                <a:gd name="csX2" fmla="*/ 149517 w 397245"/>
                <a:gd name="csY2" fmla="*/ 5859 h 355421"/>
                <a:gd name="csX3" fmla="*/ 182977 w 397245"/>
                <a:gd name="csY3" fmla="*/ 0 h 355421"/>
                <a:gd name="csX4" fmla="*/ 190529 w 397245"/>
                <a:gd name="csY4" fmla="*/ 11751 h 355421"/>
                <a:gd name="csX5" fmla="*/ 238957 w 397245"/>
                <a:gd name="csY5" fmla="*/ 20523 h 355421"/>
                <a:gd name="csX6" fmla="*/ 235300 w 397245"/>
                <a:gd name="csY6" fmla="*/ 37185 h 355421"/>
                <a:gd name="csX7" fmla="*/ 243428 w 397245"/>
                <a:gd name="csY7" fmla="*/ 51612 h 355421"/>
                <a:gd name="csX8" fmla="*/ 216470 w 397245"/>
                <a:gd name="csY8" fmla="*/ 46667 h 355421"/>
                <a:gd name="csX9" fmla="*/ 188937 w 397245"/>
                <a:gd name="csY9" fmla="*/ 58690 h 355421"/>
                <a:gd name="csX10" fmla="*/ 190800 w 397245"/>
                <a:gd name="csY10" fmla="*/ 75521 h 355421"/>
                <a:gd name="csX11" fmla="*/ 186635 w 397245"/>
                <a:gd name="csY11" fmla="*/ 85173 h 355421"/>
                <a:gd name="csX12" fmla="*/ 197743 w 397245"/>
                <a:gd name="csY12" fmla="*/ 102410 h 355421"/>
                <a:gd name="csX13" fmla="*/ 229508 w 397245"/>
                <a:gd name="csY13" fmla="*/ 119445 h 355421"/>
                <a:gd name="csX14" fmla="*/ 246543 w 397245"/>
                <a:gd name="csY14" fmla="*/ 147452 h 355421"/>
                <a:gd name="csX15" fmla="*/ 284236 w 397245"/>
                <a:gd name="csY15" fmla="*/ 174748 h 355421"/>
                <a:gd name="csX16" fmla="*/ 310753 w 397245"/>
                <a:gd name="csY16" fmla="*/ 174545 h 355421"/>
                <a:gd name="csX17" fmla="*/ 319016 w 397245"/>
                <a:gd name="csY17" fmla="*/ 182029 h 355421"/>
                <a:gd name="csX18" fmla="*/ 309500 w 397245"/>
                <a:gd name="csY18" fmla="*/ 188768 h 355421"/>
                <a:gd name="csX19" fmla="*/ 339844 w 397245"/>
                <a:gd name="csY19" fmla="*/ 200994 h 355421"/>
                <a:gd name="csX20" fmla="*/ 364701 w 397245"/>
                <a:gd name="csY20" fmla="*/ 211255 h 355421"/>
                <a:gd name="csX21" fmla="*/ 393758 w 397245"/>
                <a:gd name="csY21" fmla="*/ 228899 h 355421"/>
                <a:gd name="csX22" fmla="*/ 397246 w 397245"/>
                <a:gd name="csY22" fmla="*/ 235232 h 355421"/>
                <a:gd name="csX23" fmla="*/ 390913 w 397245"/>
                <a:gd name="csY23" fmla="*/ 247356 h 355421"/>
                <a:gd name="csX24" fmla="*/ 372118 w 397245"/>
                <a:gd name="csY24" fmla="*/ 231541 h 355421"/>
                <a:gd name="csX25" fmla="*/ 342722 w 397245"/>
                <a:gd name="csY25" fmla="*/ 225987 h 355421"/>
                <a:gd name="csX26" fmla="*/ 328465 w 397245"/>
                <a:gd name="csY26" fmla="*/ 247898 h 355421"/>
                <a:gd name="csX27" fmla="*/ 352916 w 397245"/>
                <a:gd name="csY27" fmla="*/ 260428 h 355421"/>
                <a:gd name="csX28" fmla="*/ 348919 w 397245"/>
                <a:gd name="csY28" fmla="*/ 278106 h 355421"/>
                <a:gd name="csX29" fmla="*/ 334763 w 397245"/>
                <a:gd name="csY29" fmla="*/ 280104 h 355421"/>
                <a:gd name="csX30" fmla="*/ 316679 w 397245"/>
                <a:gd name="csY30" fmla="*/ 309161 h 355421"/>
                <a:gd name="csX31" fmla="*/ 302557 w 397245"/>
                <a:gd name="csY31" fmla="*/ 311769 h 355421"/>
                <a:gd name="csX32" fmla="*/ 302693 w 397245"/>
                <a:gd name="csY32" fmla="*/ 301406 h 355421"/>
                <a:gd name="csX33" fmla="*/ 309601 w 397245"/>
                <a:gd name="csY33" fmla="*/ 283254 h 355421"/>
                <a:gd name="csX34" fmla="*/ 316950 w 397245"/>
                <a:gd name="csY34" fmla="*/ 276007 h 355421"/>
                <a:gd name="csX35" fmla="*/ 303742 w 397245"/>
                <a:gd name="csY35" fmla="*/ 256398 h 355421"/>
                <a:gd name="csX36" fmla="*/ 293414 w 397245"/>
                <a:gd name="csY36" fmla="*/ 239330 h 355421"/>
                <a:gd name="csX37" fmla="*/ 279325 w 397245"/>
                <a:gd name="csY37" fmla="*/ 235097 h 355421"/>
                <a:gd name="csX38" fmla="*/ 269335 w 397245"/>
                <a:gd name="csY38" fmla="*/ 220467 h 355421"/>
                <a:gd name="csX39" fmla="*/ 247593 w 397245"/>
                <a:gd name="csY39" fmla="*/ 214337 h 355421"/>
                <a:gd name="csX40" fmla="*/ 232929 w 397245"/>
                <a:gd name="csY40" fmla="*/ 200723 h 355421"/>
                <a:gd name="csX41" fmla="*/ 207868 w 397245"/>
                <a:gd name="csY41" fmla="*/ 198522 h 355421"/>
                <a:gd name="csX42" fmla="*/ 181419 w 397245"/>
                <a:gd name="csY42" fmla="*/ 183214 h 355421"/>
                <a:gd name="csX43" fmla="*/ 150432 w 397245"/>
                <a:gd name="csY43" fmla="*/ 161201 h 355421"/>
                <a:gd name="csX44" fmla="*/ 127403 w 397245"/>
                <a:gd name="csY44" fmla="*/ 141695 h 355421"/>
                <a:gd name="csX45" fmla="*/ 116837 w 397245"/>
                <a:gd name="csY45" fmla="*/ 108201 h 355421"/>
                <a:gd name="csX46" fmla="*/ 99972 w 397245"/>
                <a:gd name="csY46" fmla="*/ 104273 h 355421"/>
                <a:gd name="csX47" fmla="*/ 72439 w 397245"/>
                <a:gd name="csY47" fmla="*/ 93097 h 355421"/>
                <a:gd name="csX48" fmla="*/ 56861 w 397245"/>
                <a:gd name="csY48" fmla="*/ 97669 h 355421"/>
                <a:gd name="csX49" fmla="*/ 37286 w 397245"/>
                <a:gd name="csY49" fmla="*/ 113383 h 355421"/>
                <a:gd name="csX50" fmla="*/ 23198 w 397245"/>
                <a:gd name="csY50" fmla="*/ 115855 h 355421"/>
                <a:gd name="csX51" fmla="*/ 27093 w 397245"/>
                <a:gd name="csY51" fmla="*/ 101157 h 355421"/>
                <a:gd name="csX52" fmla="*/ 8737 w 397245"/>
                <a:gd name="csY52" fmla="*/ 96856 h 355421"/>
                <a:gd name="csX53" fmla="*/ 0 w 397245"/>
                <a:gd name="csY53" fmla="*/ 70644 h 355421"/>
                <a:gd name="csX54" fmla="*/ 11751 w 397245"/>
                <a:gd name="csY54" fmla="*/ 60349 h 355421"/>
                <a:gd name="csX55" fmla="*/ 1761 w 397245"/>
                <a:gd name="csY55" fmla="*/ 47615 h 355421"/>
                <a:gd name="csX56" fmla="*/ 3183 w 397245"/>
                <a:gd name="csY56" fmla="*/ 38065 h 355421"/>
                <a:gd name="csX57" fmla="*/ 17746 w 397245"/>
                <a:gd name="csY57" fmla="*/ 45313 h 355421"/>
                <a:gd name="csX58" fmla="*/ 34069 w 397245"/>
                <a:gd name="csY58" fmla="*/ 43721 h 355421"/>
                <a:gd name="csX59" fmla="*/ 53068 w 397245"/>
                <a:gd name="csY59" fmla="*/ 32206 h 355421"/>
                <a:gd name="csX60" fmla="*/ 58927 w 397245"/>
                <a:gd name="csY60" fmla="*/ 37591 h 355421"/>
                <a:gd name="csX61" fmla="*/ 75047 w 397245"/>
                <a:gd name="csY61" fmla="*/ 36507 h 355421"/>
                <a:gd name="csX62" fmla="*/ 82395 w 397245"/>
                <a:gd name="csY62" fmla="*/ 22860 h 355421"/>
                <a:gd name="csX63" fmla="*/ 107456 w 397245"/>
                <a:gd name="csY63" fmla="*/ 27093 h 355421"/>
                <a:gd name="csX64" fmla="*/ 122357 w 397245"/>
                <a:gd name="csY64" fmla="*/ 21369 h 355421"/>
                <a:gd name="csX65" fmla="*/ 125066 w 397245"/>
                <a:gd name="csY65" fmla="*/ 7484 h 355421"/>
                <a:gd name="csX66" fmla="*/ 271299 w 397245"/>
                <a:gd name="csY66" fmla="*/ 303810 h 355421"/>
                <a:gd name="csX67" fmla="*/ 297003 w 397245"/>
                <a:gd name="csY67" fmla="*/ 300864 h 355421"/>
                <a:gd name="csX68" fmla="*/ 284812 w 397245"/>
                <a:gd name="csY68" fmla="*/ 327516 h 355421"/>
                <a:gd name="csX69" fmla="*/ 289891 w 397245"/>
                <a:gd name="csY69" fmla="*/ 338015 h 355421"/>
                <a:gd name="csX70" fmla="*/ 282780 w 397245"/>
                <a:gd name="csY70" fmla="*/ 355422 h 355421"/>
                <a:gd name="csX71" fmla="*/ 256872 w 397245"/>
                <a:gd name="csY71" fmla="*/ 342654 h 355421"/>
                <a:gd name="csX72" fmla="*/ 239668 w 397245"/>
                <a:gd name="csY72" fmla="*/ 338997 h 355421"/>
                <a:gd name="csX73" fmla="*/ 192392 w 397245"/>
                <a:gd name="csY73" fmla="*/ 321793 h 355421"/>
                <a:gd name="csX74" fmla="*/ 197133 w 397245"/>
                <a:gd name="csY74" fmla="*/ 304420 h 355421"/>
                <a:gd name="csX75" fmla="*/ 236756 w 397245"/>
                <a:gd name="csY75" fmla="*/ 307502 h 355421"/>
                <a:gd name="csX76" fmla="*/ 271299 w 397245"/>
                <a:gd name="csY76" fmla="*/ 303810 h 355421"/>
                <a:gd name="csX77" fmla="*/ 66377 w 397245"/>
                <a:gd name="csY77" fmla="*/ 210476 h 355421"/>
                <a:gd name="csX78" fmla="*/ 83310 w 397245"/>
                <a:gd name="csY78" fmla="*/ 199978 h 355421"/>
                <a:gd name="csX79" fmla="*/ 103629 w 397245"/>
                <a:gd name="csY79" fmla="*/ 224022 h 355421"/>
                <a:gd name="csX80" fmla="*/ 98888 w 397245"/>
                <a:gd name="csY80" fmla="*/ 268827 h 355421"/>
                <a:gd name="csX81" fmla="*/ 83479 w 397245"/>
                <a:gd name="csY81" fmla="*/ 266693 h 355421"/>
                <a:gd name="csX82" fmla="*/ 69662 w 397245"/>
                <a:gd name="csY82" fmla="*/ 277971 h 355421"/>
                <a:gd name="csX83" fmla="*/ 56827 w 397245"/>
                <a:gd name="csY83" fmla="*/ 268996 h 355421"/>
                <a:gd name="csX84" fmla="*/ 55472 w 397245"/>
                <a:gd name="csY84" fmla="*/ 228154 h 355421"/>
                <a:gd name="csX85" fmla="*/ 47751 w 397245"/>
                <a:gd name="csY85" fmla="*/ 208783 h 355421"/>
                <a:gd name="csX86" fmla="*/ 66377 w 397245"/>
                <a:gd name="csY86" fmla="*/ 210476 h 3554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</a:cxnLst>
              <a:rect l="l" t="t" r="r" b="b"/>
              <a:pathLst>
                <a:path w="397245" h="355421">
                  <a:moveTo>
                    <a:pt x="125066" y="7484"/>
                  </a:moveTo>
                  <a:lnTo>
                    <a:pt x="145589" y="12327"/>
                  </a:lnTo>
                  <a:lnTo>
                    <a:pt x="149517" y="5859"/>
                  </a:lnTo>
                  <a:lnTo>
                    <a:pt x="182977" y="0"/>
                  </a:lnTo>
                  <a:lnTo>
                    <a:pt x="190529" y="11751"/>
                  </a:lnTo>
                  <a:lnTo>
                    <a:pt x="238957" y="20523"/>
                  </a:lnTo>
                  <a:lnTo>
                    <a:pt x="235300" y="37185"/>
                  </a:lnTo>
                  <a:lnTo>
                    <a:pt x="243428" y="51612"/>
                  </a:lnTo>
                  <a:lnTo>
                    <a:pt x="216470" y="46667"/>
                  </a:lnTo>
                  <a:lnTo>
                    <a:pt x="188937" y="58690"/>
                  </a:lnTo>
                  <a:lnTo>
                    <a:pt x="190800" y="75521"/>
                  </a:lnTo>
                  <a:lnTo>
                    <a:pt x="186635" y="85173"/>
                  </a:lnTo>
                  <a:lnTo>
                    <a:pt x="197743" y="102410"/>
                  </a:lnTo>
                  <a:lnTo>
                    <a:pt x="229508" y="119445"/>
                  </a:lnTo>
                  <a:lnTo>
                    <a:pt x="246543" y="147452"/>
                  </a:lnTo>
                  <a:lnTo>
                    <a:pt x="284236" y="174748"/>
                  </a:lnTo>
                  <a:lnTo>
                    <a:pt x="310753" y="174545"/>
                  </a:lnTo>
                  <a:lnTo>
                    <a:pt x="319016" y="182029"/>
                  </a:lnTo>
                  <a:lnTo>
                    <a:pt x="309500" y="188768"/>
                  </a:lnTo>
                  <a:lnTo>
                    <a:pt x="339844" y="200994"/>
                  </a:lnTo>
                  <a:lnTo>
                    <a:pt x="364701" y="211255"/>
                  </a:lnTo>
                  <a:lnTo>
                    <a:pt x="393758" y="228899"/>
                  </a:lnTo>
                  <a:lnTo>
                    <a:pt x="397246" y="235232"/>
                  </a:lnTo>
                  <a:lnTo>
                    <a:pt x="390913" y="247356"/>
                  </a:lnTo>
                  <a:lnTo>
                    <a:pt x="372118" y="231541"/>
                  </a:lnTo>
                  <a:lnTo>
                    <a:pt x="342722" y="225987"/>
                  </a:lnTo>
                  <a:lnTo>
                    <a:pt x="328465" y="247898"/>
                  </a:lnTo>
                  <a:lnTo>
                    <a:pt x="352916" y="260428"/>
                  </a:lnTo>
                  <a:lnTo>
                    <a:pt x="348919" y="278106"/>
                  </a:lnTo>
                  <a:lnTo>
                    <a:pt x="334763" y="280104"/>
                  </a:lnTo>
                  <a:lnTo>
                    <a:pt x="316679" y="309161"/>
                  </a:lnTo>
                  <a:lnTo>
                    <a:pt x="302557" y="311769"/>
                  </a:lnTo>
                  <a:lnTo>
                    <a:pt x="302693" y="301406"/>
                  </a:lnTo>
                  <a:lnTo>
                    <a:pt x="309601" y="283254"/>
                  </a:lnTo>
                  <a:lnTo>
                    <a:pt x="316950" y="276007"/>
                  </a:lnTo>
                  <a:lnTo>
                    <a:pt x="303742" y="256398"/>
                  </a:lnTo>
                  <a:lnTo>
                    <a:pt x="293414" y="239330"/>
                  </a:lnTo>
                  <a:lnTo>
                    <a:pt x="279325" y="235097"/>
                  </a:lnTo>
                  <a:lnTo>
                    <a:pt x="269335" y="220467"/>
                  </a:lnTo>
                  <a:lnTo>
                    <a:pt x="247593" y="214337"/>
                  </a:lnTo>
                  <a:lnTo>
                    <a:pt x="232929" y="200723"/>
                  </a:lnTo>
                  <a:lnTo>
                    <a:pt x="207868" y="198522"/>
                  </a:lnTo>
                  <a:lnTo>
                    <a:pt x="181419" y="183214"/>
                  </a:lnTo>
                  <a:lnTo>
                    <a:pt x="150432" y="161201"/>
                  </a:lnTo>
                  <a:lnTo>
                    <a:pt x="127403" y="141695"/>
                  </a:lnTo>
                  <a:lnTo>
                    <a:pt x="116837" y="108201"/>
                  </a:lnTo>
                  <a:lnTo>
                    <a:pt x="99972" y="104273"/>
                  </a:lnTo>
                  <a:lnTo>
                    <a:pt x="72439" y="93097"/>
                  </a:lnTo>
                  <a:lnTo>
                    <a:pt x="56861" y="97669"/>
                  </a:lnTo>
                  <a:lnTo>
                    <a:pt x="37286" y="113383"/>
                  </a:lnTo>
                  <a:lnTo>
                    <a:pt x="23198" y="115855"/>
                  </a:lnTo>
                  <a:lnTo>
                    <a:pt x="27093" y="101157"/>
                  </a:lnTo>
                  <a:lnTo>
                    <a:pt x="8737" y="96856"/>
                  </a:lnTo>
                  <a:lnTo>
                    <a:pt x="0" y="70644"/>
                  </a:lnTo>
                  <a:lnTo>
                    <a:pt x="11751" y="60349"/>
                  </a:lnTo>
                  <a:lnTo>
                    <a:pt x="1761" y="47615"/>
                  </a:lnTo>
                  <a:lnTo>
                    <a:pt x="3183" y="38065"/>
                  </a:lnTo>
                  <a:lnTo>
                    <a:pt x="17746" y="45313"/>
                  </a:lnTo>
                  <a:lnTo>
                    <a:pt x="34069" y="43721"/>
                  </a:lnTo>
                  <a:lnTo>
                    <a:pt x="53068" y="32206"/>
                  </a:lnTo>
                  <a:lnTo>
                    <a:pt x="58927" y="37591"/>
                  </a:lnTo>
                  <a:lnTo>
                    <a:pt x="75047" y="36507"/>
                  </a:lnTo>
                  <a:lnTo>
                    <a:pt x="82395" y="22860"/>
                  </a:lnTo>
                  <a:lnTo>
                    <a:pt x="107456" y="27093"/>
                  </a:lnTo>
                  <a:lnTo>
                    <a:pt x="122357" y="21369"/>
                  </a:lnTo>
                  <a:lnTo>
                    <a:pt x="125066" y="7484"/>
                  </a:lnTo>
                  <a:close/>
                  <a:moveTo>
                    <a:pt x="271299" y="303810"/>
                  </a:moveTo>
                  <a:lnTo>
                    <a:pt x="297003" y="300864"/>
                  </a:lnTo>
                  <a:lnTo>
                    <a:pt x="284812" y="327516"/>
                  </a:lnTo>
                  <a:lnTo>
                    <a:pt x="289891" y="338015"/>
                  </a:lnTo>
                  <a:lnTo>
                    <a:pt x="282780" y="355422"/>
                  </a:lnTo>
                  <a:lnTo>
                    <a:pt x="256872" y="342654"/>
                  </a:lnTo>
                  <a:lnTo>
                    <a:pt x="239668" y="338997"/>
                  </a:lnTo>
                  <a:lnTo>
                    <a:pt x="192392" y="321793"/>
                  </a:lnTo>
                  <a:lnTo>
                    <a:pt x="197133" y="304420"/>
                  </a:lnTo>
                  <a:lnTo>
                    <a:pt x="236756" y="307502"/>
                  </a:lnTo>
                  <a:lnTo>
                    <a:pt x="271299" y="303810"/>
                  </a:lnTo>
                  <a:close/>
                  <a:moveTo>
                    <a:pt x="66377" y="210476"/>
                  </a:moveTo>
                  <a:lnTo>
                    <a:pt x="83310" y="199978"/>
                  </a:lnTo>
                  <a:lnTo>
                    <a:pt x="103629" y="224022"/>
                  </a:lnTo>
                  <a:lnTo>
                    <a:pt x="98888" y="268827"/>
                  </a:lnTo>
                  <a:lnTo>
                    <a:pt x="83479" y="266693"/>
                  </a:lnTo>
                  <a:lnTo>
                    <a:pt x="69662" y="277971"/>
                  </a:lnTo>
                  <a:lnTo>
                    <a:pt x="56827" y="268996"/>
                  </a:lnTo>
                  <a:lnTo>
                    <a:pt x="55472" y="228154"/>
                  </a:lnTo>
                  <a:lnTo>
                    <a:pt x="47751" y="208783"/>
                  </a:lnTo>
                  <a:lnTo>
                    <a:pt x="66377" y="21047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6" name="Forma libre: forma 145">
              <a:extLst>
                <a:ext uri="{FF2B5EF4-FFF2-40B4-BE49-F238E27FC236}">
                  <a16:creationId xmlns:a16="http://schemas.microsoft.com/office/drawing/2014/main" id="{3300A26A-BD21-E98E-2028-FEBA257C957B}"/>
                </a:ext>
              </a:extLst>
            </p:cNvPr>
            <p:cNvSpPr/>
            <p:nvPr/>
          </p:nvSpPr>
          <p:spPr>
            <a:xfrm>
              <a:off x="6369821" y="1473926"/>
              <a:ext cx="155782" cy="99226"/>
            </a:xfrm>
            <a:custGeom>
              <a:avLst/>
              <a:gdLst>
                <a:gd name="csX0" fmla="*/ 62042 w 155782"/>
                <a:gd name="csY0" fmla="*/ 93029 h 99226"/>
                <a:gd name="csX1" fmla="*/ 40368 w 155782"/>
                <a:gd name="csY1" fmla="*/ 98177 h 99226"/>
                <a:gd name="csX2" fmla="*/ 14766 w 155782"/>
                <a:gd name="csY2" fmla="*/ 93707 h 99226"/>
                <a:gd name="csX3" fmla="*/ 1016 w 155782"/>
                <a:gd name="csY3" fmla="*/ 74911 h 99226"/>
                <a:gd name="csX4" fmla="*/ 0 w 155782"/>
                <a:gd name="csY4" fmla="*/ 40300 h 99226"/>
                <a:gd name="csX5" fmla="*/ 5656 w 155782"/>
                <a:gd name="csY5" fmla="*/ 31156 h 99226"/>
                <a:gd name="csX6" fmla="*/ 15341 w 155782"/>
                <a:gd name="csY6" fmla="*/ 20997 h 99226"/>
                <a:gd name="csX7" fmla="*/ 45177 w 155782"/>
                <a:gd name="csY7" fmla="*/ 18897 h 99226"/>
                <a:gd name="csX8" fmla="*/ 57098 w 155782"/>
                <a:gd name="csY8" fmla="*/ 9550 h 99226"/>
                <a:gd name="csX9" fmla="*/ 84326 w 155782"/>
                <a:gd name="csY9" fmla="*/ 0 h 99226"/>
                <a:gd name="csX10" fmla="*/ 83175 w 155782"/>
                <a:gd name="csY10" fmla="*/ 17407 h 99226"/>
                <a:gd name="csX11" fmla="*/ 73150 w 155782"/>
                <a:gd name="csY11" fmla="*/ 28447 h 99226"/>
                <a:gd name="csX12" fmla="*/ 77214 w 155782"/>
                <a:gd name="csY12" fmla="*/ 37930 h 99226"/>
                <a:gd name="csX13" fmla="*/ 95570 w 155782"/>
                <a:gd name="csY13" fmla="*/ 43043 h 99226"/>
                <a:gd name="csX14" fmla="*/ 87306 w 155782"/>
                <a:gd name="csY14" fmla="*/ 55845 h 99226"/>
                <a:gd name="csX15" fmla="*/ 77214 w 155782"/>
                <a:gd name="csY15" fmla="*/ 52153 h 99226"/>
                <a:gd name="csX16" fmla="*/ 52831 w 155782"/>
                <a:gd name="csY16" fmla="*/ 76537 h 99226"/>
                <a:gd name="csX17" fmla="*/ 62042 w 155782"/>
                <a:gd name="csY17" fmla="*/ 93029 h 99226"/>
                <a:gd name="csX18" fmla="*/ 144980 w 155782"/>
                <a:gd name="csY18" fmla="*/ 54829 h 99226"/>
                <a:gd name="csX19" fmla="*/ 155783 w 155782"/>
                <a:gd name="csY19" fmla="*/ 71796 h 99226"/>
                <a:gd name="csX20" fmla="*/ 135463 w 155782"/>
                <a:gd name="csY20" fmla="*/ 99227 h 99226"/>
                <a:gd name="csX21" fmla="*/ 100040 w 155782"/>
                <a:gd name="csY21" fmla="*/ 80093 h 99226"/>
                <a:gd name="csX22" fmla="*/ 95299 w 155782"/>
                <a:gd name="csY22" fmla="*/ 66038 h 99226"/>
                <a:gd name="csX23" fmla="*/ 144980 w 155782"/>
                <a:gd name="csY23" fmla="*/ 54829 h 992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55782" h="99226">
                  <a:moveTo>
                    <a:pt x="62042" y="93029"/>
                  </a:moveTo>
                  <a:lnTo>
                    <a:pt x="40368" y="98177"/>
                  </a:lnTo>
                  <a:lnTo>
                    <a:pt x="14766" y="93707"/>
                  </a:lnTo>
                  <a:lnTo>
                    <a:pt x="1016" y="74911"/>
                  </a:lnTo>
                  <a:lnTo>
                    <a:pt x="0" y="40300"/>
                  </a:lnTo>
                  <a:lnTo>
                    <a:pt x="5656" y="31156"/>
                  </a:lnTo>
                  <a:lnTo>
                    <a:pt x="15341" y="20997"/>
                  </a:lnTo>
                  <a:lnTo>
                    <a:pt x="45177" y="18897"/>
                  </a:lnTo>
                  <a:lnTo>
                    <a:pt x="57098" y="9550"/>
                  </a:lnTo>
                  <a:lnTo>
                    <a:pt x="84326" y="0"/>
                  </a:lnTo>
                  <a:lnTo>
                    <a:pt x="83175" y="17407"/>
                  </a:lnTo>
                  <a:lnTo>
                    <a:pt x="73150" y="28447"/>
                  </a:lnTo>
                  <a:lnTo>
                    <a:pt x="77214" y="37930"/>
                  </a:lnTo>
                  <a:lnTo>
                    <a:pt x="95570" y="43043"/>
                  </a:lnTo>
                  <a:lnTo>
                    <a:pt x="87306" y="55845"/>
                  </a:lnTo>
                  <a:lnTo>
                    <a:pt x="77214" y="52153"/>
                  </a:lnTo>
                  <a:lnTo>
                    <a:pt x="52831" y="76537"/>
                  </a:lnTo>
                  <a:lnTo>
                    <a:pt x="62042" y="93029"/>
                  </a:lnTo>
                  <a:close/>
                  <a:moveTo>
                    <a:pt x="144980" y="54829"/>
                  </a:moveTo>
                  <a:lnTo>
                    <a:pt x="155783" y="71796"/>
                  </a:lnTo>
                  <a:lnTo>
                    <a:pt x="135463" y="99227"/>
                  </a:lnTo>
                  <a:lnTo>
                    <a:pt x="100040" y="80093"/>
                  </a:lnTo>
                  <a:lnTo>
                    <a:pt x="95299" y="66038"/>
                  </a:lnTo>
                  <a:lnTo>
                    <a:pt x="144980" y="5482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7" name="Forma libre: forma 146">
              <a:extLst>
                <a:ext uri="{FF2B5EF4-FFF2-40B4-BE49-F238E27FC236}">
                  <a16:creationId xmlns:a16="http://schemas.microsoft.com/office/drawing/2014/main" id="{9A4849C4-7012-539C-CD3E-7E332892ECEB}"/>
                </a:ext>
              </a:extLst>
            </p:cNvPr>
            <p:cNvSpPr/>
            <p:nvPr/>
          </p:nvSpPr>
          <p:spPr>
            <a:xfrm>
              <a:off x="5839415" y="1443277"/>
              <a:ext cx="313394" cy="293786"/>
            </a:xfrm>
            <a:custGeom>
              <a:avLst/>
              <a:gdLst>
                <a:gd name="csX0" fmla="*/ 46532 w 313394"/>
                <a:gd name="csY0" fmla="*/ 161438 h 293786"/>
                <a:gd name="csX1" fmla="*/ 20929 w 313394"/>
                <a:gd name="csY1" fmla="*/ 154462 h 293786"/>
                <a:gd name="csX2" fmla="*/ 0 w 313394"/>
                <a:gd name="csY2" fmla="*/ 154936 h 293786"/>
                <a:gd name="csX3" fmla="*/ 6977 w 313394"/>
                <a:gd name="csY3" fmla="*/ 136784 h 293786"/>
                <a:gd name="csX4" fmla="*/ 0 w 313394"/>
                <a:gd name="csY4" fmla="*/ 118632 h 293786"/>
                <a:gd name="csX5" fmla="*/ 28380 w 313394"/>
                <a:gd name="csY5" fmla="*/ 117243 h 293786"/>
                <a:gd name="csX6" fmla="*/ 64684 w 313394"/>
                <a:gd name="csY6" fmla="*/ 138173 h 293786"/>
                <a:gd name="csX7" fmla="*/ 46532 w 313394"/>
                <a:gd name="csY7" fmla="*/ 161438 h 293786"/>
                <a:gd name="csX8" fmla="*/ 151652 w 313394"/>
                <a:gd name="csY8" fmla="*/ 177118 h 293786"/>
                <a:gd name="csX9" fmla="*/ 151719 w 313394"/>
                <a:gd name="csY9" fmla="*/ 177152 h 293786"/>
                <a:gd name="csX10" fmla="*/ 156697 w 313394"/>
                <a:gd name="csY10" fmla="*/ 157476 h 293786"/>
                <a:gd name="csX11" fmla="*/ 134007 w 313394"/>
                <a:gd name="csY11" fmla="*/ 136615 h 293786"/>
                <a:gd name="csX12" fmla="*/ 133499 w 313394"/>
                <a:gd name="csY12" fmla="*/ 136141 h 293786"/>
                <a:gd name="csX13" fmla="*/ 92386 w 313394"/>
                <a:gd name="csY13" fmla="*/ 130180 h 293786"/>
                <a:gd name="csX14" fmla="*/ 84292 w 313394"/>
                <a:gd name="csY14" fmla="*/ 121003 h 293786"/>
                <a:gd name="csX15" fmla="*/ 96620 w 313394"/>
                <a:gd name="csY15" fmla="*/ 105898 h 293786"/>
                <a:gd name="csX16" fmla="*/ 85477 w 313394"/>
                <a:gd name="csY16" fmla="*/ 96551 h 293786"/>
                <a:gd name="csX17" fmla="*/ 67258 w 313394"/>
                <a:gd name="csY17" fmla="*/ 112570 h 293786"/>
                <a:gd name="csX18" fmla="*/ 65260 w 313394"/>
                <a:gd name="csY18" fmla="*/ 79923 h 293786"/>
                <a:gd name="csX19" fmla="*/ 48158 w 313394"/>
                <a:gd name="csY19" fmla="*/ 62652 h 293786"/>
                <a:gd name="csX20" fmla="*/ 60451 w 313394"/>
                <a:gd name="csY20" fmla="*/ 27635 h 293786"/>
                <a:gd name="csX21" fmla="*/ 86765 w 313394"/>
                <a:gd name="csY21" fmla="*/ 169 h 293786"/>
                <a:gd name="csX22" fmla="*/ 113823 w 313394"/>
                <a:gd name="csY22" fmla="*/ 2845 h 293786"/>
                <a:gd name="csX23" fmla="*/ 154665 w 313394"/>
                <a:gd name="csY23" fmla="*/ 0 h 293786"/>
                <a:gd name="csX24" fmla="*/ 118463 w 313394"/>
                <a:gd name="csY24" fmla="*/ 36643 h 293786"/>
                <a:gd name="csX25" fmla="*/ 152972 w 313394"/>
                <a:gd name="csY25" fmla="*/ 32003 h 293786"/>
                <a:gd name="csX26" fmla="*/ 190089 w 313394"/>
                <a:gd name="csY26" fmla="*/ 32172 h 293786"/>
                <a:gd name="csX27" fmla="*/ 181250 w 313394"/>
                <a:gd name="csY27" fmla="*/ 59773 h 293786"/>
                <a:gd name="csX28" fmla="*/ 150805 w 313394"/>
                <a:gd name="csY28" fmla="*/ 90117 h 293786"/>
                <a:gd name="csX29" fmla="*/ 185822 w 313394"/>
                <a:gd name="csY29" fmla="*/ 92284 h 293786"/>
                <a:gd name="csX30" fmla="*/ 188497 w 313394"/>
                <a:gd name="csY30" fmla="*/ 95840 h 293786"/>
                <a:gd name="csX31" fmla="*/ 218672 w 313394"/>
                <a:gd name="csY31" fmla="*/ 135802 h 293786"/>
                <a:gd name="csX32" fmla="*/ 241870 w 313394"/>
                <a:gd name="csY32" fmla="*/ 141254 h 293786"/>
                <a:gd name="csX33" fmla="*/ 262697 w 313394"/>
                <a:gd name="csY33" fmla="*/ 179828 h 293786"/>
                <a:gd name="csX34" fmla="*/ 272349 w 313394"/>
                <a:gd name="csY34" fmla="*/ 193205 h 293786"/>
                <a:gd name="csX35" fmla="*/ 313395 w 313394"/>
                <a:gd name="csY35" fmla="*/ 199639 h 293786"/>
                <a:gd name="csX36" fmla="*/ 309263 w 313394"/>
                <a:gd name="csY36" fmla="*/ 221313 h 293786"/>
                <a:gd name="csX37" fmla="*/ 292025 w 313394"/>
                <a:gd name="csY37" fmla="*/ 231236 h 293786"/>
                <a:gd name="csX38" fmla="*/ 305538 w 313394"/>
                <a:gd name="csY38" fmla="*/ 248778 h 293786"/>
                <a:gd name="csX39" fmla="*/ 275059 w 313394"/>
                <a:gd name="csY39" fmla="*/ 266490 h 293786"/>
                <a:gd name="csX40" fmla="*/ 229746 w 313394"/>
                <a:gd name="csY40" fmla="*/ 266185 h 293786"/>
                <a:gd name="csX41" fmla="*/ 172106 w 313394"/>
                <a:gd name="csY41" fmla="*/ 275498 h 293786"/>
                <a:gd name="csX42" fmla="*/ 156325 w 313394"/>
                <a:gd name="csY42" fmla="*/ 268827 h 293786"/>
                <a:gd name="csX43" fmla="*/ 133939 w 313394"/>
                <a:gd name="csY43" fmla="*/ 284710 h 293786"/>
                <a:gd name="csX44" fmla="*/ 102580 w 313394"/>
                <a:gd name="csY44" fmla="*/ 280849 h 293786"/>
                <a:gd name="csX45" fmla="*/ 78806 w 313394"/>
                <a:gd name="csY45" fmla="*/ 293786 h 293786"/>
                <a:gd name="csX46" fmla="*/ 60790 w 313394"/>
                <a:gd name="csY46" fmla="*/ 287013 h 293786"/>
                <a:gd name="csX47" fmla="*/ 110471 w 313394"/>
                <a:gd name="csY47" fmla="*/ 251454 h 293786"/>
                <a:gd name="csX48" fmla="*/ 140781 w 313394"/>
                <a:gd name="csY48" fmla="*/ 244139 h 293786"/>
                <a:gd name="csX49" fmla="*/ 140509 w 313394"/>
                <a:gd name="csY49" fmla="*/ 244105 h 293786"/>
                <a:gd name="csX50" fmla="*/ 87645 w 313394"/>
                <a:gd name="csY50" fmla="*/ 238483 h 293786"/>
                <a:gd name="csX51" fmla="*/ 78061 w 313394"/>
                <a:gd name="csY51" fmla="*/ 225005 h 293786"/>
                <a:gd name="csX52" fmla="*/ 113451 w 313394"/>
                <a:gd name="csY52" fmla="*/ 214506 h 293786"/>
                <a:gd name="csX53" fmla="*/ 94892 w 313394"/>
                <a:gd name="csY53" fmla="*/ 196252 h 293786"/>
                <a:gd name="csX54" fmla="*/ 101327 w 313394"/>
                <a:gd name="csY54" fmla="*/ 174070 h 293786"/>
                <a:gd name="csX55" fmla="*/ 151652 w 313394"/>
                <a:gd name="csY55" fmla="*/ 177118 h 293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</a:cxnLst>
              <a:rect l="l" t="t" r="r" b="b"/>
              <a:pathLst>
                <a:path w="313394" h="293786">
                  <a:moveTo>
                    <a:pt x="46532" y="161438"/>
                  </a:moveTo>
                  <a:lnTo>
                    <a:pt x="20929" y="154462"/>
                  </a:lnTo>
                  <a:lnTo>
                    <a:pt x="0" y="154936"/>
                  </a:lnTo>
                  <a:lnTo>
                    <a:pt x="6977" y="136784"/>
                  </a:lnTo>
                  <a:lnTo>
                    <a:pt x="0" y="118632"/>
                  </a:lnTo>
                  <a:lnTo>
                    <a:pt x="28380" y="117243"/>
                  </a:lnTo>
                  <a:lnTo>
                    <a:pt x="64684" y="138173"/>
                  </a:lnTo>
                  <a:lnTo>
                    <a:pt x="46532" y="161438"/>
                  </a:lnTo>
                  <a:close/>
                  <a:moveTo>
                    <a:pt x="151652" y="177118"/>
                  </a:moveTo>
                  <a:lnTo>
                    <a:pt x="151719" y="177152"/>
                  </a:lnTo>
                  <a:lnTo>
                    <a:pt x="156697" y="157476"/>
                  </a:lnTo>
                  <a:lnTo>
                    <a:pt x="134007" y="136615"/>
                  </a:lnTo>
                  <a:lnTo>
                    <a:pt x="133499" y="136141"/>
                  </a:lnTo>
                  <a:lnTo>
                    <a:pt x="92386" y="130180"/>
                  </a:lnTo>
                  <a:lnTo>
                    <a:pt x="84292" y="121003"/>
                  </a:lnTo>
                  <a:lnTo>
                    <a:pt x="96620" y="105898"/>
                  </a:lnTo>
                  <a:lnTo>
                    <a:pt x="85477" y="96551"/>
                  </a:lnTo>
                  <a:lnTo>
                    <a:pt x="67258" y="112570"/>
                  </a:lnTo>
                  <a:lnTo>
                    <a:pt x="65260" y="79923"/>
                  </a:lnTo>
                  <a:lnTo>
                    <a:pt x="48158" y="62652"/>
                  </a:lnTo>
                  <a:lnTo>
                    <a:pt x="60451" y="27635"/>
                  </a:lnTo>
                  <a:lnTo>
                    <a:pt x="86765" y="169"/>
                  </a:lnTo>
                  <a:lnTo>
                    <a:pt x="113823" y="2845"/>
                  </a:lnTo>
                  <a:lnTo>
                    <a:pt x="154665" y="0"/>
                  </a:lnTo>
                  <a:lnTo>
                    <a:pt x="118463" y="36643"/>
                  </a:lnTo>
                  <a:lnTo>
                    <a:pt x="152972" y="32003"/>
                  </a:lnTo>
                  <a:lnTo>
                    <a:pt x="190089" y="32172"/>
                  </a:lnTo>
                  <a:lnTo>
                    <a:pt x="181250" y="59773"/>
                  </a:lnTo>
                  <a:lnTo>
                    <a:pt x="150805" y="90117"/>
                  </a:lnTo>
                  <a:lnTo>
                    <a:pt x="185822" y="92284"/>
                  </a:lnTo>
                  <a:lnTo>
                    <a:pt x="188497" y="95840"/>
                  </a:lnTo>
                  <a:lnTo>
                    <a:pt x="218672" y="135802"/>
                  </a:lnTo>
                  <a:lnTo>
                    <a:pt x="241870" y="141254"/>
                  </a:lnTo>
                  <a:lnTo>
                    <a:pt x="262697" y="179828"/>
                  </a:lnTo>
                  <a:lnTo>
                    <a:pt x="272349" y="193205"/>
                  </a:lnTo>
                  <a:lnTo>
                    <a:pt x="313395" y="199639"/>
                  </a:lnTo>
                  <a:lnTo>
                    <a:pt x="309263" y="221313"/>
                  </a:lnTo>
                  <a:lnTo>
                    <a:pt x="292025" y="231236"/>
                  </a:lnTo>
                  <a:lnTo>
                    <a:pt x="305538" y="248778"/>
                  </a:lnTo>
                  <a:lnTo>
                    <a:pt x="275059" y="266490"/>
                  </a:lnTo>
                  <a:lnTo>
                    <a:pt x="229746" y="266185"/>
                  </a:lnTo>
                  <a:lnTo>
                    <a:pt x="172106" y="275498"/>
                  </a:lnTo>
                  <a:lnTo>
                    <a:pt x="156325" y="268827"/>
                  </a:lnTo>
                  <a:lnTo>
                    <a:pt x="133939" y="284710"/>
                  </a:lnTo>
                  <a:lnTo>
                    <a:pt x="102580" y="280849"/>
                  </a:lnTo>
                  <a:lnTo>
                    <a:pt x="78806" y="293786"/>
                  </a:lnTo>
                  <a:lnTo>
                    <a:pt x="60790" y="287013"/>
                  </a:lnTo>
                  <a:lnTo>
                    <a:pt x="110471" y="251454"/>
                  </a:lnTo>
                  <a:lnTo>
                    <a:pt x="140781" y="244139"/>
                  </a:lnTo>
                  <a:lnTo>
                    <a:pt x="140509" y="244105"/>
                  </a:lnTo>
                  <a:lnTo>
                    <a:pt x="87645" y="238483"/>
                  </a:lnTo>
                  <a:lnTo>
                    <a:pt x="78061" y="225005"/>
                  </a:lnTo>
                  <a:lnTo>
                    <a:pt x="113451" y="214506"/>
                  </a:lnTo>
                  <a:lnTo>
                    <a:pt x="94892" y="196252"/>
                  </a:lnTo>
                  <a:lnTo>
                    <a:pt x="101327" y="174070"/>
                  </a:lnTo>
                  <a:lnTo>
                    <a:pt x="151652" y="17711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8" name="Forma libre: forma 147">
              <a:extLst>
                <a:ext uri="{FF2B5EF4-FFF2-40B4-BE49-F238E27FC236}">
                  <a16:creationId xmlns:a16="http://schemas.microsoft.com/office/drawing/2014/main" id="{22B4F9EA-79E7-8B85-6167-ADAD8056B5EE}"/>
                </a:ext>
              </a:extLst>
            </p:cNvPr>
            <p:cNvSpPr/>
            <p:nvPr/>
          </p:nvSpPr>
          <p:spPr>
            <a:xfrm>
              <a:off x="5272027" y="1176008"/>
              <a:ext cx="362906" cy="102647"/>
            </a:xfrm>
            <a:custGeom>
              <a:avLst/>
              <a:gdLst>
                <a:gd name="csX0" fmla="*/ 332461 w 362906"/>
                <a:gd name="csY0" fmla="*/ 2405 h 102647"/>
                <a:gd name="csX1" fmla="*/ 324638 w 362906"/>
                <a:gd name="csY1" fmla="*/ 24316 h 102647"/>
                <a:gd name="csX2" fmla="*/ 362906 w 362906"/>
                <a:gd name="csY2" fmla="*/ 47412 h 102647"/>
                <a:gd name="csX3" fmla="*/ 318881 w 362906"/>
                <a:gd name="csY3" fmla="*/ 73252 h 102647"/>
                <a:gd name="csX4" fmla="*/ 221211 w 362906"/>
                <a:gd name="csY4" fmla="*/ 96450 h 102647"/>
                <a:gd name="csX5" fmla="*/ 192019 w 362906"/>
                <a:gd name="csY5" fmla="*/ 102647 h 102647"/>
                <a:gd name="csX6" fmla="*/ 147418 w 362906"/>
                <a:gd name="csY6" fmla="*/ 97635 h 102647"/>
                <a:gd name="csX7" fmla="*/ 52932 w 362906"/>
                <a:gd name="csY7" fmla="*/ 86934 h 102647"/>
                <a:gd name="csX8" fmla="*/ 86290 w 362906"/>
                <a:gd name="csY8" fmla="*/ 71965 h 102647"/>
                <a:gd name="csX9" fmla="*/ 12564 w 362906"/>
                <a:gd name="csY9" fmla="*/ 55404 h 102647"/>
                <a:gd name="csX10" fmla="*/ 72541 w 362906"/>
                <a:gd name="csY10" fmla="*/ 48835 h 102647"/>
                <a:gd name="csX11" fmla="*/ 71084 w 362906"/>
                <a:gd name="csY11" fmla="*/ 38878 h 102647"/>
                <a:gd name="csX12" fmla="*/ 0 w 362906"/>
                <a:gd name="csY12" fmla="*/ 31021 h 102647"/>
                <a:gd name="csX13" fmla="*/ 22860 w 362906"/>
                <a:gd name="csY13" fmla="*/ 8941 h 102647"/>
                <a:gd name="csX14" fmla="*/ 74200 w 362906"/>
                <a:gd name="csY14" fmla="*/ 3962 h 102647"/>
                <a:gd name="csX15" fmla="*/ 126997 w 362906"/>
                <a:gd name="csY15" fmla="*/ 26923 h 102647"/>
                <a:gd name="csX16" fmla="*/ 178439 w 362906"/>
                <a:gd name="csY16" fmla="*/ 8466 h 102647"/>
                <a:gd name="csX17" fmla="*/ 221042 w 362906"/>
                <a:gd name="csY17" fmla="*/ 18051 h 102647"/>
                <a:gd name="csX18" fmla="*/ 276278 w 362906"/>
                <a:gd name="csY18" fmla="*/ 0 h 102647"/>
                <a:gd name="csX19" fmla="*/ 332461 w 362906"/>
                <a:gd name="csY19" fmla="*/ 2405 h 102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362906" h="102647">
                  <a:moveTo>
                    <a:pt x="332461" y="2405"/>
                  </a:moveTo>
                  <a:lnTo>
                    <a:pt x="324638" y="24316"/>
                  </a:lnTo>
                  <a:lnTo>
                    <a:pt x="362906" y="47412"/>
                  </a:lnTo>
                  <a:lnTo>
                    <a:pt x="318881" y="73252"/>
                  </a:lnTo>
                  <a:lnTo>
                    <a:pt x="221211" y="96450"/>
                  </a:lnTo>
                  <a:lnTo>
                    <a:pt x="192019" y="102647"/>
                  </a:lnTo>
                  <a:lnTo>
                    <a:pt x="147418" y="97635"/>
                  </a:lnTo>
                  <a:lnTo>
                    <a:pt x="52932" y="86934"/>
                  </a:lnTo>
                  <a:lnTo>
                    <a:pt x="86290" y="71965"/>
                  </a:lnTo>
                  <a:lnTo>
                    <a:pt x="12564" y="55404"/>
                  </a:lnTo>
                  <a:lnTo>
                    <a:pt x="72541" y="48835"/>
                  </a:lnTo>
                  <a:lnTo>
                    <a:pt x="71084" y="38878"/>
                  </a:lnTo>
                  <a:lnTo>
                    <a:pt x="0" y="31021"/>
                  </a:lnTo>
                  <a:lnTo>
                    <a:pt x="22860" y="8941"/>
                  </a:lnTo>
                  <a:lnTo>
                    <a:pt x="74200" y="3962"/>
                  </a:lnTo>
                  <a:lnTo>
                    <a:pt x="126997" y="26923"/>
                  </a:lnTo>
                  <a:lnTo>
                    <a:pt x="178439" y="8466"/>
                  </a:lnTo>
                  <a:lnTo>
                    <a:pt x="221042" y="18051"/>
                  </a:lnTo>
                  <a:lnTo>
                    <a:pt x="276278" y="0"/>
                  </a:lnTo>
                  <a:lnTo>
                    <a:pt x="332461" y="2405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9" name="Forma libre: forma 148">
              <a:extLst>
                <a:ext uri="{FF2B5EF4-FFF2-40B4-BE49-F238E27FC236}">
                  <a16:creationId xmlns:a16="http://schemas.microsoft.com/office/drawing/2014/main" id="{A8096F00-A81D-96F5-7EF2-3A509F12775D}"/>
                </a:ext>
              </a:extLst>
            </p:cNvPr>
            <p:cNvSpPr/>
            <p:nvPr/>
          </p:nvSpPr>
          <p:spPr>
            <a:xfrm>
              <a:off x="7612833" y="2011342"/>
              <a:ext cx="189614" cy="121612"/>
            </a:xfrm>
            <a:custGeom>
              <a:avLst/>
              <a:gdLst>
                <a:gd name="csX0" fmla="*/ 54558 w 189614"/>
                <a:gd name="csY0" fmla="*/ 0 h 121612"/>
                <a:gd name="csX1" fmla="*/ 64074 w 189614"/>
                <a:gd name="csY1" fmla="*/ 1151 h 121612"/>
                <a:gd name="csX2" fmla="*/ 87340 w 189614"/>
                <a:gd name="csY2" fmla="*/ 21708 h 121612"/>
                <a:gd name="csX3" fmla="*/ 102342 w 189614"/>
                <a:gd name="csY3" fmla="*/ 24045 h 121612"/>
                <a:gd name="csX4" fmla="*/ 108133 w 189614"/>
                <a:gd name="csY4" fmla="*/ 15409 h 121612"/>
                <a:gd name="csX5" fmla="*/ 128351 w 189614"/>
                <a:gd name="csY5" fmla="*/ 1761 h 121612"/>
                <a:gd name="csX6" fmla="*/ 146165 w 189614"/>
                <a:gd name="csY6" fmla="*/ 19608 h 121612"/>
                <a:gd name="csX7" fmla="*/ 163402 w 189614"/>
                <a:gd name="csY7" fmla="*/ 43619 h 121612"/>
                <a:gd name="csX8" fmla="*/ 179184 w 189614"/>
                <a:gd name="csY8" fmla="*/ 45211 h 121612"/>
                <a:gd name="csX9" fmla="*/ 189615 w 189614"/>
                <a:gd name="csY9" fmla="*/ 54321 h 121612"/>
                <a:gd name="csX10" fmla="*/ 161709 w 189614"/>
                <a:gd name="csY10" fmla="*/ 57064 h 121612"/>
                <a:gd name="csX11" fmla="*/ 155817 w 189614"/>
                <a:gd name="csY11" fmla="*/ 83378 h 121612"/>
                <a:gd name="csX12" fmla="*/ 149992 w 189614"/>
                <a:gd name="csY12" fmla="*/ 95231 h 121612"/>
                <a:gd name="csX13" fmla="*/ 137596 w 189614"/>
                <a:gd name="csY13" fmla="*/ 103155 h 121612"/>
                <a:gd name="csX14" fmla="*/ 138477 w 189614"/>
                <a:gd name="csY14" fmla="*/ 119919 h 121612"/>
                <a:gd name="csX15" fmla="*/ 130045 w 189614"/>
                <a:gd name="csY15" fmla="*/ 121612 h 121612"/>
                <a:gd name="csX16" fmla="*/ 108946 w 189614"/>
                <a:gd name="csY16" fmla="*/ 103867 h 121612"/>
                <a:gd name="csX17" fmla="*/ 120630 w 189614"/>
                <a:gd name="csY17" fmla="*/ 87103 h 121612"/>
                <a:gd name="csX18" fmla="*/ 110605 w 189614"/>
                <a:gd name="csY18" fmla="*/ 77180 h 121612"/>
                <a:gd name="csX19" fmla="*/ 97906 w 189614"/>
                <a:gd name="csY19" fmla="*/ 79686 h 121612"/>
                <a:gd name="csX20" fmla="*/ 57978 w 189614"/>
                <a:gd name="csY20" fmla="*/ 104645 h 121612"/>
                <a:gd name="csX21" fmla="*/ 57199 w 189614"/>
                <a:gd name="csY21" fmla="*/ 81176 h 121612"/>
                <a:gd name="csX22" fmla="*/ 42027 w 189614"/>
                <a:gd name="csY22" fmla="*/ 75622 h 121612"/>
                <a:gd name="csX23" fmla="*/ 27634 w 189614"/>
                <a:gd name="csY23" fmla="*/ 66411 h 121612"/>
                <a:gd name="csX24" fmla="*/ 37184 w 189614"/>
                <a:gd name="csY24" fmla="*/ 55642 h 121612"/>
                <a:gd name="csX25" fmla="*/ 19134 w 189614"/>
                <a:gd name="csY25" fmla="*/ 43992 h 121612"/>
                <a:gd name="csX26" fmla="*/ 25941 w 189614"/>
                <a:gd name="csY26" fmla="*/ 35525 h 121612"/>
                <a:gd name="csX27" fmla="*/ 13038 w 189614"/>
                <a:gd name="csY27" fmla="*/ 29666 h 121612"/>
                <a:gd name="csX28" fmla="*/ 6028 w 189614"/>
                <a:gd name="csY28" fmla="*/ 20760 h 121612"/>
                <a:gd name="csX29" fmla="*/ 14325 w 189614"/>
                <a:gd name="csY29" fmla="*/ 15240 h 121612"/>
                <a:gd name="csX30" fmla="*/ 39589 w 189614"/>
                <a:gd name="csY30" fmla="*/ 24959 h 121612"/>
                <a:gd name="csX31" fmla="*/ 57843 w 189614"/>
                <a:gd name="csY31" fmla="*/ 26991 h 121612"/>
                <a:gd name="csX32" fmla="*/ 62448 w 189614"/>
                <a:gd name="csY32" fmla="*/ 22995 h 121612"/>
                <a:gd name="csX33" fmla="*/ 45753 w 189614"/>
                <a:gd name="csY33" fmla="*/ 4674 h 121612"/>
                <a:gd name="csX34" fmla="*/ 54558 w 189614"/>
                <a:gd name="csY34" fmla="*/ 0 h 121612"/>
                <a:gd name="csX35" fmla="*/ 45719 w 189614"/>
                <a:gd name="csY35" fmla="*/ 105661 h 121612"/>
                <a:gd name="csX36" fmla="*/ 22486 w 189614"/>
                <a:gd name="csY36" fmla="*/ 101157 h 121612"/>
                <a:gd name="csX37" fmla="*/ 5385 w 189614"/>
                <a:gd name="csY37" fmla="*/ 85511 h 121612"/>
                <a:gd name="csX38" fmla="*/ 0 w 189614"/>
                <a:gd name="csY38" fmla="*/ 72744 h 121612"/>
                <a:gd name="csX39" fmla="*/ 7044 w 189614"/>
                <a:gd name="csY39" fmla="*/ 71829 h 121612"/>
                <a:gd name="csX40" fmla="*/ 17068 w 189614"/>
                <a:gd name="csY40" fmla="*/ 80905 h 121612"/>
                <a:gd name="csX41" fmla="*/ 32037 w 189614"/>
                <a:gd name="csY41" fmla="*/ 80838 h 121612"/>
                <a:gd name="csX42" fmla="*/ 31868 w 189614"/>
                <a:gd name="csY42" fmla="*/ 86053 h 121612"/>
                <a:gd name="csX43" fmla="*/ 45719 w 189614"/>
                <a:gd name="csY43" fmla="*/ 105661 h 121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189614" h="121612">
                  <a:moveTo>
                    <a:pt x="54558" y="0"/>
                  </a:moveTo>
                  <a:lnTo>
                    <a:pt x="64074" y="1151"/>
                  </a:lnTo>
                  <a:lnTo>
                    <a:pt x="87340" y="21708"/>
                  </a:lnTo>
                  <a:lnTo>
                    <a:pt x="102342" y="24045"/>
                  </a:lnTo>
                  <a:lnTo>
                    <a:pt x="108133" y="15409"/>
                  </a:lnTo>
                  <a:lnTo>
                    <a:pt x="128351" y="1761"/>
                  </a:lnTo>
                  <a:lnTo>
                    <a:pt x="146165" y="19608"/>
                  </a:lnTo>
                  <a:lnTo>
                    <a:pt x="163402" y="43619"/>
                  </a:lnTo>
                  <a:lnTo>
                    <a:pt x="179184" y="45211"/>
                  </a:lnTo>
                  <a:lnTo>
                    <a:pt x="189615" y="54321"/>
                  </a:lnTo>
                  <a:lnTo>
                    <a:pt x="161709" y="57064"/>
                  </a:lnTo>
                  <a:lnTo>
                    <a:pt x="155817" y="83378"/>
                  </a:lnTo>
                  <a:lnTo>
                    <a:pt x="149992" y="95231"/>
                  </a:lnTo>
                  <a:lnTo>
                    <a:pt x="137596" y="103155"/>
                  </a:lnTo>
                  <a:lnTo>
                    <a:pt x="138477" y="119919"/>
                  </a:lnTo>
                  <a:lnTo>
                    <a:pt x="130045" y="121612"/>
                  </a:lnTo>
                  <a:lnTo>
                    <a:pt x="108946" y="103867"/>
                  </a:lnTo>
                  <a:lnTo>
                    <a:pt x="120630" y="87103"/>
                  </a:lnTo>
                  <a:lnTo>
                    <a:pt x="110605" y="77180"/>
                  </a:lnTo>
                  <a:lnTo>
                    <a:pt x="97906" y="79686"/>
                  </a:lnTo>
                  <a:lnTo>
                    <a:pt x="57978" y="104645"/>
                  </a:lnTo>
                  <a:lnTo>
                    <a:pt x="57199" y="81176"/>
                  </a:lnTo>
                  <a:lnTo>
                    <a:pt x="42027" y="75622"/>
                  </a:lnTo>
                  <a:lnTo>
                    <a:pt x="27634" y="66411"/>
                  </a:lnTo>
                  <a:lnTo>
                    <a:pt x="37184" y="55642"/>
                  </a:lnTo>
                  <a:lnTo>
                    <a:pt x="19134" y="43992"/>
                  </a:lnTo>
                  <a:lnTo>
                    <a:pt x="25941" y="35525"/>
                  </a:lnTo>
                  <a:lnTo>
                    <a:pt x="13038" y="29666"/>
                  </a:lnTo>
                  <a:lnTo>
                    <a:pt x="6028" y="20760"/>
                  </a:lnTo>
                  <a:lnTo>
                    <a:pt x="14325" y="15240"/>
                  </a:lnTo>
                  <a:lnTo>
                    <a:pt x="39589" y="24959"/>
                  </a:lnTo>
                  <a:lnTo>
                    <a:pt x="57843" y="26991"/>
                  </a:lnTo>
                  <a:lnTo>
                    <a:pt x="62448" y="22995"/>
                  </a:lnTo>
                  <a:lnTo>
                    <a:pt x="45753" y="4674"/>
                  </a:lnTo>
                  <a:lnTo>
                    <a:pt x="54558" y="0"/>
                  </a:lnTo>
                  <a:close/>
                  <a:moveTo>
                    <a:pt x="45719" y="105661"/>
                  </a:moveTo>
                  <a:lnTo>
                    <a:pt x="22486" y="101157"/>
                  </a:lnTo>
                  <a:lnTo>
                    <a:pt x="5385" y="85511"/>
                  </a:lnTo>
                  <a:lnTo>
                    <a:pt x="0" y="72744"/>
                  </a:lnTo>
                  <a:lnTo>
                    <a:pt x="7044" y="71829"/>
                  </a:lnTo>
                  <a:lnTo>
                    <a:pt x="17068" y="80905"/>
                  </a:lnTo>
                  <a:lnTo>
                    <a:pt x="32037" y="80838"/>
                  </a:lnTo>
                  <a:lnTo>
                    <a:pt x="31868" y="86053"/>
                  </a:lnTo>
                  <a:lnTo>
                    <a:pt x="45719" y="10566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0" name="Forma libre: forma 149">
              <a:extLst>
                <a:ext uri="{FF2B5EF4-FFF2-40B4-BE49-F238E27FC236}">
                  <a16:creationId xmlns:a16="http://schemas.microsoft.com/office/drawing/2014/main" id="{E0393DB1-4562-FCAB-1A72-BA8D684C3EF0}"/>
                </a:ext>
              </a:extLst>
            </p:cNvPr>
            <p:cNvSpPr/>
            <p:nvPr/>
          </p:nvSpPr>
          <p:spPr>
            <a:xfrm>
              <a:off x="7448956" y="1954041"/>
              <a:ext cx="226325" cy="84292"/>
            </a:xfrm>
            <a:custGeom>
              <a:avLst/>
              <a:gdLst>
                <a:gd name="csX0" fmla="*/ 0 w 226325"/>
                <a:gd name="csY0" fmla="*/ 3996 h 84292"/>
                <a:gd name="csX1" fmla="*/ 4131 w 226325"/>
                <a:gd name="csY1" fmla="*/ 0 h 84292"/>
                <a:gd name="csX2" fmla="*/ 32748 w 226325"/>
                <a:gd name="csY2" fmla="*/ 5791 h 84292"/>
                <a:gd name="csX3" fmla="*/ 82599 w 226325"/>
                <a:gd name="csY3" fmla="*/ 11277 h 84292"/>
                <a:gd name="csX4" fmla="*/ 128724 w 226325"/>
                <a:gd name="csY4" fmla="*/ 27499 h 84292"/>
                <a:gd name="csX5" fmla="*/ 134650 w 226325"/>
                <a:gd name="csY5" fmla="*/ 33798 h 84292"/>
                <a:gd name="csX6" fmla="*/ 155207 w 226325"/>
                <a:gd name="csY6" fmla="*/ 28481 h 84292"/>
                <a:gd name="csX7" fmla="*/ 186770 w 226325"/>
                <a:gd name="csY7" fmla="*/ 35559 h 84292"/>
                <a:gd name="csX8" fmla="*/ 197133 w 226325"/>
                <a:gd name="csY8" fmla="*/ 49478 h 84292"/>
                <a:gd name="csX9" fmla="*/ 218434 w 226325"/>
                <a:gd name="csY9" fmla="*/ 57301 h 84292"/>
                <a:gd name="csX10" fmla="*/ 209630 w 226325"/>
                <a:gd name="csY10" fmla="*/ 61975 h 84292"/>
                <a:gd name="csX11" fmla="*/ 226325 w 226325"/>
                <a:gd name="csY11" fmla="*/ 80296 h 84292"/>
                <a:gd name="csX12" fmla="*/ 221719 w 226325"/>
                <a:gd name="csY12" fmla="*/ 84292 h 84292"/>
                <a:gd name="csX13" fmla="*/ 203466 w 226325"/>
                <a:gd name="csY13" fmla="*/ 82260 h 84292"/>
                <a:gd name="csX14" fmla="*/ 178202 w 226325"/>
                <a:gd name="csY14" fmla="*/ 72541 h 84292"/>
                <a:gd name="csX15" fmla="*/ 169905 w 226325"/>
                <a:gd name="csY15" fmla="*/ 78061 h 84292"/>
                <a:gd name="csX16" fmla="*/ 122865 w 226325"/>
                <a:gd name="csY16" fmla="*/ 83344 h 84292"/>
                <a:gd name="csX17" fmla="*/ 90252 w 226325"/>
                <a:gd name="csY17" fmla="*/ 66716 h 84292"/>
                <a:gd name="csX18" fmla="*/ 54151 w 226325"/>
                <a:gd name="csY18" fmla="*/ 68307 h 84292"/>
                <a:gd name="csX19" fmla="*/ 59197 w 226325"/>
                <a:gd name="csY19" fmla="*/ 53847 h 84292"/>
                <a:gd name="csX20" fmla="*/ 50731 w 226325"/>
                <a:gd name="csY20" fmla="*/ 30750 h 84292"/>
                <a:gd name="csX21" fmla="*/ 31156 w 226325"/>
                <a:gd name="csY21" fmla="*/ 18254 h 84292"/>
                <a:gd name="csX22" fmla="*/ 12395 w 226325"/>
                <a:gd name="csY22" fmla="*/ 14359 h 84292"/>
                <a:gd name="csX23" fmla="*/ 0 w 226325"/>
                <a:gd name="csY23" fmla="*/ 3996 h 84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26325" h="84292">
                  <a:moveTo>
                    <a:pt x="0" y="3996"/>
                  </a:moveTo>
                  <a:lnTo>
                    <a:pt x="4131" y="0"/>
                  </a:lnTo>
                  <a:lnTo>
                    <a:pt x="32748" y="5791"/>
                  </a:lnTo>
                  <a:lnTo>
                    <a:pt x="82599" y="11277"/>
                  </a:lnTo>
                  <a:lnTo>
                    <a:pt x="128724" y="27499"/>
                  </a:lnTo>
                  <a:lnTo>
                    <a:pt x="134650" y="33798"/>
                  </a:lnTo>
                  <a:lnTo>
                    <a:pt x="155207" y="28481"/>
                  </a:lnTo>
                  <a:lnTo>
                    <a:pt x="186770" y="35559"/>
                  </a:lnTo>
                  <a:lnTo>
                    <a:pt x="197133" y="49478"/>
                  </a:lnTo>
                  <a:lnTo>
                    <a:pt x="218434" y="57301"/>
                  </a:lnTo>
                  <a:lnTo>
                    <a:pt x="209630" y="61975"/>
                  </a:lnTo>
                  <a:lnTo>
                    <a:pt x="226325" y="80296"/>
                  </a:lnTo>
                  <a:lnTo>
                    <a:pt x="221719" y="84292"/>
                  </a:lnTo>
                  <a:lnTo>
                    <a:pt x="203466" y="82260"/>
                  </a:lnTo>
                  <a:lnTo>
                    <a:pt x="178202" y="72541"/>
                  </a:lnTo>
                  <a:lnTo>
                    <a:pt x="169905" y="78061"/>
                  </a:lnTo>
                  <a:lnTo>
                    <a:pt x="122865" y="83344"/>
                  </a:lnTo>
                  <a:lnTo>
                    <a:pt x="90252" y="66716"/>
                  </a:lnTo>
                  <a:lnTo>
                    <a:pt x="54151" y="68307"/>
                  </a:lnTo>
                  <a:lnTo>
                    <a:pt x="59197" y="53847"/>
                  </a:lnTo>
                  <a:lnTo>
                    <a:pt x="50731" y="30750"/>
                  </a:lnTo>
                  <a:lnTo>
                    <a:pt x="31156" y="18254"/>
                  </a:lnTo>
                  <a:lnTo>
                    <a:pt x="12395" y="14359"/>
                  </a:lnTo>
                  <a:lnTo>
                    <a:pt x="0" y="399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1" name="Forma libre: forma 150">
              <a:extLst>
                <a:ext uri="{FF2B5EF4-FFF2-40B4-BE49-F238E27FC236}">
                  <a16:creationId xmlns:a16="http://schemas.microsoft.com/office/drawing/2014/main" id="{01535603-62AD-7F85-7E10-5A6CA635182D}"/>
                </a:ext>
              </a:extLst>
            </p:cNvPr>
            <p:cNvSpPr/>
            <p:nvPr/>
          </p:nvSpPr>
          <p:spPr>
            <a:xfrm>
              <a:off x="10064041" y="2802313"/>
              <a:ext cx="317084" cy="437681"/>
            </a:xfrm>
            <a:custGeom>
              <a:avLst/>
              <a:gdLst>
                <a:gd name="csX0" fmla="*/ 123949 w 317084"/>
                <a:gd name="csY0" fmla="*/ 196455 h 437681"/>
                <a:gd name="csX1" fmla="*/ 106643 w 317084"/>
                <a:gd name="csY1" fmla="*/ 170650 h 437681"/>
                <a:gd name="csX2" fmla="*/ 135666 w 317084"/>
                <a:gd name="csY2" fmla="*/ 171869 h 437681"/>
                <a:gd name="csX3" fmla="*/ 147418 w 317084"/>
                <a:gd name="csY3" fmla="*/ 184061 h 437681"/>
                <a:gd name="csX4" fmla="*/ 138443 w 317084"/>
                <a:gd name="csY4" fmla="*/ 213321 h 437681"/>
                <a:gd name="csX5" fmla="*/ 123949 w 317084"/>
                <a:gd name="csY5" fmla="*/ 196455 h 437681"/>
                <a:gd name="csX6" fmla="*/ 183281 w 317084"/>
                <a:gd name="csY6" fmla="*/ 288672 h 437681"/>
                <a:gd name="csX7" fmla="*/ 191782 w 317084"/>
                <a:gd name="csY7" fmla="*/ 279190 h 437681"/>
                <a:gd name="csX8" fmla="*/ 195507 w 317084"/>
                <a:gd name="csY8" fmla="*/ 258159 h 437681"/>
                <a:gd name="csX9" fmla="*/ 214201 w 317084"/>
                <a:gd name="csY9" fmla="*/ 256161 h 437681"/>
                <a:gd name="csX10" fmla="*/ 208749 w 317084"/>
                <a:gd name="csY10" fmla="*/ 278987 h 437681"/>
                <a:gd name="csX11" fmla="*/ 233809 w 317084"/>
                <a:gd name="csY11" fmla="*/ 246272 h 437681"/>
                <a:gd name="csX12" fmla="*/ 230558 w 317084"/>
                <a:gd name="csY12" fmla="*/ 278580 h 437681"/>
                <a:gd name="csX13" fmla="*/ 218400 w 317084"/>
                <a:gd name="csY13" fmla="*/ 289722 h 437681"/>
                <a:gd name="csX14" fmla="*/ 207800 w 317084"/>
                <a:gd name="csY14" fmla="*/ 311125 h 437681"/>
                <a:gd name="csX15" fmla="*/ 197167 w 317084"/>
                <a:gd name="csY15" fmla="*/ 321149 h 437681"/>
                <a:gd name="csX16" fmla="*/ 176305 w 317084"/>
                <a:gd name="csY16" fmla="*/ 297748 h 437681"/>
                <a:gd name="csX17" fmla="*/ 183281 w 317084"/>
                <a:gd name="csY17" fmla="*/ 288672 h 437681"/>
                <a:gd name="csX18" fmla="*/ 311667 w 317084"/>
                <a:gd name="csY18" fmla="*/ 341706 h 437681"/>
                <a:gd name="csX19" fmla="*/ 315121 w 317084"/>
                <a:gd name="csY19" fmla="*/ 364227 h 437681"/>
                <a:gd name="csX20" fmla="*/ 317085 w 317084"/>
                <a:gd name="csY20" fmla="*/ 383225 h 437681"/>
                <a:gd name="csX21" fmla="*/ 305571 w 317084"/>
                <a:gd name="csY21" fmla="*/ 414213 h 437681"/>
                <a:gd name="csX22" fmla="*/ 293176 w 317084"/>
                <a:gd name="csY22" fmla="*/ 379670 h 437681"/>
                <a:gd name="csX23" fmla="*/ 277361 w 317084"/>
                <a:gd name="csY23" fmla="*/ 396873 h 437681"/>
                <a:gd name="csX24" fmla="*/ 288164 w 317084"/>
                <a:gd name="csY24" fmla="*/ 421799 h 437681"/>
                <a:gd name="csX25" fmla="*/ 278478 w 317084"/>
                <a:gd name="csY25" fmla="*/ 437682 h 437681"/>
                <a:gd name="csX26" fmla="*/ 238618 w 317084"/>
                <a:gd name="csY26" fmla="*/ 418040 h 437681"/>
                <a:gd name="csX27" fmla="*/ 229102 w 317084"/>
                <a:gd name="csY27" fmla="*/ 393521 h 437681"/>
                <a:gd name="csX28" fmla="*/ 239431 w 317084"/>
                <a:gd name="csY28" fmla="*/ 377401 h 437681"/>
                <a:gd name="csX29" fmla="*/ 217960 w 317084"/>
                <a:gd name="csY29" fmla="*/ 361382 h 437681"/>
                <a:gd name="csX30" fmla="*/ 207326 w 317084"/>
                <a:gd name="csY30" fmla="*/ 375436 h 437681"/>
                <a:gd name="csX31" fmla="*/ 191409 w 317084"/>
                <a:gd name="csY31" fmla="*/ 374150 h 437681"/>
                <a:gd name="csX32" fmla="*/ 166314 w 317084"/>
                <a:gd name="csY32" fmla="*/ 393047 h 437681"/>
                <a:gd name="csX33" fmla="*/ 160727 w 317084"/>
                <a:gd name="csY33" fmla="*/ 383124 h 437681"/>
                <a:gd name="csX34" fmla="*/ 174003 w 317084"/>
                <a:gd name="csY34" fmla="*/ 354575 h 437681"/>
                <a:gd name="csX35" fmla="*/ 195337 w 317084"/>
                <a:gd name="csY35" fmla="*/ 345059 h 437681"/>
                <a:gd name="csX36" fmla="*/ 213829 w 317084"/>
                <a:gd name="csY36" fmla="*/ 332291 h 437681"/>
                <a:gd name="csX37" fmla="*/ 225783 w 317084"/>
                <a:gd name="csY37" fmla="*/ 347633 h 437681"/>
                <a:gd name="csX38" fmla="*/ 251522 w 317084"/>
                <a:gd name="csY38" fmla="*/ 338353 h 437681"/>
                <a:gd name="csX39" fmla="*/ 257076 w 317084"/>
                <a:gd name="csY39" fmla="*/ 323249 h 437681"/>
                <a:gd name="csX40" fmla="*/ 280985 w 317084"/>
                <a:gd name="csY40" fmla="*/ 322335 h 437681"/>
                <a:gd name="csX41" fmla="*/ 278986 w 317084"/>
                <a:gd name="csY41" fmla="*/ 296156 h 437681"/>
                <a:gd name="csX42" fmla="*/ 306451 w 317084"/>
                <a:gd name="csY42" fmla="*/ 312209 h 437681"/>
                <a:gd name="csX43" fmla="*/ 309296 w 317084"/>
                <a:gd name="csY43" fmla="*/ 329277 h 437681"/>
                <a:gd name="csX44" fmla="*/ 311667 w 317084"/>
                <a:gd name="csY44" fmla="*/ 341706 h 437681"/>
                <a:gd name="csX45" fmla="*/ 45075 w 317084"/>
                <a:gd name="csY45" fmla="*/ 311193 h 437681"/>
                <a:gd name="csX46" fmla="*/ 0 w 317084"/>
                <a:gd name="csY46" fmla="*/ 343298 h 437681"/>
                <a:gd name="csX47" fmla="*/ 16594 w 317084"/>
                <a:gd name="csY47" fmla="*/ 319626 h 437681"/>
                <a:gd name="csX48" fmla="*/ 41079 w 317084"/>
                <a:gd name="csY48" fmla="*/ 298730 h 437681"/>
                <a:gd name="csX49" fmla="*/ 61398 w 317084"/>
                <a:gd name="csY49" fmla="*/ 275295 h 437681"/>
                <a:gd name="csX50" fmla="*/ 79144 w 317084"/>
                <a:gd name="csY50" fmla="*/ 241632 h 437681"/>
                <a:gd name="csX51" fmla="*/ 85206 w 317084"/>
                <a:gd name="csY51" fmla="*/ 269267 h 437681"/>
                <a:gd name="csX52" fmla="*/ 62820 w 317084"/>
                <a:gd name="csY52" fmla="*/ 287893 h 437681"/>
                <a:gd name="csX53" fmla="*/ 45075 w 317084"/>
                <a:gd name="csY53" fmla="*/ 311193 h 437681"/>
                <a:gd name="csX54" fmla="*/ 174849 w 317084"/>
                <a:gd name="csY54" fmla="*/ 9482 h 437681"/>
                <a:gd name="csX55" fmla="*/ 169329 w 317084"/>
                <a:gd name="csY55" fmla="*/ 23537 h 437681"/>
                <a:gd name="csX56" fmla="*/ 180911 w 317084"/>
                <a:gd name="csY56" fmla="*/ 47785 h 437681"/>
                <a:gd name="csX57" fmla="*/ 171971 w 317084"/>
                <a:gd name="csY57" fmla="*/ 75961 h 437681"/>
                <a:gd name="csX58" fmla="*/ 152023 w 317084"/>
                <a:gd name="csY58" fmla="*/ 87171 h 437681"/>
                <a:gd name="csX59" fmla="*/ 146673 w 317084"/>
                <a:gd name="csY59" fmla="*/ 114466 h 437681"/>
                <a:gd name="csX60" fmla="*/ 154259 w 317084"/>
                <a:gd name="csY60" fmla="*/ 141457 h 437681"/>
                <a:gd name="csX61" fmla="*/ 172207 w 317084"/>
                <a:gd name="csY61" fmla="*/ 145183 h 437681"/>
                <a:gd name="csX62" fmla="*/ 187176 w 317084"/>
                <a:gd name="csY62" fmla="*/ 141153 h 437681"/>
                <a:gd name="csX63" fmla="*/ 229475 w 317084"/>
                <a:gd name="csY63" fmla="*/ 159948 h 437681"/>
                <a:gd name="csX64" fmla="*/ 226258 w 317084"/>
                <a:gd name="csY64" fmla="*/ 178371 h 437681"/>
                <a:gd name="csX65" fmla="*/ 237297 w 317084"/>
                <a:gd name="csY65" fmla="*/ 186499 h 437681"/>
                <a:gd name="csX66" fmla="*/ 233775 w 317084"/>
                <a:gd name="csY66" fmla="*/ 202111 h 437681"/>
                <a:gd name="csX67" fmla="*/ 207394 w 317084"/>
                <a:gd name="csY67" fmla="*/ 185483 h 437681"/>
                <a:gd name="csX68" fmla="*/ 194897 w 317084"/>
                <a:gd name="csY68" fmla="*/ 167703 h 437681"/>
                <a:gd name="csX69" fmla="*/ 186160 w 317084"/>
                <a:gd name="csY69" fmla="*/ 180132 h 437681"/>
                <a:gd name="csX70" fmla="*/ 164621 w 317084"/>
                <a:gd name="csY70" fmla="*/ 159881 h 437681"/>
                <a:gd name="csX71" fmla="*/ 133838 w 317084"/>
                <a:gd name="csY71" fmla="*/ 164859 h 437681"/>
                <a:gd name="csX72" fmla="*/ 117006 w 317084"/>
                <a:gd name="csY72" fmla="*/ 157374 h 437681"/>
                <a:gd name="csX73" fmla="*/ 118699 w 317084"/>
                <a:gd name="csY73" fmla="*/ 143388 h 437681"/>
                <a:gd name="csX74" fmla="*/ 129299 w 317084"/>
                <a:gd name="csY74" fmla="*/ 134786 h 437681"/>
                <a:gd name="csX75" fmla="*/ 119173 w 317084"/>
                <a:gd name="csY75" fmla="*/ 126929 h 437681"/>
                <a:gd name="csX76" fmla="*/ 114805 w 317084"/>
                <a:gd name="csY76" fmla="*/ 139154 h 437681"/>
                <a:gd name="csX77" fmla="*/ 98075 w 317084"/>
                <a:gd name="csY77" fmla="*/ 119682 h 437681"/>
                <a:gd name="csX78" fmla="*/ 93029 w 317084"/>
                <a:gd name="csY78" fmla="*/ 104950 h 437681"/>
                <a:gd name="csX79" fmla="*/ 91776 w 317084"/>
                <a:gd name="csY79" fmla="*/ 72507 h 437681"/>
                <a:gd name="csX80" fmla="*/ 105390 w 317084"/>
                <a:gd name="csY80" fmla="*/ 83648 h 437681"/>
                <a:gd name="csX81" fmla="*/ 108913 w 317084"/>
                <a:gd name="csY81" fmla="*/ 30682 h 437681"/>
                <a:gd name="csX82" fmla="*/ 119952 w 317084"/>
                <a:gd name="csY82" fmla="*/ 0 h 437681"/>
                <a:gd name="csX83" fmla="*/ 140442 w 317084"/>
                <a:gd name="csY83" fmla="*/ 34 h 437681"/>
                <a:gd name="csX84" fmla="*/ 161336 w 317084"/>
                <a:gd name="csY84" fmla="*/ 9685 h 437681"/>
                <a:gd name="csX85" fmla="*/ 171767 w 317084"/>
                <a:gd name="csY85" fmla="*/ 881 h 437681"/>
                <a:gd name="csX86" fmla="*/ 174849 w 317084"/>
                <a:gd name="csY86" fmla="*/ 9482 h 437681"/>
                <a:gd name="csX87" fmla="*/ 164723 w 317084"/>
                <a:gd name="csY87" fmla="*/ 240075 h 437681"/>
                <a:gd name="csX88" fmla="*/ 159508 w 317084"/>
                <a:gd name="csY88" fmla="*/ 223955 h 437681"/>
                <a:gd name="csX89" fmla="*/ 179827 w 317084"/>
                <a:gd name="csY89" fmla="*/ 234453 h 437681"/>
                <a:gd name="csX90" fmla="*/ 201366 w 317084"/>
                <a:gd name="csY90" fmla="*/ 234385 h 437681"/>
                <a:gd name="csX91" fmla="*/ 200723 w 317084"/>
                <a:gd name="csY91" fmla="*/ 248541 h 437681"/>
                <a:gd name="csX92" fmla="*/ 185042 w 317084"/>
                <a:gd name="csY92" fmla="*/ 262934 h 437681"/>
                <a:gd name="csX93" fmla="*/ 163537 w 317084"/>
                <a:gd name="csY93" fmla="*/ 273094 h 437681"/>
                <a:gd name="csX94" fmla="*/ 162319 w 317084"/>
                <a:gd name="csY94" fmla="*/ 257346 h 437681"/>
                <a:gd name="csX95" fmla="*/ 164723 w 317084"/>
                <a:gd name="csY95" fmla="*/ 240075 h 437681"/>
                <a:gd name="csX96" fmla="*/ 282068 w 317084"/>
                <a:gd name="csY96" fmla="*/ 214777 h 437681"/>
                <a:gd name="csX97" fmla="*/ 291550 w 317084"/>
                <a:gd name="csY97" fmla="*/ 252605 h 437681"/>
                <a:gd name="csX98" fmla="*/ 265440 w 317084"/>
                <a:gd name="csY98" fmla="*/ 243631 h 437681"/>
                <a:gd name="csX99" fmla="*/ 266151 w 317084"/>
                <a:gd name="csY99" fmla="*/ 254976 h 437681"/>
                <a:gd name="csX100" fmla="*/ 274415 w 317084"/>
                <a:gd name="csY100" fmla="*/ 275871 h 437681"/>
                <a:gd name="csX101" fmla="*/ 258328 w 317084"/>
                <a:gd name="csY101" fmla="*/ 283457 h 437681"/>
                <a:gd name="csX102" fmla="*/ 256906 w 317084"/>
                <a:gd name="csY102" fmla="*/ 259649 h 437681"/>
                <a:gd name="csX103" fmla="*/ 246713 w 317084"/>
                <a:gd name="csY103" fmla="*/ 257888 h 437681"/>
                <a:gd name="csX104" fmla="*/ 241429 w 317084"/>
                <a:gd name="csY104" fmla="*/ 237399 h 437681"/>
                <a:gd name="csX105" fmla="*/ 261342 w 317084"/>
                <a:gd name="csY105" fmla="*/ 240075 h 437681"/>
                <a:gd name="csX106" fmla="*/ 260902 w 317084"/>
                <a:gd name="csY106" fmla="*/ 227273 h 437681"/>
                <a:gd name="csX107" fmla="*/ 240210 w 317084"/>
                <a:gd name="csY107" fmla="*/ 201400 h 437681"/>
                <a:gd name="csX108" fmla="*/ 272721 w 317084"/>
                <a:gd name="csY108" fmla="*/ 202145 h 437681"/>
                <a:gd name="csX109" fmla="*/ 282068 w 317084"/>
                <a:gd name="csY109" fmla="*/ 214777 h 437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317084" h="437681">
                  <a:moveTo>
                    <a:pt x="123949" y="196455"/>
                  </a:moveTo>
                  <a:lnTo>
                    <a:pt x="106643" y="170650"/>
                  </a:lnTo>
                  <a:lnTo>
                    <a:pt x="135666" y="171869"/>
                  </a:lnTo>
                  <a:lnTo>
                    <a:pt x="147418" y="184061"/>
                  </a:lnTo>
                  <a:lnTo>
                    <a:pt x="138443" y="213321"/>
                  </a:lnTo>
                  <a:lnTo>
                    <a:pt x="123949" y="196455"/>
                  </a:lnTo>
                  <a:close/>
                  <a:moveTo>
                    <a:pt x="183281" y="288672"/>
                  </a:moveTo>
                  <a:lnTo>
                    <a:pt x="191782" y="279190"/>
                  </a:lnTo>
                  <a:lnTo>
                    <a:pt x="195507" y="258159"/>
                  </a:lnTo>
                  <a:lnTo>
                    <a:pt x="214201" y="256161"/>
                  </a:lnTo>
                  <a:lnTo>
                    <a:pt x="208749" y="278987"/>
                  </a:lnTo>
                  <a:lnTo>
                    <a:pt x="233809" y="246272"/>
                  </a:lnTo>
                  <a:lnTo>
                    <a:pt x="230558" y="278580"/>
                  </a:lnTo>
                  <a:lnTo>
                    <a:pt x="218400" y="289722"/>
                  </a:lnTo>
                  <a:lnTo>
                    <a:pt x="207800" y="311125"/>
                  </a:lnTo>
                  <a:lnTo>
                    <a:pt x="197167" y="321149"/>
                  </a:lnTo>
                  <a:lnTo>
                    <a:pt x="176305" y="297748"/>
                  </a:lnTo>
                  <a:lnTo>
                    <a:pt x="183281" y="288672"/>
                  </a:lnTo>
                  <a:close/>
                  <a:moveTo>
                    <a:pt x="311667" y="341706"/>
                  </a:moveTo>
                  <a:lnTo>
                    <a:pt x="315121" y="364227"/>
                  </a:lnTo>
                  <a:lnTo>
                    <a:pt x="317085" y="383225"/>
                  </a:lnTo>
                  <a:lnTo>
                    <a:pt x="305571" y="414213"/>
                  </a:lnTo>
                  <a:lnTo>
                    <a:pt x="293176" y="379670"/>
                  </a:lnTo>
                  <a:lnTo>
                    <a:pt x="277361" y="396873"/>
                  </a:lnTo>
                  <a:lnTo>
                    <a:pt x="288164" y="421799"/>
                  </a:lnTo>
                  <a:lnTo>
                    <a:pt x="278478" y="437682"/>
                  </a:lnTo>
                  <a:lnTo>
                    <a:pt x="238618" y="418040"/>
                  </a:lnTo>
                  <a:lnTo>
                    <a:pt x="229102" y="393521"/>
                  </a:lnTo>
                  <a:lnTo>
                    <a:pt x="239431" y="377401"/>
                  </a:lnTo>
                  <a:lnTo>
                    <a:pt x="217960" y="361382"/>
                  </a:lnTo>
                  <a:lnTo>
                    <a:pt x="207326" y="375436"/>
                  </a:lnTo>
                  <a:lnTo>
                    <a:pt x="191409" y="374150"/>
                  </a:lnTo>
                  <a:lnTo>
                    <a:pt x="166314" y="393047"/>
                  </a:lnTo>
                  <a:lnTo>
                    <a:pt x="160727" y="383124"/>
                  </a:lnTo>
                  <a:lnTo>
                    <a:pt x="174003" y="354575"/>
                  </a:lnTo>
                  <a:lnTo>
                    <a:pt x="195337" y="345059"/>
                  </a:lnTo>
                  <a:lnTo>
                    <a:pt x="213829" y="332291"/>
                  </a:lnTo>
                  <a:lnTo>
                    <a:pt x="225783" y="347633"/>
                  </a:lnTo>
                  <a:lnTo>
                    <a:pt x="251522" y="338353"/>
                  </a:lnTo>
                  <a:lnTo>
                    <a:pt x="257076" y="323249"/>
                  </a:lnTo>
                  <a:lnTo>
                    <a:pt x="280985" y="322335"/>
                  </a:lnTo>
                  <a:lnTo>
                    <a:pt x="278986" y="296156"/>
                  </a:lnTo>
                  <a:lnTo>
                    <a:pt x="306451" y="312209"/>
                  </a:lnTo>
                  <a:lnTo>
                    <a:pt x="309296" y="329277"/>
                  </a:lnTo>
                  <a:lnTo>
                    <a:pt x="311667" y="341706"/>
                  </a:lnTo>
                  <a:close/>
                  <a:moveTo>
                    <a:pt x="45075" y="311193"/>
                  </a:moveTo>
                  <a:lnTo>
                    <a:pt x="0" y="343298"/>
                  </a:lnTo>
                  <a:lnTo>
                    <a:pt x="16594" y="319626"/>
                  </a:lnTo>
                  <a:lnTo>
                    <a:pt x="41079" y="298730"/>
                  </a:lnTo>
                  <a:lnTo>
                    <a:pt x="61398" y="275295"/>
                  </a:lnTo>
                  <a:lnTo>
                    <a:pt x="79144" y="241632"/>
                  </a:lnTo>
                  <a:lnTo>
                    <a:pt x="85206" y="269267"/>
                  </a:lnTo>
                  <a:lnTo>
                    <a:pt x="62820" y="287893"/>
                  </a:lnTo>
                  <a:lnTo>
                    <a:pt x="45075" y="311193"/>
                  </a:lnTo>
                  <a:close/>
                  <a:moveTo>
                    <a:pt x="174849" y="9482"/>
                  </a:moveTo>
                  <a:lnTo>
                    <a:pt x="169329" y="23537"/>
                  </a:lnTo>
                  <a:lnTo>
                    <a:pt x="180911" y="47785"/>
                  </a:lnTo>
                  <a:lnTo>
                    <a:pt x="171971" y="75961"/>
                  </a:lnTo>
                  <a:lnTo>
                    <a:pt x="152023" y="87171"/>
                  </a:lnTo>
                  <a:lnTo>
                    <a:pt x="146673" y="114466"/>
                  </a:lnTo>
                  <a:lnTo>
                    <a:pt x="154259" y="141457"/>
                  </a:lnTo>
                  <a:lnTo>
                    <a:pt x="172207" y="145183"/>
                  </a:lnTo>
                  <a:lnTo>
                    <a:pt x="187176" y="141153"/>
                  </a:lnTo>
                  <a:lnTo>
                    <a:pt x="229475" y="159948"/>
                  </a:lnTo>
                  <a:lnTo>
                    <a:pt x="226258" y="178371"/>
                  </a:lnTo>
                  <a:lnTo>
                    <a:pt x="237297" y="186499"/>
                  </a:lnTo>
                  <a:lnTo>
                    <a:pt x="233775" y="202111"/>
                  </a:lnTo>
                  <a:lnTo>
                    <a:pt x="207394" y="185483"/>
                  </a:lnTo>
                  <a:lnTo>
                    <a:pt x="194897" y="167703"/>
                  </a:lnTo>
                  <a:lnTo>
                    <a:pt x="186160" y="180132"/>
                  </a:lnTo>
                  <a:lnTo>
                    <a:pt x="164621" y="159881"/>
                  </a:lnTo>
                  <a:lnTo>
                    <a:pt x="133838" y="164859"/>
                  </a:lnTo>
                  <a:lnTo>
                    <a:pt x="117006" y="157374"/>
                  </a:lnTo>
                  <a:lnTo>
                    <a:pt x="118699" y="143388"/>
                  </a:lnTo>
                  <a:lnTo>
                    <a:pt x="129299" y="134786"/>
                  </a:lnTo>
                  <a:lnTo>
                    <a:pt x="119173" y="126929"/>
                  </a:lnTo>
                  <a:lnTo>
                    <a:pt x="114805" y="139154"/>
                  </a:lnTo>
                  <a:lnTo>
                    <a:pt x="98075" y="119682"/>
                  </a:lnTo>
                  <a:lnTo>
                    <a:pt x="93029" y="104950"/>
                  </a:lnTo>
                  <a:lnTo>
                    <a:pt x="91776" y="72507"/>
                  </a:lnTo>
                  <a:lnTo>
                    <a:pt x="105390" y="83648"/>
                  </a:lnTo>
                  <a:lnTo>
                    <a:pt x="108913" y="30682"/>
                  </a:lnTo>
                  <a:lnTo>
                    <a:pt x="119952" y="0"/>
                  </a:lnTo>
                  <a:lnTo>
                    <a:pt x="140442" y="34"/>
                  </a:lnTo>
                  <a:lnTo>
                    <a:pt x="161336" y="9685"/>
                  </a:lnTo>
                  <a:lnTo>
                    <a:pt x="171767" y="881"/>
                  </a:lnTo>
                  <a:lnTo>
                    <a:pt x="174849" y="9482"/>
                  </a:lnTo>
                  <a:close/>
                  <a:moveTo>
                    <a:pt x="164723" y="240075"/>
                  </a:moveTo>
                  <a:lnTo>
                    <a:pt x="159508" y="223955"/>
                  </a:lnTo>
                  <a:lnTo>
                    <a:pt x="179827" y="234453"/>
                  </a:lnTo>
                  <a:lnTo>
                    <a:pt x="201366" y="234385"/>
                  </a:lnTo>
                  <a:lnTo>
                    <a:pt x="200723" y="248541"/>
                  </a:lnTo>
                  <a:lnTo>
                    <a:pt x="185042" y="262934"/>
                  </a:lnTo>
                  <a:lnTo>
                    <a:pt x="163537" y="273094"/>
                  </a:lnTo>
                  <a:lnTo>
                    <a:pt x="162319" y="257346"/>
                  </a:lnTo>
                  <a:lnTo>
                    <a:pt x="164723" y="240075"/>
                  </a:lnTo>
                  <a:close/>
                  <a:moveTo>
                    <a:pt x="282068" y="214777"/>
                  </a:moveTo>
                  <a:lnTo>
                    <a:pt x="291550" y="252605"/>
                  </a:lnTo>
                  <a:lnTo>
                    <a:pt x="265440" y="243631"/>
                  </a:lnTo>
                  <a:lnTo>
                    <a:pt x="266151" y="254976"/>
                  </a:lnTo>
                  <a:lnTo>
                    <a:pt x="274415" y="275871"/>
                  </a:lnTo>
                  <a:lnTo>
                    <a:pt x="258328" y="283457"/>
                  </a:lnTo>
                  <a:lnTo>
                    <a:pt x="256906" y="259649"/>
                  </a:lnTo>
                  <a:lnTo>
                    <a:pt x="246713" y="257888"/>
                  </a:lnTo>
                  <a:lnTo>
                    <a:pt x="241429" y="237399"/>
                  </a:lnTo>
                  <a:lnTo>
                    <a:pt x="261342" y="240075"/>
                  </a:lnTo>
                  <a:lnTo>
                    <a:pt x="260902" y="227273"/>
                  </a:lnTo>
                  <a:lnTo>
                    <a:pt x="240210" y="201400"/>
                  </a:lnTo>
                  <a:lnTo>
                    <a:pt x="272721" y="202145"/>
                  </a:lnTo>
                  <a:lnTo>
                    <a:pt x="282068" y="21477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2" name="Forma libre: forma 151">
              <a:extLst>
                <a:ext uri="{FF2B5EF4-FFF2-40B4-BE49-F238E27FC236}">
                  <a16:creationId xmlns:a16="http://schemas.microsoft.com/office/drawing/2014/main" id="{5E6DD34E-34FA-A59E-0E49-D28FD7E11044}"/>
                </a:ext>
              </a:extLst>
            </p:cNvPr>
            <p:cNvSpPr/>
            <p:nvPr/>
          </p:nvSpPr>
          <p:spPr>
            <a:xfrm>
              <a:off x="9485341" y="3194377"/>
              <a:ext cx="646701" cy="208444"/>
            </a:xfrm>
            <a:custGeom>
              <a:avLst/>
              <a:gdLst>
                <a:gd name="csX0" fmla="*/ 0 w 646701"/>
                <a:gd name="csY0" fmla="*/ 15714 h 208444"/>
                <a:gd name="csX1" fmla="*/ 5893 w 646701"/>
                <a:gd name="csY1" fmla="*/ 9652 h 208444"/>
                <a:gd name="csX2" fmla="*/ 33527 w 646701"/>
                <a:gd name="csY2" fmla="*/ 24485 h 208444"/>
                <a:gd name="csX3" fmla="*/ 36168 w 646701"/>
                <a:gd name="csY3" fmla="*/ 41892 h 208444"/>
                <a:gd name="csX4" fmla="*/ 58520 w 646701"/>
                <a:gd name="csY4" fmla="*/ 37828 h 208444"/>
                <a:gd name="csX5" fmla="*/ 69594 w 646701"/>
                <a:gd name="csY5" fmla="*/ 23909 h 208444"/>
                <a:gd name="csX6" fmla="*/ 77384 w 646701"/>
                <a:gd name="csY6" fmla="*/ 27093 h 208444"/>
                <a:gd name="csX7" fmla="*/ 97398 w 646701"/>
                <a:gd name="csY7" fmla="*/ 47548 h 208444"/>
                <a:gd name="csX8" fmla="*/ 111588 w 646701"/>
                <a:gd name="csY8" fmla="*/ 70204 h 208444"/>
                <a:gd name="csX9" fmla="*/ 113552 w 646701"/>
                <a:gd name="csY9" fmla="*/ 92996 h 208444"/>
                <a:gd name="csX10" fmla="*/ 109929 w 646701"/>
                <a:gd name="csY10" fmla="*/ 108405 h 208444"/>
                <a:gd name="csX11" fmla="*/ 113213 w 646701"/>
                <a:gd name="csY11" fmla="*/ 120054 h 208444"/>
                <a:gd name="csX12" fmla="*/ 115686 w 646701"/>
                <a:gd name="csY12" fmla="*/ 140103 h 208444"/>
                <a:gd name="csX13" fmla="*/ 127641 w 646701"/>
                <a:gd name="csY13" fmla="*/ 149450 h 208444"/>
                <a:gd name="csX14" fmla="*/ 140949 w 646701"/>
                <a:gd name="csY14" fmla="*/ 179387 h 208444"/>
                <a:gd name="csX15" fmla="*/ 140306 w 646701"/>
                <a:gd name="csY15" fmla="*/ 190834 h 208444"/>
                <a:gd name="csX16" fmla="*/ 116295 w 646701"/>
                <a:gd name="csY16" fmla="*/ 193103 h 208444"/>
                <a:gd name="csX17" fmla="*/ 84258 w 646701"/>
                <a:gd name="csY17" fmla="*/ 168008 h 208444"/>
                <a:gd name="csX18" fmla="*/ 44195 w 646701"/>
                <a:gd name="csY18" fmla="*/ 141119 h 208444"/>
                <a:gd name="csX19" fmla="*/ 40232 w 646701"/>
                <a:gd name="csY19" fmla="*/ 123881 h 208444"/>
                <a:gd name="csX20" fmla="*/ 20625 w 646701"/>
                <a:gd name="csY20" fmla="*/ 101225 h 208444"/>
                <a:gd name="csX21" fmla="*/ 15951 w 646701"/>
                <a:gd name="csY21" fmla="*/ 73184 h 208444"/>
                <a:gd name="csX22" fmla="*/ 3759 w 646701"/>
                <a:gd name="csY22" fmla="*/ 54727 h 208444"/>
                <a:gd name="csX23" fmla="*/ 7451 w 646701"/>
                <a:gd name="csY23" fmla="*/ 30039 h 208444"/>
                <a:gd name="csX24" fmla="*/ 0 w 646701"/>
                <a:gd name="csY24" fmla="*/ 15714 h 208444"/>
                <a:gd name="csX25" fmla="*/ 602676 w 646701"/>
                <a:gd name="csY25" fmla="*/ 94486 h 208444"/>
                <a:gd name="csX26" fmla="*/ 573315 w 646701"/>
                <a:gd name="csY26" fmla="*/ 88796 h 208444"/>
                <a:gd name="csX27" fmla="*/ 534403 w 646701"/>
                <a:gd name="csY27" fmla="*/ 88762 h 208444"/>
                <a:gd name="csX28" fmla="*/ 522652 w 646701"/>
                <a:gd name="csY28" fmla="*/ 127302 h 208444"/>
                <a:gd name="csX29" fmla="*/ 509613 w 646701"/>
                <a:gd name="csY29" fmla="*/ 139087 h 208444"/>
                <a:gd name="csX30" fmla="*/ 492240 w 646701"/>
                <a:gd name="csY30" fmla="*/ 186160 h 208444"/>
                <a:gd name="csX31" fmla="*/ 464639 w 646701"/>
                <a:gd name="csY31" fmla="*/ 193374 h 208444"/>
                <a:gd name="csX32" fmla="*/ 432602 w 646701"/>
                <a:gd name="csY32" fmla="*/ 183891 h 208444"/>
                <a:gd name="csX33" fmla="*/ 416347 w 646701"/>
                <a:gd name="csY33" fmla="*/ 186872 h 208444"/>
                <a:gd name="csX34" fmla="*/ 396637 w 646701"/>
                <a:gd name="csY34" fmla="*/ 204008 h 208444"/>
                <a:gd name="csX35" fmla="*/ 374996 w 646701"/>
                <a:gd name="csY35" fmla="*/ 201569 h 208444"/>
                <a:gd name="csX36" fmla="*/ 353153 w 646701"/>
                <a:gd name="csY36" fmla="*/ 208444 h 208444"/>
                <a:gd name="csX37" fmla="*/ 329988 w 646701"/>
                <a:gd name="csY37" fmla="*/ 189310 h 208444"/>
                <a:gd name="csX38" fmla="*/ 324333 w 646701"/>
                <a:gd name="csY38" fmla="*/ 166688 h 208444"/>
                <a:gd name="csX39" fmla="*/ 349157 w 646701"/>
                <a:gd name="csY39" fmla="*/ 178270 h 208444"/>
                <a:gd name="csX40" fmla="*/ 375335 w 646701"/>
                <a:gd name="csY40" fmla="*/ 171937 h 208444"/>
                <a:gd name="csX41" fmla="*/ 382142 w 646701"/>
                <a:gd name="csY41" fmla="*/ 143286 h 208444"/>
                <a:gd name="csX42" fmla="*/ 396603 w 646701"/>
                <a:gd name="csY42" fmla="*/ 136886 h 208444"/>
                <a:gd name="csX43" fmla="*/ 437208 w 646701"/>
                <a:gd name="csY43" fmla="*/ 129571 h 208444"/>
                <a:gd name="csX44" fmla="*/ 461490 w 646701"/>
                <a:gd name="csY44" fmla="*/ 102749 h 208444"/>
                <a:gd name="csX45" fmla="*/ 478118 w 646701"/>
                <a:gd name="csY45" fmla="*/ 81346 h 208444"/>
                <a:gd name="csX46" fmla="*/ 493561 w 646701"/>
                <a:gd name="csY46" fmla="*/ 98888 h 208444"/>
                <a:gd name="csX47" fmla="*/ 500672 w 646701"/>
                <a:gd name="csY47" fmla="*/ 87374 h 208444"/>
                <a:gd name="csX48" fmla="*/ 516826 w 646701"/>
                <a:gd name="csY48" fmla="*/ 88424 h 208444"/>
                <a:gd name="csX49" fmla="*/ 518825 w 646701"/>
                <a:gd name="csY49" fmla="*/ 66817 h 208444"/>
                <a:gd name="csX50" fmla="*/ 520348 w 646701"/>
                <a:gd name="csY50" fmla="*/ 50122 h 208444"/>
                <a:gd name="csX51" fmla="*/ 546425 w 646701"/>
                <a:gd name="csY51" fmla="*/ 26585 h 208444"/>
                <a:gd name="csX52" fmla="*/ 563494 w 646701"/>
                <a:gd name="csY52" fmla="*/ 102 h 208444"/>
                <a:gd name="csX53" fmla="*/ 577209 w 646701"/>
                <a:gd name="csY53" fmla="*/ 0 h 208444"/>
                <a:gd name="csX54" fmla="*/ 594582 w 646701"/>
                <a:gd name="csY54" fmla="*/ 17136 h 208444"/>
                <a:gd name="csX55" fmla="*/ 596140 w 646701"/>
                <a:gd name="csY55" fmla="*/ 31868 h 208444"/>
                <a:gd name="csX56" fmla="*/ 618457 w 646701"/>
                <a:gd name="csY56" fmla="*/ 41282 h 208444"/>
                <a:gd name="csX57" fmla="*/ 646702 w 646701"/>
                <a:gd name="csY57" fmla="*/ 51476 h 208444"/>
                <a:gd name="csX58" fmla="*/ 644297 w 646701"/>
                <a:gd name="csY58" fmla="*/ 64752 h 208444"/>
                <a:gd name="csX59" fmla="*/ 621573 w 646701"/>
                <a:gd name="csY59" fmla="*/ 66411 h 208444"/>
                <a:gd name="csX60" fmla="*/ 627602 w 646701"/>
                <a:gd name="csY60" fmla="*/ 82971 h 208444"/>
                <a:gd name="csX61" fmla="*/ 602676 w 646701"/>
                <a:gd name="csY61" fmla="*/ 94486 h 208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</a:cxnLst>
              <a:rect l="l" t="t" r="r" b="b"/>
              <a:pathLst>
                <a:path w="646701" h="208444">
                  <a:moveTo>
                    <a:pt x="0" y="15714"/>
                  </a:moveTo>
                  <a:lnTo>
                    <a:pt x="5893" y="9652"/>
                  </a:lnTo>
                  <a:lnTo>
                    <a:pt x="33527" y="24485"/>
                  </a:lnTo>
                  <a:lnTo>
                    <a:pt x="36168" y="41892"/>
                  </a:lnTo>
                  <a:lnTo>
                    <a:pt x="58520" y="37828"/>
                  </a:lnTo>
                  <a:lnTo>
                    <a:pt x="69594" y="23909"/>
                  </a:lnTo>
                  <a:lnTo>
                    <a:pt x="77384" y="27093"/>
                  </a:lnTo>
                  <a:lnTo>
                    <a:pt x="97398" y="47548"/>
                  </a:lnTo>
                  <a:lnTo>
                    <a:pt x="111588" y="70204"/>
                  </a:lnTo>
                  <a:lnTo>
                    <a:pt x="113552" y="92996"/>
                  </a:lnTo>
                  <a:lnTo>
                    <a:pt x="109929" y="108405"/>
                  </a:lnTo>
                  <a:lnTo>
                    <a:pt x="113213" y="120054"/>
                  </a:lnTo>
                  <a:lnTo>
                    <a:pt x="115686" y="140103"/>
                  </a:lnTo>
                  <a:lnTo>
                    <a:pt x="127641" y="149450"/>
                  </a:lnTo>
                  <a:lnTo>
                    <a:pt x="140949" y="179387"/>
                  </a:lnTo>
                  <a:lnTo>
                    <a:pt x="140306" y="190834"/>
                  </a:lnTo>
                  <a:lnTo>
                    <a:pt x="116295" y="193103"/>
                  </a:lnTo>
                  <a:lnTo>
                    <a:pt x="84258" y="168008"/>
                  </a:lnTo>
                  <a:lnTo>
                    <a:pt x="44195" y="141119"/>
                  </a:lnTo>
                  <a:lnTo>
                    <a:pt x="40232" y="123881"/>
                  </a:lnTo>
                  <a:lnTo>
                    <a:pt x="20625" y="101225"/>
                  </a:lnTo>
                  <a:lnTo>
                    <a:pt x="15951" y="73184"/>
                  </a:lnTo>
                  <a:lnTo>
                    <a:pt x="3759" y="54727"/>
                  </a:lnTo>
                  <a:lnTo>
                    <a:pt x="7451" y="30039"/>
                  </a:lnTo>
                  <a:lnTo>
                    <a:pt x="0" y="15714"/>
                  </a:lnTo>
                  <a:close/>
                  <a:moveTo>
                    <a:pt x="602676" y="94486"/>
                  </a:moveTo>
                  <a:lnTo>
                    <a:pt x="573315" y="88796"/>
                  </a:lnTo>
                  <a:lnTo>
                    <a:pt x="534403" y="88762"/>
                  </a:lnTo>
                  <a:lnTo>
                    <a:pt x="522652" y="127302"/>
                  </a:lnTo>
                  <a:lnTo>
                    <a:pt x="509613" y="139087"/>
                  </a:lnTo>
                  <a:lnTo>
                    <a:pt x="492240" y="186160"/>
                  </a:lnTo>
                  <a:lnTo>
                    <a:pt x="464639" y="193374"/>
                  </a:lnTo>
                  <a:lnTo>
                    <a:pt x="432602" y="183891"/>
                  </a:lnTo>
                  <a:lnTo>
                    <a:pt x="416347" y="186872"/>
                  </a:lnTo>
                  <a:lnTo>
                    <a:pt x="396637" y="204008"/>
                  </a:lnTo>
                  <a:lnTo>
                    <a:pt x="374996" y="201569"/>
                  </a:lnTo>
                  <a:lnTo>
                    <a:pt x="353153" y="208444"/>
                  </a:lnTo>
                  <a:lnTo>
                    <a:pt x="329988" y="189310"/>
                  </a:lnTo>
                  <a:lnTo>
                    <a:pt x="324333" y="166688"/>
                  </a:lnTo>
                  <a:lnTo>
                    <a:pt x="349157" y="178270"/>
                  </a:lnTo>
                  <a:lnTo>
                    <a:pt x="375335" y="171937"/>
                  </a:lnTo>
                  <a:lnTo>
                    <a:pt x="382142" y="143286"/>
                  </a:lnTo>
                  <a:lnTo>
                    <a:pt x="396603" y="136886"/>
                  </a:lnTo>
                  <a:lnTo>
                    <a:pt x="437208" y="129571"/>
                  </a:lnTo>
                  <a:lnTo>
                    <a:pt x="461490" y="102749"/>
                  </a:lnTo>
                  <a:lnTo>
                    <a:pt x="478118" y="81346"/>
                  </a:lnTo>
                  <a:lnTo>
                    <a:pt x="493561" y="98888"/>
                  </a:lnTo>
                  <a:lnTo>
                    <a:pt x="500672" y="87374"/>
                  </a:lnTo>
                  <a:lnTo>
                    <a:pt x="516826" y="88424"/>
                  </a:lnTo>
                  <a:lnTo>
                    <a:pt x="518825" y="66817"/>
                  </a:lnTo>
                  <a:lnTo>
                    <a:pt x="520348" y="50122"/>
                  </a:lnTo>
                  <a:lnTo>
                    <a:pt x="546425" y="26585"/>
                  </a:lnTo>
                  <a:lnTo>
                    <a:pt x="563494" y="102"/>
                  </a:lnTo>
                  <a:lnTo>
                    <a:pt x="577209" y="0"/>
                  </a:lnTo>
                  <a:lnTo>
                    <a:pt x="594582" y="17136"/>
                  </a:lnTo>
                  <a:lnTo>
                    <a:pt x="596140" y="31868"/>
                  </a:lnTo>
                  <a:lnTo>
                    <a:pt x="618457" y="41282"/>
                  </a:lnTo>
                  <a:lnTo>
                    <a:pt x="646702" y="51476"/>
                  </a:lnTo>
                  <a:lnTo>
                    <a:pt x="644297" y="64752"/>
                  </a:lnTo>
                  <a:lnTo>
                    <a:pt x="621573" y="66411"/>
                  </a:lnTo>
                  <a:lnTo>
                    <a:pt x="627602" y="82971"/>
                  </a:lnTo>
                  <a:lnTo>
                    <a:pt x="602676" y="9448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3" name="Forma libre: forma 152">
              <a:extLst>
                <a:ext uri="{FF2B5EF4-FFF2-40B4-BE49-F238E27FC236}">
                  <a16:creationId xmlns:a16="http://schemas.microsoft.com/office/drawing/2014/main" id="{76F0BBB2-44E2-C197-4FDD-394BDB5C065E}"/>
                </a:ext>
              </a:extLst>
            </p:cNvPr>
            <p:cNvSpPr/>
            <p:nvPr/>
          </p:nvSpPr>
          <p:spPr>
            <a:xfrm>
              <a:off x="9963459" y="3244499"/>
              <a:ext cx="42229" cy="48766"/>
            </a:xfrm>
            <a:custGeom>
              <a:avLst/>
              <a:gdLst>
                <a:gd name="csX0" fmla="*/ 42230 w 42229"/>
                <a:gd name="csY0" fmla="*/ 0 h 48766"/>
                <a:gd name="csX1" fmla="*/ 40707 w 42229"/>
                <a:gd name="csY1" fmla="*/ 16696 h 48766"/>
                <a:gd name="csX2" fmla="*/ 38708 w 42229"/>
                <a:gd name="csY2" fmla="*/ 38302 h 48766"/>
                <a:gd name="csX3" fmla="*/ 22554 w 42229"/>
                <a:gd name="csY3" fmla="*/ 37252 h 48766"/>
                <a:gd name="csX4" fmla="*/ 15443 w 42229"/>
                <a:gd name="csY4" fmla="*/ 48767 h 48766"/>
                <a:gd name="csX5" fmla="*/ 0 w 42229"/>
                <a:gd name="csY5" fmla="*/ 31224 h 48766"/>
                <a:gd name="csX6" fmla="*/ 13411 w 42229"/>
                <a:gd name="csY6" fmla="*/ 18558 h 48766"/>
                <a:gd name="csX7" fmla="*/ 42230 w 42229"/>
                <a:gd name="csY7" fmla="*/ 0 h 487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2229" h="48766">
                  <a:moveTo>
                    <a:pt x="42230" y="0"/>
                  </a:moveTo>
                  <a:lnTo>
                    <a:pt x="40707" y="16696"/>
                  </a:lnTo>
                  <a:lnTo>
                    <a:pt x="38708" y="38302"/>
                  </a:lnTo>
                  <a:lnTo>
                    <a:pt x="22554" y="37252"/>
                  </a:lnTo>
                  <a:lnTo>
                    <a:pt x="15443" y="48767"/>
                  </a:lnTo>
                  <a:lnTo>
                    <a:pt x="0" y="31224"/>
                  </a:lnTo>
                  <a:lnTo>
                    <a:pt x="13411" y="18558"/>
                  </a:lnTo>
                  <a:lnTo>
                    <a:pt x="42230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4" name="Forma libre: forma 153">
              <a:extLst>
                <a:ext uri="{FF2B5EF4-FFF2-40B4-BE49-F238E27FC236}">
                  <a16:creationId xmlns:a16="http://schemas.microsoft.com/office/drawing/2014/main" id="{E860D7BF-D622-30D7-9444-0FB2704AA3C4}"/>
                </a:ext>
              </a:extLst>
            </p:cNvPr>
            <p:cNvSpPr/>
            <p:nvPr/>
          </p:nvSpPr>
          <p:spPr>
            <a:xfrm>
              <a:off x="6559741" y="1842318"/>
              <a:ext cx="97093" cy="47412"/>
            </a:xfrm>
            <a:custGeom>
              <a:avLst/>
              <a:gdLst>
                <a:gd name="csX0" fmla="*/ 3658 w 97093"/>
                <a:gd name="csY0" fmla="*/ 11616 h 47412"/>
                <a:gd name="csX1" fmla="*/ 31631 w 97093"/>
                <a:gd name="csY1" fmla="*/ 14224 h 47412"/>
                <a:gd name="csX2" fmla="*/ 48733 w 97093"/>
                <a:gd name="csY2" fmla="*/ 6536 h 47412"/>
                <a:gd name="csX3" fmla="*/ 78365 w 97093"/>
                <a:gd name="csY3" fmla="*/ 5690 h 47412"/>
                <a:gd name="csX4" fmla="*/ 84800 w 97093"/>
                <a:gd name="csY4" fmla="*/ 0 h 47412"/>
                <a:gd name="csX5" fmla="*/ 90523 w 97093"/>
                <a:gd name="csY5" fmla="*/ 373 h 47412"/>
                <a:gd name="csX6" fmla="*/ 97093 w 97093"/>
                <a:gd name="csY6" fmla="*/ 11785 h 47412"/>
                <a:gd name="csX7" fmla="*/ 70136 w 97093"/>
                <a:gd name="csY7" fmla="*/ 20794 h 47412"/>
                <a:gd name="csX8" fmla="*/ 66851 w 97093"/>
                <a:gd name="csY8" fmla="*/ 34475 h 47412"/>
                <a:gd name="csX9" fmla="*/ 55066 w 97093"/>
                <a:gd name="csY9" fmla="*/ 37930 h 47412"/>
                <a:gd name="csX10" fmla="*/ 55201 w 97093"/>
                <a:gd name="csY10" fmla="*/ 47412 h 47412"/>
                <a:gd name="csX11" fmla="*/ 41892 w 97093"/>
                <a:gd name="csY11" fmla="*/ 46735 h 47412"/>
                <a:gd name="csX12" fmla="*/ 30378 w 97093"/>
                <a:gd name="csY12" fmla="*/ 41215 h 47412"/>
                <a:gd name="csX13" fmla="*/ 24180 w 97093"/>
                <a:gd name="csY13" fmla="*/ 46938 h 47412"/>
                <a:gd name="csX14" fmla="*/ 576 w 97093"/>
                <a:gd name="csY14" fmla="*/ 45787 h 47412"/>
                <a:gd name="csX15" fmla="*/ 8128 w 97093"/>
                <a:gd name="csY15" fmla="*/ 42705 h 47412"/>
                <a:gd name="csX16" fmla="*/ 0 w 97093"/>
                <a:gd name="csY16" fmla="*/ 28278 h 47412"/>
                <a:gd name="csX17" fmla="*/ 3658 w 97093"/>
                <a:gd name="csY17" fmla="*/ 11616 h 474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97093" h="47412">
                  <a:moveTo>
                    <a:pt x="3658" y="11616"/>
                  </a:moveTo>
                  <a:lnTo>
                    <a:pt x="31631" y="14224"/>
                  </a:lnTo>
                  <a:lnTo>
                    <a:pt x="48733" y="6536"/>
                  </a:lnTo>
                  <a:lnTo>
                    <a:pt x="78365" y="5690"/>
                  </a:lnTo>
                  <a:lnTo>
                    <a:pt x="84800" y="0"/>
                  </a:lnTo>
                  <a:lnTo>
                    <a:pt x="90523" y="373"/>
                  </a:lnTo>
                  <a:lnTo>
                    <a:pt x="97093" y="11785"/>
                  </a:lnTo>
                  <a:lnTo>
                    <a:pt x="70136" y="20794"/>
                  </a:lnTo>
                  <a:lnTo>
                    <a:pt x="66851" y="34475"/>
                  </a:lnTo>
                  <a:lnTo>
                    <a:pt x="55066" y="37930"/>
                  </a:lnTo>
                  <a:lnTo>
                    <a:pt x="55201" y="47412"/>
                  </a:lnTo>
                  <a:lnTo>
                    <a:pt x="41892" y="46735"/>
                  </a:lnTo>
                  <a:lnTo>
                    <a:pt x="30378" y="41215"/>
                  </a:lnTo>
                  <a:lnTo>
                    <a:pt x="24180" y="46938"/>
                  </a:lnTo>
                  <a:lnTo>
                    <a:pt x="576" y="45787"/>
                  </a:lnTo>
                  <a:lnTo>
                    <a:pt x="8128" y="42705"/>
                  </a:lnTo>
                  <a:lnTo>
                    <a:pt x="0" y="28278"/>
                  </a:lnTo>
                  <a:lnTo>
                    <a:pt x="3658" y="1161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5" name="Forma libre: forma 154">
              <a:extLst>
                <a:ext uri="{FF2B5EF4-FFF2-40B4-BE49-F238E27FC236}">
                  <a16:creationId xmlns:a16="http://schemas.microsoft.com/office/drawing/2014/main" id="{77FEC476-8385-D039-9EEE-A7A95BF5EF2A}"/>
                </a:ext>
              </a:extLst>
            </p:cNvPr>
            <p:cNvSpPr/>
            <p:nvPr/>
          </p:nvSpPr>
          <p:spPr>
            <a:xfrm>
              <a:off x="6795041" y="1052838"/>
              <a:ext cx="368121" cy="349427"/>
            </a:xfrm>
            <a:custGeom>
              <a:avLst/>
              <a:gdLst>
                <a:gd name="csX0" fmla="*/ 269098 w 368121"/>
                <a:gd name="csY0" fmla="*/ 37219 h 349427"/>
                <a:gd name="csX1" fmla="*/ 264154 w 368121"/>
                <a:gd name="csY1" fmla="*/ 60925 h 349427"/>
                <a:gd name="csX2" fmla="*/ 316002 w 368121"/>
                <a:gd name="csY2" fmla="*/ 83513 h 349427"/>
                <a:gd name="csX3" fmla="*/ 284778 w 368121"/>
                <a:gd name="csY3" fmla="*/ 109048 h 349427"/>
                <a:gd name="csX4" fmla="*/ 324164 w 368121"/>
                <a:gd name="csY4" fmla="*/ 147587 h 349427"/>
                <a:gd name="csX5" fmla="*/ 301338 w 368121"/>
                <a:gd name="csY5" fmla="*/ 176610 h 349427"/>
                <a:gd name="csX6" fmla="*/ 331852 w 368121"/>
                <a:gd name="csY6" fmla="*/ 201840 h 349427"/>
                <a:gd name="csX7" fmla="*/ 318000 w 368121"/>
                <a:gd name="csY7" fmla="*/ 223887 h 349427"/>
                <a:gd name="csX8" fmla="*/ 368122 w 368121"/>
                <a:gd name="csY8" fmla="*/ 247085 h 349427"/>
                <a:gd name="csX9" fmla="*/ 355388 w 368121"/>
                <a:gd name="csY9" fmla="*/ 264357 h 349427"/>
                <a:gd name="csX10" fmla="*/ 323927 w 368121"/>
                <a:gd name="csY10" fmla="*/ 283931 h 349427"/>
                <a:gd name="csX11" fmla="*/ 251420 w 368121"/>
                <a:gd name="csY11" fmla="*/ 327144 h 349427"/>
                <a:gd name="csX12" fmla="*/ 251420 w 368121"/>
                <a:gd name="csY12" fmla="*/ 327144 h 349427"/>
                <a:gd name="csX13" fmla="*/ 251420 w 368121"/>
                <a:gd name="csY13" fmla="*/ 327144 h 349427"/>
                <a:gd name="csX14" fmla="*/ 189954 w 368121"/>
                <a:gd name="csY14" fmla="*/ 329853 h 349427"/>
                <a:gd name="csX15" fmla="*/ 130417 w 368121"/>
                <a:gd name="csY15" fmla="*/ 342282 h 349427"/>
                <a:gd name="csX16" fmla="*/ 75318 w 368121"/>
                <a:gd name="csY16" fmla="*/ 349428 h 349427"/>
                <a:gd name="csX17" fmla="*/ 55709 w 368121"/>
                <a:gd name="csY17" fmla="*/ 330937 h 349427"/>
                <a:gd name="csX18" fmla="*/ 22894 w 368121"/>
                <a:gd name="csY18" fmla="*/ 319829 h 349427"/>
                <a:gd name="csX19" fmla="*/ 30445 w 368121"/>
                <a:gd name="csY19" fmla="*/ 286471 h 349427"/>
                <a:gd name="csX20" fmla="*/ 13987 w 368121"/>
                <a:gd name="csY20" fmla="*/ 255924 h 349427"/>
                <a:gd name="csX21" fmla="*/ 30141 w 368121"/>
                <a:gd name="csY21" fmla="*/ 236180 h 349427"/>
                <a:gd name="csX22" fmla="*/ 60857 w 368121"/>
                <a:gd name="csY22" fmla="*/ 214912 h 349427"/>
                <a:gd name="csX23" fmla="*/ 138342 w 368121"/>
                <a:gd name="csY23" fmla="*/ 178202 h 349427"/>
                <a:gd name="csX24" fmla="*/ 160930 w 368121"/>
                <a:gd name="csY24" fmla="*/ 171124 h 349427"/>
                <a:gd name="csX25" fmla="*/ 157409 w 368121"/>
                <a:gd name="csY25" fmla="*/ 156799 h 349427"/>
                <a:gd name="csX26" fmla="*/ 110301 w 368121"/>
                <a:gd name="csY26" fmla="*/ 140780 h 349427"/>
                <a:gd name="csX27" fmla="*/ 98888 w 368121"/>
                <a:gd name="csY27" fmla="*/ 127606 h 349427"/>
                <a:gd name="csX28" fmla="*/ 97974 w 368121"/>
                <a:gd name="csY28" fmla="*/ 75453 h 349427"/>
                <a:gd name="csX29" fmla="*/ 45143 w 368121"/>
                <a:gd name="csY29" fmla="*/ 52390 h 349427"/>
                <a:gd name="csX30" fmla="*/ 0 w 368121"/>
                <a:gd name="csY30" fmla="*/ 35830 h 349427"/>
                <a:gd name="csX31" fmla="*/ 20286 w 368121"/>
                <a:gd name="csY31" fmla="*/ 26889 h 349427"/>
                <a:gd name="csX32" fmla="*/ 57911 w 368121"/>
                <a:gd name="csY32" fmla="*/ 44771 h 349427"/>
                <a:gd name="csX33" fmla="*/ 102140 w 368121"/>
                <a:gd name="csY33" fmla="*/ 43111 h 349427"/>
                <a:gd name="csX34" fmla="*/ 138511 w 368121"/>
                <a:gd name="csY34" fmla="*/ 51273 h 349427"/>
                <a:gd name="csX35" fmla="*/ 170785 w 368121"/>
                <a:gd name="csY35" fmla="*/ 36304 h 349427"/>
                <a:gd name="csX36" fmla="*/ 187413 w 368121"/>
                <a:gd name="csY36" fmla="*/ 11480 h 349427"/>
                <a:gd name="csX37" fmla="*/ 239973 w 368121"/>
                <a:gd name="csY37" fmla="*/ 0 h 349427"/>
                <a:gd name="csX38" fmla="*/ 283457 w 368121"/>
                <a:gd name="csY38" fmla="*/ 13479 h 349427"/>
                <a:gd name="csX39" fmla="*/ 269098 w 368121"/>
                <a:gd name="csY39" fmla="*/ 37219 h 3494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368121" h="349427">
                  <a:moveTo>
                    <a:pt x="269098" y="37219"/>
                  </a:moveTo>
                  <a:lnTo>
                    <a:pt x="264154" y="60925"/>
                  </a:lnTo>
                  <a:lnTo>
                    <a:pt x="316002" y="83513"/>
                  </a:lnTo>
                  <a:lnTo>
                    <a:pt x="284778" y="109048"/>
                  </a:lnTo>
                  <a:lnTo>
                    <a:pt x="324164" y="147587"/>
                  </a:lnTo>
                  <a:lnTo>
                    <a:pt x="301338" y="176610"/>
                  </a:lnTo>
                  <a:lnTo>
                    <a:pt x="331852" y="201840"/>
                  </a:lnTo>
                  <a:lnTo>
                    <a:pt x="318000" y="223887"/>
                  </a:lnTo>
                  <a:lnTo>
                    <a:pt x="368122" y="247085"/>
                  </a:lnTo>
                  <a:lnTo>
                    <a:pt x="355388" y="264357"/>
                  </a:lnTo>
                  <a:lnTo>
                    <a:pt x="323927" y="283931"/>
                  </a:lnTo>
                  <a:lnTo>
                    <a:pt x="251420" y="327144"/>
                  </a:lnTo>
                  <a:lnTo>
                    <a:pt x="251420" y="327144"/>
                  </a:lnTo>
                  <a:lnTo>
                    <a:pt x="251420" y="327144"/>
                  </a:lnTo>
                  <a:lnTo>
                    <a:pt x="189954" y="329853"/>
                  </a:lnTo>
                  <a:lnTo>
                    <a:pt x="130417" y="342282"/>
                  </a:lnTo>
                  <a:lnTo>
                    <a:pt x="75318" y="349428"/>
                  </a:lnTo>
                  <a:lnTo>
                    <a:pt x="55709" y="330937"/>
                  </a:lnTo>
                  <a:lnTo>
                    <a:pt x="22894" y="319829"/>
                  </a:lnTo>
                  <a:lnTo>
                    <a:pt x="30445" y="286471"/>
                  </a:lnTo>
                  <a:lnTo>
                    <a:pt x="13987" y="255924"/>
                  </a:lnTo>
                  <a:lnTo>
                    <a:pt x="30141" y="236180"/>
                  </a:lnTo>
                  <a:lnTo>
                    <a:pt x="60857" y="214912"/>
                  </a:lnTo>
                  <a:lnTo>
                    <a:pt x="138342" y="178202"/>
                  </a:lnTo>
                  <a:lnTo>
                    <a:pt x="160930" y="171124"/>
                  </a:lnTo>
                  <a:lnTo>
                    <a:pt x="157409" y="156799"/>
                  </a:lnTo>
                  <a:lnTo>
                    <a:pt x="110301" y="140780"/>
                  </a:lnTo>
                  <a:lnTo>
                    <a:pt x="98888" y="127606"/>
                  </a:lnTo>
                  <a:lnTo>
                    <a:pt x="97974" y="75453"/>
                  </a:lnTo>
                  <a:lnTo>
                    <a:pt x="45143" y="52390"/>
                  </a:lnTo>
                  <a:lnTo>
                    <a:pt x="0" y="35830"/>
                  </a:lnTo>
                  <a:lnTo>
                    <a:pt x="20286" y="26889"/>
                  </a:lnTo>
                  <a:lnTo>
                    <a:pt x="57911" y="44771"/>
                  </a:lnTo>
                  <a:lnTo>
                    <a:pt x="102140" y="43111"/>
                  </a:lnTo>
                  <a:lnTo>
                    <a:pt x="138511" y="51273"/>
                  </a:lnTo>
                  <a:lnTo>
                    <a:pt x="170785" y="36304"/>
                  </a:lnTo>
                  <a:lnTo>
                    <a:pt x="187413" y="11480"/>
                  </a:lnTo>
                  <a:lnTo>
                    <a:pt x="239973" y="0"/>
                  </a:lnTo>
                  <a:lnTo>
                    <a:pt x="283457" y="13479"/>
                  </a:lnTo>
                  <a:lnTo>
                    <a:pt x="269098" y="3721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6" name="Forma libre: forma 155">
              <a:extLst>
                <a:ext uri="{FF2B5EF4-FFF2-40B4-BE49-F238E27FC236}">
                  <a16:creationId xmlns:a16="http://schemas.microsoft.com/office/drawing/2014/main" id="{A6D92AFE-12D6-8AC3-5A7C-DBCD8D20EAFC}"/>
                </a:ext>
              </a:extLst>
            </p:cNvPr>
            <p:cNvSpPr/>
            <p:nvPr/>
          </p:nvSpPr>
          <p:spPr>
            <a:xfrm>
              <a:off x="6667502" y="1750203"/>
              <a:ext cx="192289" cy="61432"/>
            </a:xfrm>
            <a:custGeom>
              <a:avLst/>
              <a:gdLst>
                <a:gd name="csX0" fmla="*/ 192290 w 192289"/>
                <a:gd name="csY0" fmla="*/ 16459 h 61432"/>
                <a:gd name="csX1" fmla="*/ 182909 w 192289"/>
                <a:gd name="csY1" fmla="*/ 25298 h 61432"/>
                <a:gd name="csX2" fmla="*/ 176305 w 192289"/>
                <a:gd name="csY2" fmla="*/ 38946 h 61432"/>
                <a:gd name="csX3" fmla="*/ 169058 w 192289"/>
                <a:gd name="csY3" fmla="*/ 42400 h 61432"/>
                <a:gd name="csX4" fmla="*/ 132788 w 192289"/>
                <a:gd name="csY4" fmla="*/ 32105 h 61432"/>
                <a:gd name="csX5" fmla="*/ 121714 w 192289"/>
                <a:gd name="csY5" fmla="*/ 34171 h 61432"/>
                <a:gd name="csX6" fmla="*/ 113755 w 192289"/>
                <a:gd name="csY6" fmla="*/ 42129 h 61432"/>
                <a:gd name="csX7" fmla="*/ 97838 w 192289"/>
                <a:gd name="csY7" fmla="*/ 46362 h 61432"/>
                <a:gd name="csX8" fmla="*/ 94181 w 192289"/>
                <a:gd name="csY8" fmla="*/ 44195 h 61432"/>
                <a:gd name="csX9" fmla="*/ 77688 w 192289"/>
                <a:gd name="csY9" fmla="*/ 49478 h 61432"/>
                <a:gd name="csX10" fmla="*/ 64243 w 192289"/>
                <a:gd name="csY10" fmla="*/ 50460 h 61432"/>
                <a:gd name="csX11" fmla="*/ 61534 w 192289"/>
                <a:gd name="csY11" fmla="*/ 57267 h 61432"/>
                <a:gd name="csX12" fmla="*/ 33087 w 192289"/>
                <a:gd name="csY12" fmla="*/ 61433 h 61432"/>
                <a:gd name="csX13" fmla="*/ 20590 w 192289"/>
                <a:gd name="csY13" fmla="*/ 57741 h 61432"/>
                <a:gd name="csX14" fmla="*/ 3386 w 192289"/>
                <a:gd name="csY14" fmla="*/ 49071 h 61432"/>
                <a:gd name="csX15" fmla="*/ 0 w 192289"/>
                <a:gd name="csY15" fmla="*/ 37320 h 61432"/>
                <a:gd name="csX16" fmla="*/ 2709 w 192289"/>
                <a:gd name="csY16" fmla="*/ 33019 h 61432"/>
                <a:gd name="csX17" fmla="*/ 7518 w 192289"/>
                <a:gd name="csY17" fmla="*/ 25569 h 61432"/>
                <a:gd name="csX18" fmla="*/ 22521 w 192289"/>
                <a:gd name="csY18" fmla="*/ 26144 h 61432"/>
                <a:gd name="csX19" fmla="*/ 34069 w 192289"/>
                <a:gd name="csY19" fmla="*/ 22656 h 61432"/>
                <a:gd name="csX20" fmla="*/ 35017 w 192289"/>
                <a:gd name="csY20" fmla="*/ 19507 h 61432"/>
                <a:gd name="csX21" fmla="*/ 41485 w 192289"/>
                <a:gd name="csY21" fmla="*/ 17881 h 61432"/>
                <a:gd name="csX22" fmla="*/ 43687 w 192289"/>
                <a:gd name="csY22" fmla="*/ 10160 h 61432"/>
                <a:gd name="csX23" fmla="*/ 51476 w 192289"/>
                <a:gd name="csY23" fmla="*/ 8704 h 61432"/>
                <a:gd name="csX24" fmla="*/ 56725 w 192289"/>
                <a:gd name="csY24" fmla="*/ 2608 h 61432"/>
                <a:gd name="csX25" fmla="*/ 66817 w 192289"/>
                <a:gd name="csY25" fmla="*/ 2574 h 61432"/>
                <a:gd name="csX26" fmla="*/ 68748 w 192289"/>
                <a:gd name="csY26" fmla="*/ 4606 h 61432"/>
                <a:gd name="csX27" fmla="*/ 82666 w 192289"/>
                <a:gd name="csY27" fmla="*/ 0 h 61432"/>
                <a:gd name="csX28" fmla="*/ 99735 w 192289"/>
                <a:gd name="csY28" fmla="*/ 12022 h 61432"/>
                <a:gd name="csX29" fmla="*/ 119749 w 192289"/>
                <a:gd name="csY29" fmla="*/ 4775 h 61432"/>
                <a:gd name="csX30" fmla="*/ 135734 w 192289"/>
                <a:gd name="csY30" fmla="*/ 8229 h 61432"/>
                <a:gd name="csX31" fmla="*/ 160117 w 192289"/>
                <a:gd name="csY31" fmla="*/ 3454 h 61432"/>
                <a:gd name="csX32" fmla="*/ 192290 w 192289"/>
                <a:gd name="csY32" fmla="*/ 16459 h 61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92289" h="61432">
                  <a:moveTo>
                    <a:pt x="192290" y="16459"/>
                  </a:moveTo>
                  <a:lnTo>
                    <a:pt x="182909" y="25298"/>
                  </a:lnTo>
                  <a:lnTo>
                    <a:pt x="176305" y="38946"/>
                  </a:lnTo>
                  <a:lnTo>
                    <a:pt x="169058" y="42400"/>
                  </a:lnTo>
                  <a:lnTo>
                    <a:pt x="132788" y="32105"/>
                  </a:lnTo>
                  <a:lnTo>
                    <a:pt x="121714" y="34171"/>
                  </a:lnTo>
                  <a:lnTo>
                    <a:pt x="113755" y="42129"/>
                  </a:lnTo>
                  <a:lnTo>
                    <a:pt x="97838" y="46362"/>
                  </a:lnTo>
                  <a:lnTo>
                    <a:pt x="94181" y="44195"/>
                  </a:lnTo>
                  <a:lnTo>
                    <a:pt x="77688" y="49478"/>
                  </a:lnTo>
                  <a:lnTo>
                    <a:pt x="64243" y="50460"/>
                  </a:lnTo>
                  <a:lnTo>
                    <a:pt x="61534" y="57267"/>
                  </a:lnTo>
                  <a:lnTo>
                    <a:pt x="33087" y="61433"/>
                  </a:lnTo>
                  <a:lnTo>
                    <a:pt x="20590" y="57741"/>
                  </a:lnTo>
                  <a:lnTo>
                    <a:pt x="3386" y="49071"/>
                  </a:lnTo>
                  <a:lnTo>
                    <a:pt x="0" y="37320"/>
                  </a:lnTo>
                  <a:lnTo>
                    <a:pt x="2709" y="33019"/>
                  </a:lnTo>
                  <a:lnTo>
                    <a:pt x="7518" y="25569"/>
                  </a:lnTo>
                  <a:lnTo>
                    <a:pt x="22521" y="26144"/>
                  </a:lnTo>
                  <a:lnTo>
                    <a:pt x="34069" y="22656"/>
                  </a:lnTo>
                  <a:lnTo>
                    <a:pt x="35017" y="19507"/>
                  </a:lnTo>
                  <a:lnTo>
                    <a:pt x="41485" y="17881"/>
                  </a:lnTo>
                  <a:lnTo>
                    <a:pt x="43687" y="10160"/>
                  </a:lnTo>
                  <a:lnTo>
                    <a:pt x="51476" y="8704"/>
                  </a:lnTo>
                  <a:lnTo>
                    <a:pt x="56725" y="2608"/>
                  </a:lnTo>
                  <a:lnTo>
                    <a:pt x="66817" y="2574"/>
                  </a:lnTo>
                  <a:lnTo>
                    <a:pt x="68748" y="4606"/>
                  </a:lnTo>
                  <a:lnTo>
                    <a:pt x="82666" y="0"/>
                  </a:lnTo>
                  <a:lnTo>
                    <a:pt x="99735" y="12022"/>
                  </a:lnTo>
                  <a:lnTo>
                    <a:pt x="119749" y="4775"/>
                  </a:lnTo>
                  <a:lnTo>
                    <a:pt x="135734" y="8229"/>
                  </a:lnTo>
                  <a:lnTo>
                    <a:pt x="160117" y="3454"/>
                  </a:lnTo>
                  <a:lnTo>
                    <a:pt x="192290" y="1645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7" name="Forma libre: forma 156">
              <a:extLst>
                <a:ext uri="{FF2B5EF4-FFF2-40B4-BE49-F238E27FC236}">
                  <a16:creationId xmlns:a16="http://schemas.microsoft.com/office/drawing/2014/main" id="{869796AB-99B8-A2E5-9926-C7C5634F64A4}"/>
                </a:ext>
              </a:extLst>
            </p:cNvPr>
            <p:cNvSpPr/>
            <p:nvPr/>
          </p:nvSpPr>
          <p:spPr>
            <a:xfrm>
              <a:off x="6510365" y="1697880"/>
              <a:ext cx="223954" cy="86764"/>
            </a:xfrm>
            <a:custGeom>
              <a:avLst/>
              <a:gdLst>
                <a:gd name="csX0" fmla="*/ 94045 w 223954"/>
                <a:gd name="csY0" fmla="*/ 339 h 86764"/>
                <a:gd name="csX1" fmla="*/ 110098 w 223954"/>
                <a:gd name="csY1" fmla="*/ 11243 h 86764"/>
                <a:gd name="csX2" fmla="*/ 135429 w 223954"/>
                <a:gd name="csY2" fmla="*/ 14190 h 86764"/>
                <a:gd name="csX3" fmla="*/ 133296 w 223954"/>
                <a:gd name="csY3" fmla="*/ 23503 h 86764"/>
                <a:gd name="csX4" fmla="*/ 151685 w 223954"/>
                <a:gd name="csY4" fmla="*/ 30513 h 86764"/>
                <a:gd name="csX5" fmla="*/ 156765 w 223954"/>
                <a:gd name="csY5" fmla="*/ 21776 h 86764"/>
                <a:gd name="csX6" fmla="*/ 179996 w 223954"/>
                <a:gd name="csY6" fmla="*/ 25569 h 86764"/>
                <a:gd name="csX7" fmla="*/ 183180 w 223954"/>
                <a:gd name="csY7" fmla="*/ 36169 h 86764"/>
                <a:gd name="csX8" fmla="*/ 208376 w 223954"/>
                <a:gd name="csY8" fmla="*/ 38201 h 86764"/>
                <a:gd name="csX9" fmla="*/ 223954 w 223954"/>
                <a:gd name="csY9" fmla="*/ 54897 h 86764"/>
                <a:gd name="csX10" fmla="*/ 213862 w 223954"/>
                <a:gd name="csY10" fmla="*/ 54930 h 86764"/>
                <a:gd name="csX11" fmla="*/ 208613 w 223954"/>
                <a:gd name="csY11" fmla="*/ 61026 h 86764"/>
                <a:gd name="csX12" fmla="*/ 200824 w 223954"/>
                <a:gd name="csY12" fmla="*/ 62482 h 86764"/>
                <a:gd name="csX13" fmla="*/ 198623 w 223954"/>
                <a:gd name="csY13" fmla="*/ 70204 h 86764"/>
                <a:gd name="csX14" fmla="*/ 192155 w 223954"/>
                <a:gd name="csY14" fmla="*/ 71829 h 86764"/>
                <a:gd name="csX15" fmla="*/ 191206 w 223954"/>
                <a:gd name="csY15" fmla="*/ 74979 h 86764"/>
                <a:gd name="csX16" fmla="*/ 179658 w 223954"/>
                <a:gd name="csY16" fmla="*/ 78467 h 86764"/>
                <a:gd name="csX17" fmla="*/ 164656 w 223954"/>
                <a:gd name="csY17" fmla="*/ 77891 h 86764"/>
                <a:gd name="csX18" fmla="*/ 159847 w 223954"/>
                <a:gd name="csY18" fmla="*/ 85342 h 86764"/>
                <a:gd name="csX19" fmla="*/ 144234 w 223954"/>
                <a:gd name="csY19" fmla="*/ 78941 h 86764"/>
                <a:gd name="csX20" fmla="*/ 128351 w 223954"/>
                <a:gd name="csY20" fmla="*/ 80702 h 86764"/>
                <a:gd name="csX21" fmla="*/ 102038 w 223954"/>
                <a:gd name="csY21" fmla="*/ 70373 h 86764"/>
                <a:gd name="csX22" fmla="*/ 90117 w 223954"/>
                <a:gd name="csY22" fmla="*/ 72913 h 86764"/>
                <a:gd name="csX23" fmla="*/ 71084 w 223954"/>
                <a:gd name="csY23" fmla="*/ 86764 h 86764"/>
                <a:gd name="csX24" fmla="*/ 45922 w 223954"/>
                <a:gd name="csY24" fmla="*/ 75860 h 86764"/>
                <a:gd name="csX25" fmla="*/ 26788 w 223954"/>
                <a:gd name="csY25" fmla="*/ 61297 h 86764"/>
                <a:gd name="csX26" fmla="*/ 9516 w 223954"/>
                <a:gd name="csY26" fmla="*/ 53169 h 86764"/>
                <a:gd name="csX27" fmla="*/ 5926 w 223954"/>
                <a:gd name="csY27" fmla="*/ 38878 h 86764"/>
                <a:gd name="csX28" fmla="*/ 0 w 223954"/>
                <a:gd name="csY28" fmla="*/ 28820 h 86764"/>
                <a:gd name="csX29" fmla="*/ 24620 w 223954"/>
                <a:gd name="csY29" fmla="*/ 21437 h 86764"/>
                <a:gd name="csX30" fmla="*/ 37184 w 223954"/>
                <a:gd name="csY30" fmla="*/ 13004 h 86764"/>
                <a:gd name="csX31" fmla="*/ 61500 w 223954"/>
                <a:gd name="csY31" fmla="*/ 6435 h 86764"/>
                <a:gd name="csX32" fmla="*/ 70001 w 223954"/>
                <a:gd name="csY32" fmla="*/ 0 h 86764"/>
                <a:gd name="csX33" fmla="*/ 78941 w 223954"/>
                <a:gd name="csY33" fmla="*/ 3895 h 86764"/>
                <a:gd name="csX34" fmla="*/ 94045 w 223954"/>
                <a:gd name="csY34" fmla="*/ 339 h 86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23954" h="86764">
                  <a:moveTo>
                    <a:pt x="94045" y="339"/>
                  </a:moveTo>
                  <a:lnTo>
                    <a:pt x="110098" y="11243"/>
                  </a:lnTo>
                  <a:lnTo>
                    <a:pt x="135429" y="14190"/>
                  </a:lnTo>
                  <a:lnTo>
                    <a:pt x="133296" y="23503"/>
                  </a:lnTo>
                  <a:lnTo>
                    <a:pt x="151685" y="30513"/>
                  </a:lnTo>
                  <a:lnTo>
                    <a:pt x="156765" y="21776"/>
                  </a:lnTo>
                  <a:lnTo>
                    <a:pt x="179996" y="25569"/>
                  </a:lnTo>
                  <a:lnTo>
                    <a:pt x="183180" y="36169"/>
                  </a:lnTo>
                  <a:lnTo>
                    <a:pt x="208376" y="38201"/>
                  </a:lnTo>
                  <a:lnTo>
                    <a:pt x="223954" y="54897"/>
                  </a:lnTo>
                  <a:lnTo>
                    <a:pt x="213862" y="54930"/>
                  </a:lnTo>
                  <a:lnTo>
                    <a:pt x="208613" y="61026"/>
                  </a:lnTo>
                  <a:lnTo>
                    <a:pt x="200824" y="62482"/>
                  </a:lnTo>
                  <a:lnTo>
                    <a:pt x="198623" y="70204"/>
                  </a:lnTo>
                  <a:lnTo>
                    <a:pt x="192155" y="71829"/>
                  </a:lnTo>
                  <a:lnTo>
                    <a:pt x="191206" y="74979"/>
                  </a:lnTo>
                  <a:lnTo>
                    <a:pt x="179658" y="78467"/>
                  </a:lnTo>
                  <a:lnTo>
                    <a:pt x="164656" y="77891"/>
                  </a:lnTo>
                  <a:lnTo>
                    <a:pt x="159847" y="85342"/>
                  </a:lnTo>
                  <a:lnTo>
                    <a:pt x="144234" y="78941"/>
                  </a:lnTo>
                  <a:lnTo>
                    <a:pt x="128351" y="80702"/>
                  </a:lnTo>
                  <a:lnTo>
                    <a:pt x="102038" y="70373"/>
                  </a:lnTo>
                  <a:lnTo>
                    <a:pt x="90117" y="72913"/>
                  </a:lnTo>
                  <a:lnTo>
                    <a:pt x="71084" y="86764"/>
                  </a:lnTo>
                  <a:lnTo>
                    <a:pt x="45922" y="75860"/>
                  </a:lnTo>
                  <a:lnTo>
                    <a:pt x="26788" y="61297"/>
                  </a:lnTo>
                  <a:lnTo>
                    <a:pt x="9516" y="53169"/>
                  </a:lnTo>
                  <a:lnTo>
                    <a:pt x="5926" y="38878"/>
                  </a:lnTo>
                  <a:lnTo>
                    <a:pt x="0" y="28820"/>
                  </a:lnTo>
                  <a:lnTo>
                    <a:pt x="24620" y="21437"/>
                  </a:lnTo>
                  <a:lnTo>
                    <a:pt x="37184" y="13004"/>
                  </a:lnTo>
                  <a:lnTo>
                    <a:pt x="61500" y="6435"/>
                  </a:lnTo>
                  <a:lnTo>
                    <a:pt x="70001" y="0"/>
                  </a:lnTo>
                  <a:lnTo>
                    <a:pt x="78941" y="3895"/>
                  </a:lnTo>
                  <a:lnTo>
                    <a:pt x="94045" y="33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8" name="Forma libre: forma 157">
              <a:extLst>
                <a:ext uri="{FF2B5EF4-FFF2-40B4-BE49-F238E27FC236}">
                  <a16:creationId xmlns:a16="http://schemas.microsoft.com/office/drawing/2014/main" id="{9BB0B6B9-E529-498D-5072-B058F729DC5A}"/>
                </a:ext>
              </a:extLst>
            </p:cNvPr>
            <p:cNvSpPr/>
            <p:nvPr/>
          </p:nvSpPr>
          <p:spPr>
            <a:xfrm>
              <a:off x="7325955" y="2819482"/>
              <a:ext cx="228865" cy="187718"/>
            </a:xfrm>
            <a:custGeom>
              <a:avLst/>
              <a:gdLst>
                <a:gd name="csX0" fmla="*/ 3623 w 228865"/>
                <a:gd name="csY0" fmla="*/ 121104 h 187718"/>
                <a:gd name="csX1" fmla="*/ 0 w 228865"/>
                <a:gd name="csY1" fmla="*/ 107558 h 187718"/>
                <a:gd name="csX2" fmla="*/ 14596 w 228865"/>
                <a:gd name="csY2" fmla="*/ 57775 h 187718"/>
                <a:gd name="csX3" fmla="*/ 17949 w 228865"/>
                <a:gd name="csY3" fmla="*/ 35254 h 187718"/>
                <a:gd name="csX4" fmla="*/ 28583 w 228865"/>
                <a:gd name="csY4" fmla="*/ 24891 h 187718"/>
                <a:gd name="csX5" fmla="*/ 53542 w 228865"/>
                <a:gd name="csY5" fmla="*/ 19304 h 187718"/>
                <a:gd name="csX6" fmla="*/ 70678 w 228865"/>
                <a:gd name="csY6" fmla="*/ 0 h 187718"/>
                <a:gd name="csX7" fmla="*/ 90354 w 228865"/>
                <a:gd name="csY7" fmla="*/ 39183 h 187718"/>
                <a:gd name="csX8" fmla="*/ 99667 w 228865"/>
                <a:gd name="csY8" fmla="*/ 70272 h 187718"/>
                <a:gd name="csX9" fmla="*/ 118225 w 228865"/>
                <a:gd name="csY9" fmla="*/ 86764 h 187718"/>
                <a:gd name="csX10" fmla="*/ 164453 w 228865"/>
                <a:gd name="csY10" fmla="*/ 118768 h 187718"/>
                <a:gd name="csX11" fmla="*/ 183282 w 228865"/>
                <a:gd name="csY11" fmla="*/ 138071 h 187718"/>
                <a:gd name="csX12" fmla="*/ 201637 w 228865"/>
                <a:gd name="csY12" fmla="*/ 157612 h 187718"/>
                <a:gd name="csX13" fmla="*/ 212237 w 228865"/>
                <a:gd name="csY13" fmla="*/ 169261 h 187718"/>
                <a:gd name="csX14" fmla="*/ 228865 w 228865"/>
                <a:gd name="csY14" fmla="*/ 179421 h 187718"/>
                <a:gd name="csX15" fmla="*/ 218672 w 228865"/>
                <a:gd name="csY15" fmla="*/ 187718 h 187718"/>
                <a:gd name="csX16" fmla="*/ 204177 w 228865"/>
                <a:gd name="csY16" fmla="*/ 184772 h 187718"/>
                <a:gd name="csX17" fmla="*/ 192595 w 228865"/>
                <a:gd name="csY17" fmla="*/ 173800 h 187718"/>
                <a:gd name="csX18" fmla="*/ 178676 w 228865"/>
                <a:gd name="csY18" fmla="*/ 153954 h 187718"/>
                <a:gd name="csX19" fmla="*/ 163640 w 228865"/>
                <a:gd name="csY19" fmla="*/ 143083 h 187718"/>
                <a:gd name="csX20" fmla="*/ 154902 w 228865"/>
                <a:gd name="csY20" fmla="*/ 131365 h 187718"/>
                <a:gd name="csX21" fmla="*/ 125405 w 228865"/>
                <a:gd name="csY21" fmla="*/ 117785 h 187718"/>
                <a:gd name="csX22" fmla="*/ 102207 w 228865"/>
                <a:gd name="csY22" fmla="*/ 117379 h 187718"/>
                <a:gd name="csX23" fmla="*/ 94012 w 228865"/>
                <a:gd name="csY23" fmla="*/ 110301 h 187718"/>
                <a:gd name="csX24" fmla="*/ 74166 w 228865"/>
                <a:gd name="csY24" fmla="*/ 118293 h 187718"/>
                <a:gd name="csX25" fmla="*/ 53610 w 228865"/>
                <a:gd name="csY25" fmla="*/ 102918 h 187718"/>
                <a:gd name="csX26" fmla="*/ 43043 w 228865"/>
                <a:gd name="csY26" fmla="*/ 128182 h 187718"/>
                <a:gd name="csX27" fmla="*/ 3623 w 228865"/>
                <a:gd name="csY27" fmla="*/ 121104 h 187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28865" h="187718">
                  <a:moveTo>
                    <a:pt x="3623" y="121104"/>
                  </a:moveTo>
                  <a:lnTo>
                    <a:pt x="0" y="107558"/>
                  </a:lnTo>
                  <a:lnTo>
                    <a:pt x="14596" y="57775"/>
                  </a:lnTo>
                  <a:lnTo>
                    <a:pt x="17949" y="35254"/>
                  </a:lnTo>
                  <a:lnTo>
                    <a:pt x="28583" y="24891"/>
                  </a:lnTo>
                  <a:lnTo>
                    <a:pt x="53542" y="19304"/>
                  </a:lnTo>
                  <a:lnTo>
                    <a:pt x="70678" y="0"/>
                  </a:lnTo>
                  <a:lnTo>
                    <a:pt x="90354" y="39183"/>
                  </a:lnTo>
                  <a:lnTo>
                    <a:pt x="99667" y="70272"/>
                  </a:lnTo>
                  <a:lnTo>
                    <a:pt x="118225" y="86764"/>
                  </a:lnTo>
                  <a:lnTo>
                    <a:pt x="164453" y="118768"/>
                  </a:lnTo>
                  <a:lnTo>
                    <a:pt x="183282" y="138071"/>
                  </a:lnTo>
                  <a:lnTo>
                    <a:pt x="201637" y="157612"/>
                  </a:lnTo>
                  <a:lnTo>
                    <a:pt x="212237" y="169261"/>
                  </a:lnTo>
                  <a:lnTo>
                    <a:pt x="228865" y="179421"/>
                  </a:lnTo>
                  <a:lnTo>
                    <a:pt x="218672" y="187718"/>
                  </a:lnTo>
                  <a:lnTo>
                    <a:pt x="204177" y="184772"/>
                  </a:lnTo>
                  <a:lnTo>
                    <a:pt x="192595" y="173800"/>
                  </a:lnTo>
                  <a:lnTo>
                    <a:pt x="178676" y="153954"/>
                  </a:lnTo>
                  <a:lnTo>
                    <a:pt x="163640" y="143083"/>
                  </a:lnTo>
                  <a:lnTo>
                    <a:pt x="154902" y="131365"/>
                  </a:lnTo>
                  <a:lnTo>
                    <a:pt x="125405" y="117785"/>
                  </a:lnTo>
                  <a:lnTo>
                    <a:pt x="102207" y="117379"/>
                  </a:lnTo>
                  <a:lnTo>
                    <a:pt x="94012" y="110301"/>
                  </a:lnTo>
                  <a:lnTo>
                    <a:pt x="74166" y="118293"/>
                  </a:lnTo>
                  <a:lnTo>
                    <a:pt x="53610" y="102918"/>
                  </a:lnTo>
                  <a:lnTo>
                    <a:pt x="43043" y="128182"/>
                  </a:lnTo>
                  <a:lnTo>
                    <a:pt x="3623" y="12110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9" name="Forma libre: forma 158">
              <a:extLst>
                <a:ext uri="{FF2B5EF4-FFF2-40B4-BE49-F238E27FC236}">
                  <a16:creationId xmlns:a16="http://schemas.microsoft.com/office/drawing/2014/main" id="{FA912823-0CE8-89DB-1146-EA0B6EAF68CB}"/>
                </a:ext>
              </a:extLst>
            </p:cNvPr>
            <p:cNvSpPr/>
            <p:nvPr/>
          </p:nvSpPr>
          <p:spPr>
            <a:xfrm>
              <a:off x="10478355" y="1886377"/>
              <a:ext cx="546425" cy="491765"/>
            </a:xfrm>
            <a:custGeom>
              <a:avLst/>
              <a:gdLst>
                <a:gd name="csX0" fmla="*/ 422545 w 546425"/>
                <a:gd name="csY0" fmla="*/ 215725 h 491765"/>
                <a:gd name="csX1" fmla="*/ 391185 w 546425"/>
                <a:gd name="csY1" fmla="*/ 249828 h 491765"/>
                <a:gd name="csX2" fmla="*/ 391761 w 546425"/>
                <a:gd name="csY2" fmla="*/ 284778 h 491765"/>
                <a:gd name="csX3" fmla="*/ 379027 w 546425"/>
                <a:gd name="csY3" fmla="*/ 311803 h 491765"/>
                <a:gd name="csX4" fmla="*/ 384919 w 546425"/>
                <a:gd name="csY4" fmla="*/ 328769 h 491765"/>
                <a:gd name="csX5" fmla="*/ 367275 w 546425"/>
                <a:gd name="csY5" fmla="*/ 352645 h 491765"/>
                <a:gd name="csX6" fmla="*/ 324029 w 546425"/>
                <a:gd name="csY6" fmla="*/ 368562 h 491765"/>
                <a:gd name="csX7" fmla="*/ 264492 w 546425"/>
                <a:gd name="csY7" fmla="*/ 370661 h 491765"/>
                <a:gd name="csX8" fmla="*/ 216234 w 546425"/>
                <a:gd name="csY8" fmla="*/ 409302 h 491765"/>
                <a:gd name="csX9" fmla="*/ 193476 w 546425"/>
                <a:gd name="csY9" fmla="*/ 396298 h 491765"/>
                <a:gd name="csX10" fmla="*/ 192054 w 546425"/>
                <a:gd name="csY10" fmla="*/ 370966 h 491765"/>
                <a:gd name="csX11" fmla="*/ 133161 w 546425"/>
                <a:gd name="csY11" fmla="*/ 378451 h 491765"/>
                <a:gd name="csX12" fmla="*/ 93098 w 546425"/>
                <a:gd name="csY12" fmla="*/ 394401 h 491765"/>
                <a:gd name="csX13" fmla="*/ 53440 w 546425"/>
                <a:gd name="csY13" fmla="*/ 395045 h 491765"/>
                <a:gd name="csX14" fmla="*/ 87781 w 546425"/>
                <a:gd name="csY14" fmla="*/ 419970 h 491765"/>
                <a:gd name="csX15" fmla="*/ 65192 w 546425"/>
                <a:gd name="csY15" fmla="*/ 477542 h 491765"/>
                <a:gd name="csX16" fmla="*/ 43281 w 546425"/>
                <a:gd name="csY16" fmla="*/ 491766 h 491765"/>
                <a:gd name="csX17" fmla="*/ 26890 w 546425"/>
                <a:gd name="csY17" fmla="*/ 478626 h 491765"/>
                <a:gd name="csX18" fmla="*/ 35221 w 546425"/>
                <a:gd name="csY18" fmla="*/ 448113 h 491765"/>
                <a:gd name="csX19" fmla="*/ 13784 w 546425"/>
                <a:gd name="csY19" fmla="*/ 438258 h 491765"/>
                <a:gd name="csX20" fmla="*/ 0 w 546425"/>
                <a:gd name="csY20" fmla="*/ 415026 h 491765"/>
                <a:gd name="csX21" fmla="*/ 32038 w 546425"/>
                <a:gd name="csY21" fmla="*/ 404595 h 491765"/>
                <a:gd name="csX22" fmla="*/ 49783 w 546425"/>
                <a:gd name="csY22" fmla="*/ 383293 h 491765"/>
                <a:gd name="csX23" fmla="*/ 83852 w 546425"/>
                <a:gd name="csY23" fmla="*/ 365785 h 491765"/>
                <a:gd name="csX24" fmla="*/ 108710 w 546425"/>
                <a:gd name="csY24" fmla="*/ 342654 h 491765"/>
                <a:gd name="csX25" fmla="*/ 176103 w 546425"/>
                <a:gd name="csY25" fmla="*/ 332529 h 491765"/>
                <a:gd name="csX26" fmla="*/ 212339 w 546425"/>
                <a:gd name="csY26" fmla="*/ 339471 h 491765"/>
                <a:gd name="csX27" fmla="*/ 247763 w 546425"/>
                <a:gd name="csY27" fmla="*/ 279258 h 491765"/>
                <a:gd name="csX28" fmla="*/ 270351 w 546425"/>
                <a:gd name="csY28" fmla="*/ 295445 h 491765"/>
                <a:gd name="csX29" fmla="*/ 320032 w 546425"/>
                <a:gd name="csY29" fmla="*/ 261580 h 491765"/>
                <a:gd name="csX30" fmla="*/ 339268 w 546425"/>
                <a:gd name="csY30" fmla="*/ 248406 h 491765"/>
                <a:gd name="csX31" fmla="*/ 360570 w 546425"/>
                <a:gd name="csY31" fmla="*/ 206988 h 491765"/>
                <a:gd name="csX32" fmla="*/ 354745 w 546425"/>
                <a:gd name="csY32" fmla="*/ 168923 h 491765"/>
                <a:gd name="csX33" fmla="*/ 369070 w 546425"/>
                <a:gd name="csY33" fmla="*/ 147519 h 491765"/>
                <a:gd name="csX34" fmla="*/ 405069 w 546425"/>
                <a:gd name="csY34" fmla="*/ 141288 h 491765"/>
                <a:gd name="csX35" fmla="*/ 423526 w 546425"/>
                <a:gd name="csY35" fmla="*/ 188260 h 491765"/>
                <a:gd name="csX36" fmla="*/ 422545 w 546425"/>
                <a:gd name="csY36" fmla="*/ 215725 h 491765"/>
                <a:gd name="csX37" fmla="*/ 514930 w 546425"/>
                <a:gd name="csY37" fmla="*/ 53847 h 491765"/>
                <a:gd name="csX38" fmla="*/ 538908 w 546425"/>
                <a:gd name="csY38" fmla="*/ 39488 h 491765"/>
                <a:gd name="csX39" fmla="*/ 546425 w 546425"/>
                <a:gd name="csY39" fmla="*/ 77519 h 491765"/>
                <a:gd name="csX40" fmla="*/ 496202 w 546425"/>
                <a:gd name="csY40" fmla="*/ 86798 h 491765"/>
                <a:gd name="csX41" fmla="*/ 466536 w 546425"/>
                <a:gd name="csY41" fmla="*/ 120427 h 491765"/>
                <a:gd name="csX42" fmla="*/ 413265 w 546425"/>
                <a:gd name="csY42" fmla="*/ 97263 h 491765"/>
                <a:gd name="csX43" fmla="*/ 394841 w 546425"/>
                <a:gd name="csY43" fmla="*/ 134312 h 491765"/>
                <a:gd name="csX44" fmla="*/ 357183 w 546425"/>
                <a:gd name="csY44" fmla="*/ 134820 h 491765"/>
                <a:gd name="csX45" fmla="*/ 352543 w 546425"/>
                <a:gd name="csY45" fmla="*/ 101157 h 491765"/>
                <a:gd name="csX46" fmla="*/ 369274 w 546425"/>
                <a:gd name="csY46" fmla="*/ 75114 h 491765"/>
                <a:gd name="csX47" fmla="*/ 405476 w 546425"/>
                <a:gd name="csY47" fmla="*/ 73218 h 491765"/>
                <a:gd name="csX48" fmla="*/ 415331 w 546425"/>
                <a:gd name="csY48" fmla="*/ 26381 h 491765"/>
                <a:gd name="csX49" fmla="*/ 425355 w 546425"/>
                <a:gd name="csY49" fmla="*/ 0 h 491765"/>
                <a:gd name="csX50" fmla="*/ 465148 w 546425"/>
                <a:gd name="csY50" fmla="*/ 35254 h 491765"/>
                <a:gd name="csX51" fmla="*/ 491123 w 546425"/>
                <a:gd name="csY51" fmla="*/ 46633 h 491765"/>
                <a:gd name="csX52" fmla="*/ 514930 w 546425"/>
                <a:gd name="csY52" fmla="*/ 53847 h 491765"/>
                <a:gd name="csX53" fmla="*/ 100345 w 546425"/>
                <a:gd name="csY53" fmla="*/ 409336 h 491765"/>
                <a:gd name="csX54" fmla="*/ 119073 w 546425"/>
                <a:gd name="csY54" fmla="*/ 389152 h 491765"/>
                <a:gd name="csX55" fmla="*/ 138343 w 546425"/>
                <a:gd name="csY55" fmla="*/ 393047 h 491765"/>
                <a:gd name="csX56" fmla="*/ 152261 w 546425"/>
                <a:gd name="csY56" fmla="*/ 378823 h 491765"/>
                <a:gd name="csX57" fmla="*/ 177119 w 546425"/>
                <a:gd name="csY57" fmla="*/ 386138 h 491765"/>
                <a:gd name="csX58" fmla="*/ 181453 w 546425"/>
                <a:gd name="csY58" fmla="*/ 397754 h 491765"/>
                <a:gd name="csX59" fmla="*/ 162387 w 546425"/>
                <a:gd name="csY59" fmla="*/ 418243 h 491765"/>
                <a:gd name="csX60" fmla="*/ 148502 w 546425"/>
                <a:gd name="csY60" fmla="*/ 407372 h 491765"/>
                <a:gd name="csX61" fmla="*/ 131129 w 546425"/>
                <a:gd name="csY61" fmla="*/ 415229 h 491765"/>
                <a:gd name="csX62" fmla="*/ 122155 w 546425"/>
                <a:gd name="csY62" fmla="*/ 435040 h 491765"/>
                <a:gd name="csX63" fmla="*/ 100074 w 546425"/>
                <a:gd name="csY63" fmla="*/ 425422 h 491765"/>
                <a:gd name="csX64" fmla="*/ 100345 w 546425"/>
                <a:gd name="csY64" fmla="*/ 409336 h 491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</a:cxnLst>
              <a:rect l="l" t="t" r="r" b="b"/>
              <a:pathLst>
                <a:path w="546425" h="491765">
                  <a:moveTo>
                    <a:pt x="422545" y="215725"/>
                  </a:moveTo>
                  <a:lnTo>
                    <a:pt x="391185" y="249828"/>
                  </a:lnTo>
                  <a:lnTo>
                    <a:pt x="391761" y="284778"/>
                  </a:lnTo>
                  <a:lnTo>
                    <a:pt x="379027" y="311803"/>
                  </a:lnTo>
                  <a:lnTo>
                    <a:pt x="384919" y="328769"/>
                  </a:lnTo>
                  <a:lnTo>
                    <a:pt x="367275" y="352645"/>
                  </a:lnTo>
                  <a:lnTo>
                    <a:pt x="324029" y="368562"/>
                  </a:lnTo>
                  <a:lnTo>
                    <a:pt x="264492" y="370661"/>
                  </a:lnTo>
                  <a:lnTo>
                    <a:pt x="216234" y="409302"/>
                  </a:lnTo>
                  <a:lnTo>
                    <a:pt x="193476" y="396298"/>
                  </a:lnTo>
                  <a:lnTo>
                    <a:pt x="192054" y="370966"/>
                  </a:lnTo>
                  <a:lnTo>
                    <a:pt x="133161" y="378451"/>
                  </a:lnTo>
                  <a:lnTo>
                    <a:pt x="93098" y="394401"/>
                  </a:lnTo>
                  <a:lnTo>
                    <a:pt x="53440" y="395045"/>
                  </a:lnTo>
                  <a:lnTo>
                    <a:pt x="87781" y="419970"/>
                  </a:lnTo>
                  <a:lnTo>
                    <a:pt x="65192" y="477542"/>
                  </a:lnTo>
                  <a:lnTo>
                    <a:pt x="43281" y="491766"/>
                  </a:lnTo>
                  <a:lnTo>
                    <a:pt x="26890" y="478626"/>
                  </a:lnTo>
                  <a:lnTo>
                    <a:pt x="35221" y="448113"/>
                  </a:lnTo>
                  <a:lnTo>
                    <a:pt x="13784" y="438258"/>
                  </a:lnTo>
                  <a:lnTo>
                    <a:pt x="0" y="415026"/>
                  </a:lnTo>
                  <a:lnTo>
                    <a:pt x="32038" y="404595"/>
                  </a:lnTo>
                  <a:lnTo>
                    <a:pt x="49783" y="383293"/>
                  </a:lnTo>
                  <a:lnTo>
                    <a:pt x="83852" y="365785"/>
                  </a:lnTo>
                  <a:lnTo>
                    <a:pt x="108710" y="342654"/>
                  </a:lnTo>
                  <a:lnTo>
                    <a:pt x="176103" y="332529"/>
                  </a:lnTo>
                  <a:lnTo>
                    <a:pt x="212339" y="339471"/>
                  </a:lnTo>
                  <a:lnTo>
                    <a:pt x="247763" y="279258"/>
                  </a:lnTo>
                  <a:lnTo>
                    <a:pt x="270351" y="295445"/>
                  </a:lnTo>
                  <a:lnTo>
                    <a:pt x="320032" y="261580"/>
                  </a:lnTo>
                  <a:lnTo>
                    <a:pt x="339268" y="248406"/>
                  </a:lnTo>
                  <a:lnTo>
                    <a:pt x="360570" y="206988"/>
                  </a:lnTo>
                  <a:lnTo>
                    <a:pt x="354745" y="168923"/>
                  </a:lnTo>
                  <a:lnTo>
                    <a:pt x="369070" y="147519"/>
                  </a:lnTo>
                  <a:lnTo>
                    <a:pt x="405069" y="141288"/>
                  </a:lnTo>
                  <a:lnTo>
                    <a:pt x="423526" y="188260"/>
                  </a:lnTo>
                  <a:lnTo>
                    <a:pt x="422545" y="215725"/>
                  </a:lnTo>
                  <a:close/>
                  <a:moveTo>
                    <a:pt x="514930" y="53847"/>
                  </a:moveTo>
                  <a:lnTo>
                    <a:pt x="538908" y="39488"/>
                  </a:lnTo>
                  <a:lnTo>
                    <a:pt x="546425" y="77519"/>
                  </a:lnTo>
                  <a:lnTo>
                    <a:pt x="496202" y="86798"/>
                  </a:lnTo>
                  <a:lnTo>
                    <a:pt x="466536" y="120427"/>
                  </a:lnTo>
                  <a:lnTo>
                    <a:pt x="413265" y="97263"/>
                  </a:lnTo>
                  <a:lnTo>
                    <a:pt x="394841" y="134312"/>
                  </a:lnTo>
                  <a:lnTo>
                    <a:pt x="357183" y="134820"/>
                  </a:lnTo>
                  <a:lnTo>
                    <a:pt x="352543" y="101157"/>
                  </a:lnTo>
                  <a:lnTo>
                    <a:pt x="369274" y="75114"/>
                  </a:lnTo>
                  <a:lnTo>
                    <a:pt x="405476" y="73218"/>
                  </a:lnTo>
                  <a:lnTo>
                    <a:pt x="415331" y="26381"/>
                  </a:lnTo>
                  <a:lnTo>
                    <a:pt x="425355" y="0"/>
                  </a:lnTo>
                  <a:lnTo>
                    <a:pt x="465148" y="35254"/>
                  </a:lnTo>
                  <a:lnTo>
                    <a:pt x="491123" y="46633"/>
                  </a:lnTo>
                  <a:lnTo>
                    <a:pt x="514930" y="53847"/>
                  </a:lnTo>
                  <a:close/>
                  <a:moveTo>
                    <a:pt x="100345" y="409336"/>
                  </a:moveTo>
                  <a:lnTo>
                    <a:pt x="119073" y="389152"/>
                  </a:lnTo>
                  <a:lnTo>
                    <a:pt x="138343" y="393047"/>
                  </a:lnTo>
                  <a:lnTo>
                    <a:pt x="152261" y="378823"/>
                  </a:lnTo>
                  <a:lnTo>
                    <a:pt x="177119" y="386138"/>
                  </a:lnTo>
                  <a:lnTo>
                    <a:pt x="181453" y="397754"/>
                  </a:lnTo>
                  <a:lnTo>
                    <a:pt x="162387" y="418243"/>
                  </a:lnTo>
                  <a:lnTo>
                    <a:pt x="148502" y="407372"/>
                  </a:lnTo>
                  <a:lnTo>
                    <a:pt x="131129" y="415229"/>
                  </a:lnTo>
                  <a:lnTo>
                    <a:pt x="122155" y="435040"/>
                  </a:lnTo>
                  <a:lnTo>
                    <a:pt x="100074" y="425422"/>
                  </a:lnTo>
                  <a:lnTo>
                    <a:pt x="100345" y="409336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0" name="Forma libre: forma 159">
              <a:extLst>
                <a:ext uri="{FF2B5EF4-FFF2-40B4-BE49-F238E27FC236}">
                  <a16:creationId xmlns:a16="http://schemas.microsoft.com/office/drawing/2014/main" id="{9A4ADCDD-1C1F-496A-6BDD-A75A9D418456}"/>
                </a:ext>
              </a:extLst>
            </p:cNvPr>
            <p:cNvSpPr/>
            <p:nvPr/>
          </p:nvSpPr>
          <p:spPr>
            <a:xfrm>
              <a:off x="3972968" y="4084066"/>
              <a:ext cx="284201" cy="277868"/>
            </a:xfrm>
            <a:custGeom>
              <a:avLst/>
              <a:gdLst>
                <a:gd name="csX0" fmla="*/ 153040 w 284201"/>
                <a:gd name="csY0" fmla="*/ 28244 h 277868"/>
                <a:gd name="csX1" fmla="*/ 163030 w 284201"/>
                <a:gd name="csY1" fmla="*/ 47073 h 277868"/>
                <a:gd name="csX2" fmla="*/ 160795 w 284201"/>
                <a:gd name="csY2" fmla="*/ 93029 h 277868"/>
                <a:gd name="csX3" fmla="*/ 196523 w 284201"/>
                <a:gd name="csY3" fmla="*/ 99531 h 277868"/>
                <a:gd name="csX4" fmla="*/ 210374 w 284201"/>
                <a:gd name="csY4" fmla="*/ 92894 h 277868"/>
                <a:gd name="csX5" fmla="*/ 233234 w 284201"/>
                <a:gd name="csY5" fmla="*/ 102072 h 277868"/>
                <a:gd name="csX6" fmla="*/ 239567 w 284201"/>
                <a:gd name="csY6" fmla="*/ 112197 h 277868"/>
                <a:gd name="csX7" fmla="*/ 242716 w 284201"/>
                <a:gd name="csY7" fmla="*/ 143218 h 277868"/>
                <a:gd name="csX8" fmla="*/ 246679 w 284201"/>
                <a:gd name="csY8" fmla="*/ 156257 h 277868"/>
                <a:gd name="csX9" fmla="*/ 259311 w 284201"/>
                <a:gd name="csY9" fmla="*/ 157747 h 277868"/>
                <a:gd name="csX10" fmla="*/ 272010 w 284201"/>
                <a:gd name="csY10" fmla="*/ 152294 h 277868"/>
                <a:gd name="csX11" fmla="*/ 284202 w 284201"/>
                <a:gd name="csY11" fmla="*/ 158424 h 277868"/>
                <a:gd name="csX12" fmla="*/ 284202 w 284201"/>
                <a:gd name="csY12" fmla="*/ 177050 h 277868"/>
                <a:gd name="csX13" fmla="*/ 279596 w 284201"/>
                <a:gd name="csY13" fmla="*/ 197065 h 277868"/>
                <a:gd name="csX14" fmla="*/ 272958 w 284201"/>
                <a:gd name="csY14" fmla="*/ 216606 h 277868"/>
                <a:gd name="csX15" fmla="*/ 267404 w 284201"/>
                <a:gd name="csY15" fmla="*/ 246509 h 277868"/>
                <a:gd name="csX16" fmla="*/ 236688 w 284201"/>
                <a:gd name="csY16" fmla="*/ 272450 h 277868"/>
                <a:gd name="csX17" fmla="*/ 209900 w 284201"/>
                <a:gd name="csY17" fmla="*/ 277869 h 277868"/>
                <a:gd name="csX18" fmla="*/ 171869 w 284201"/>
                <a:gd name="csY18" fmla="*/ 272722 h 277868"/>
                <a:gd name="csX19" fmla="*/ 137732 w 284201"/>
                <a:gd name="csY19" fmla="*/ 263510 h 277868"/>
                <a:gd name="csX20" fmla="*/ 171056 w 284201"/>
                <a:gd name="csY20" fmla="*/ 212034 h 277868"/>
                <a:gd name="csX21" fmla="*/ 166213 w 284201"/>
                <a:gd name="csY21" fmla="*/ 197065 h 277868"/>
                <a:gd name="csX22" fmla="*/ 131332 w 284201"/>
                <a:gd name="csY22" fmla="*/ 183824 h 277868"/>
                <a:gd name="csX23" fmla="*/ 89948 w 284201"/>
                <a:gd name="csY23" fmla="*/ 158831 h 277868"/>
                <a:gd name="csX24" fmla="*/ 62245 w 284201"/>
                <a:gd name="csY24" fmla="*/ 153683 h 277868"/>
                <a:gd name="csX25" fmla="*/ 0 w 284201"/>
                <a:gd name="csY25" fmla="*/ 98414 h 277868"/>
                <a:gd name="csX26" fmla="*/ 13343 w 284201"/>
                <a:gd name="csY26" fmla="*/ 57877 h 277868"/>
                <a:gd name="csX27" fmla="*/ 14190 w 284201"/>
                <a:gd name="csY27" fmla="*/ 39657 h 277868"/>
                <a:gd name="csX28" fmla="*/ 30445 w 284201"/>
                <a:gd name="csY28" fmla="*/ 9855 h 277868"/>
                <a:gd name="csX29" fmla="*/ 89440 w 284201"/>
                <a:gd name="csY29" fmla="*/ 0 h 277868"/>
                <a:gd name="csX30" fmla="*/ 120901 w 284201"/>
                <a:gd name="csY30" fmla="*/ 474 h 277868"/>
                <a:gd name="csX31" fmla="*/ 152464 w 284201"/>
                <a:gd name="csY31" fmla="*/ 17779 h 277868"/>
                <a:gd name="csX32" fmla="*/ 153040 w 284201"/>
                <a:gd name="csY32" fmla="*/ 28244 h 2778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84201" h="277868">
                  <a:moveTo>
                    <a:pt x="153040" y="28244"/>
                  </a:moveTo>
                  <a:lnTo>
                    <a:pt x="163030" y="47073"/>
                  </a:lnTo>
                  <a:lnTo>
                    <a:pt x="160795" y="93029"/>
                  </a:lnTo>
                  <a:lnTo>
                    <a:pt x="196523" y="99531"/>
                  </a:lnTo>
                  <a:lnTo>
                    <a:pt x="210374" y="92894"/>
                  </a:lnTo>
                  <a:lnTo>
                    <a:pt x="233234" y="102072"/>
                  </a:lnTo>
                  <a:lnTo>
                    <a:pt x="239567" y="112197"/>
                  </a:lnTo>
                  <a:lnTo>
                    <a:pt x="242716" y="143218"/>
                  </a:lnTo>
                  <a:lnTo>
                    <a:pt x="246679" y="156257"/>
                  </a:lnTo>
                  <a:lnTo>
                    <a:pt x="259311" y="157747"/>
                  </a:lnTo>
                  <a:lnTo>
                    <a:pt x="272010" y="152294"/>
                  </a:lnTo>
                  <a:lnTo>
                    <a:pt x="284202" y="158424"/>
                  </a:lnTo>
                  <a:lnTo>
                    <a:pt x="284202" y="177050"/>
                  </a:lnTo>
                  <a:lnTo>
                    <a:pt x="279596" y="197065"/>
                  </a:lnTo>
                  <a:lnTo>
                    <a:pt x="272958" y="216606"/>
                  </a:lnTo>
                  <a:lnTo>
                    <a:pt x="267404" y="246509"/>
                  </a:lnTo>
                  <a:lnTo>
                    <a:pt x="236688" y="272450"/>
                  </a:lnTo>
                  <a:lnTo>
                    <a:pt x="209900" y="277869"/>
                  </a:lnTo>
                  <a:lnTo>
                    <a:pt x="171869" y="272722"/>
                  </a:lnTo>
                  <a:lnTo>
                    <a:pt x="137732" y="263510"/>
                  </a:lnTo>
                  <a:lnTo>
                    <a:pt x="171056" y="212034"/>
                  </a:lnTo>
                  <a:lnTo>
                    <a:pt x="166213" y="197065"/>
                  </a:lnTo>
                  <a:lnTo>
                    <a:pt x="131332" y="183824"/>
                  </a:lnTo>
                  <a:lnTo>
                    <a:pt x="89948" y="158831"/>
                  </a:lnTo>
                  <a:lnTo>
                    <a:pt x="62245" y="153683"/>
                  </a:lnTo>
                  <a:lnTo>
                    <a:pt x="0" y="98414"/>
                  </a:lnTo>
                  <a:lnTo>
                    <a:pt x="13343" y="57877"/>
                  </a:lnTo>
                  <a:lnTo>
                    <a:pt x="14190" y="39657"/>
                  </a:lnTo>
                  <a:lnTo>
                    <a:pt x="30445" y="9855"/>
                  </a:lnTo>
                  <a:lnTo>
                    <a:pt x="89440" y="0"/>
                  </a:lnTo>
                  <a:lnTo>
                    <a:pt x="120901" y="474"/>
                  </a:lnTo>
                  <a:lnTo>
                    <a:pt x="152464" y="17779"/>
                  </a:lnTo>
                  <a:lnTo>
                    <a:pt x="153040" y="28244"/>
                  </a:lnTo>
                  <a:close/>
                </a:path>
              </a:pathLst>
            </a:custGeom>
            <a:solidFill>
              <a:srgbClr val="00B050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1" name="Forma libre: forma 160">
              <a:extLst>
                <a:ext uri="{FF2B5EF4-FFF2-40B4-BE49-F238E27FC236}">
                  <a16:creationId xmlns:a16="http://schemas.microsoft.com/office/drawing/2014/main" id="{7977D720-D1B3-6A9F-3856-4B269EAD1663}"/>
                </a:ext>
              </a:extLst>
            </p:cNvPr>
            <p:cNvSpPr/>
            <p:nvPr/>
          </p:nvSpPr>
          <p:spPr>
            <a:xfrm>
              <a:off x="7538700" y="2785549"/>
              <a:ext cx="355726" cy="217215"/>
            </a:xfrm>
            <a:custGeom>
              <a:avLst/>
              <a:gdLst>
                <a:gd name="csX0" fmla="*/ 318170 w 355726"/>
                <a:gd name="csY0" fmla="*/ 0 h 217215"/>
                <a:gd name="csX1" fmla="*/ 344653 w 355726"/>
                <a:gd name="csY1" fmla="*/ 55879 h 217215"/>
                <a:gd name="csX2" fmla="*/ 355727 w 355726"/>
                <a:gd name="csY2" fmla="*/ 79551 h 217215"/>
                <a:gd name="csX3" fmla="*/ 331208 w 355726"/>
                <a:gd name="csY3" fmla="*/ 88661 h 217215"/>
                <a:gd name="csX4" fmla="*/ 324672 w 355726"/>
                <a:gd name="csY4" fmla="*/ 103697 h 217215"/>
                <a:gd name="csX5" fmla="*/ 323859 w 355726"/>
                <a:gd name="csY5" fmla="*/ 115245 h 217215"/>
                <a:gd name="csX6" fmla="*/ 290163 w 355726"/>
                <a:gd name="csY6" fmla="*/ 129537 h 217215"/>
                <a:gd name="csX7" fmla="*/ 236045 w 355726"/>
                <a:gd name="csY7" fmla="*/ 145318 h 217215"/>
                <a:gd name="csX8" fmla="*/ 205701 w 355726"/>
                <a:gd name="csY8" fmla="*/ 169228 h 217215"/>
                <a:gd name="csX9" fmla="*/ 190800 w 355726"/>
                <a:gd name="csY9" fmla="*/ 171090 h 217215"/>
                <a:gd name="csX10" fmla="*/ 180640 w 355726"/>
                <a:gd name="csY10" fmla="*/ 169092 h 217215"/>
                <a:gd name="csX11" fmla="*/ 160829 w 355726"/>
                <a:gd name="csY11" fmla="*/ 183146 h 217215"/>
                <a:gd name="csX12" fmla="*/ 139256 w 355726"/>
                <a:gd name="csY12" fmla="*/ 189649 h 217215"/>
                <a:gd name="csX13" fmla="*/ 110843 w 355726"/>
                <a:gd name="csY13" fmla="*/ 191410 h 217215"/>
                <a:gd name="csX14" fmla="*/ 102275 w 355726"/>
                <a:gd name="csY14" fmla="*/ 193340 h 217215"/>
                <a:gd name="csX15" fmla="*/ 94859 w 355726"/>
                <a:gd name="csY15" fmla="*/ 202281 h 217215"/>
                <a:gd name="csX16" fmla="*/ 85985 w 355726"/>
                <a:gd name="csY16" fmla="*/ 204753 h 217215"/>
                <a:gd name="csX17" fmla="*/ 80770 w 355726"/>
                <a:gd name="csY17" fmla="*/ 213355 h 217215"/>
                <a:gd name="csX18" fmla="*/ 64006 w 355726"/>
                <a:gd name="csY18" fmla="*/ 212610 h 217215"/>
                <a:gd name="csX19" fmla="*/ 53170 w 355726"/>
                <a:gd name="csY19" fmla="*/ 217215 h 217215"/>
                <a:gd name="csX20" fmla="*/ 29734 w 355726"/>
                <a:gd name="csY20" fmla="*/ 215488 h 217215"/>
                <a:gd name="csX21" fmla="*/ 20929 w 355726"/>
                <a:gd name="csY21" fmla="*/ 195711 h 217215"/>
                <a:gd name="csX22" fmla="*/ 21878 w 355726"/>
                <a:gd name="csY22" fmla="*/ 177186 h 217215"/>
                <a:gd name="csX23" fmla="*/ 16357 w 355726"/>
                <a:gd name="csY23" fmla="*/ 167195 h 217215"/>
                <a:gd name="csX24" fmla="*/ 9720 w 355726"/>
                <a:gd name="csY24" fmla="*/ 142169 h 217215"/>
                <a:gd name="csX25" fmla="*/ 0 w 355726"/>
                <a:gd name="csY25" fmla="*/ 128250 h 217215"/>
                <a:gd name="csX26" fmla="*/ 6773 w 355726"/>
                <a:gd name="csY26" fmla="*/ 126590 h 217215"/>
                <a:gd name="csX27" fmla="*/ 3285 w 355726"/>
                <a:gd name="csY27" fmla="*/ 111114 h 217215"/>
                <a:gd name="csX28" fmla="*/ 7417 w 355726"/>
                <a:gd name="csY28" fmla="*/ 104578 h 217215"/>
                <a:gd name="csX29" fmla="*/ 5893 w 355726"/>
                <a:gd name="csY29" fmla="*/ 89812 h 217215"/>
                <a:gd name="csX30" fmla="*/ 20760 w 355726"/>
                <a:gd name="csY30" fmla="*/ 79009 h 217215"/>
                <a:gd name="csX31" fmla="*/ 17305 w 355726"/>
                <a:gd name="csY31" fmla="*/ 64752 h 217215"/>
                <a:gd name="csX32" fmla="*/ 26280 w 355726"/>
                <a:gd name="csY32" fmla="*/ 48089 h 217215"/>
                <a:gd name="csX33" fmla="*/ 40199 w 355726"/>
                <a:gd name="csY33" fmla="*/ 56895 h 217215"/>
                <a:gd name="csX34" fmla="*/ 49377 w 355726"/>
                <a:gd name="csY34" fmla="*/ 53847 h 217215"/>
                <a:gd name="csX35" fmla="*/ 88458 w 355726"/>
                <a:gd name="csY35" fmla="*/ 53068 h 217215"/>
                <a:gd name="csX36" fmla="*/ 94655 w 355726"/>
                <a:gd name="csY36" fmla="*/ 56454 h 217215"/>
                <a:gd name="csX37" fmla="*/ 127404 w 355726"/>
                <a:gd name="csY37" fmla="*/ 59841 h 217215"/>
                <a:gd name="csX38" fmla="*/ 140374 w 355726"/>
                <a:gd name="csY38" fmla="*/ 58148 h 217215"/>
                <a:gd name="csX39" fmla="*/ 148840 w 355726"/>
                <a:gd name="csY39" fmla="*/ 69425 h 217215"/>
                <a:gd name="csX40" fmla="*/ 164656 w 355726"/>
                <a:gd name="csY40" fmla="*/ 63769 h 217215"/>
                <a:gd name="csX41" fmla="*/ 188904 w 355726"/>
                <a:gd name="csY41" fmla="*/ 28210 h 217215"/>
                <a:gd name="csX42" fmla="*/ 220535 w 355726"/>
                <a:gd name="csY42" fmla="*/ 12971 h 217215"/>
                <a:gd name="csX43" fmla="*/ 318170 w 355726"/>
                <a:gd name="csY43" fmla="*/ 0 h 217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355726" h="217215">
                  <a:moveTo>
                    <a:pt x="318170" y="0"/>
                  </a:moveTo>
                  <a:lnTo>
                    <a:pt x="344653" y="55879"/>
                  </a:lnTo>
                  <a:lnTo>
                    <a:pt x="355727" y="79551"/>
                  </a:lnTo>
                  <a:lnTo>
                    <a:pt x="331208" y="88661"/>
                  </a:lnTo>
                  <a:lnTo>
                    <a:pt x="324672" y="103697"/>
                  </a:lnTo>
                  <a:lnTo>
                    <a:pt x="323859" y="115245"/>
                  </a:lnTo>
                  <a:lnTo>
                    <a:pt x="290163" y="129537"/>
                  </a:lnTo>
                  <a:lnTo>
                    <a:pt x="236045" y="145318"/>
                  </a:lnTo>
                  <a:lnTo>
                    <a:pt x="205701" y="169228"/>
                  </a:lnTo>
                  <a:lnTo>
                    <a:pt x="190800" y="171090"/>
                  </a:lnTo>
                  <a:lnTo>
                    <a:pt x="180640" y="169092"/>
                  </a:lnTo>
                  <a:lnTo>
                    <a:pt x="160829" y="183146"/>
                  </a:lnTo>
                  <a:lnTo>
                    <a:pt x="139256" y="189649"/>
                  </a:lnTo>
                  <a:lnTo>
                    <a:pt x="110843" y="191410"/>
                  </a:lnTo>
                  <a:lnTo>
                    <a:pt x="102275" y="193340"/>
                  </a:lnTo>
                  <a:lnTo>
                    <a:pt x="94859" y="202281"/>
                  </a:lnTo>
                  <a:lnTo>
                    <a:pt x="85985" y="204753"/>
                  </a:lnTo>
                  <a:lnTo>
                    <a:pt x="80770" y="213355"/>
                  </a:lnTo>
                  <a:lnTo>
                    <a:pt x="64006" y="212610"/>
                  </a:lnTo>
                  <a:lnTo>
                    <a:pt x="53170" y="217215"/>
                  </a:lnTo>
                  <a:lnTo>
                    <a:pt x="29734" y="215488"/>
                  </a:lnTo>
                  <a:lnTo>
                    <a:pt x="20929" y="195711"/>
                  </a:lnTo>
                  <a:lnTo>
                    <a:pt x="21878" y="177186"/>
                  </a:lnTo>
                  <a:lnTo>
                    <a:pt x="16357" y="167195"/>
                  </a:lnTo>
                  <a:lnTo>
                    <a:pt x="9720" y="142169"/>
                  </a:lnTo>
                  <a:lnTo>
                    <a:pt x="0" y="128250"/>
                  </a:lnTo>
                  <a:lnTo>
                    <a:pt x="6773" y="126590"/>
                  </a:lnTo>
                  <a:lnTo>
                    <a:pt x="3285" y="111114"/>
                  </a:lnTo>
                  <a:lnTo>
                    <a:pt x="7417" y="104578"/>
                  </a:lnTo>
                  <a:lnTo>
                    <a:pt x="5893" y="89812"/>
                  </a:lnTo>
                  <a:lnTo>
                    <a:pt x="20760" y="79009"/>
                  </a:lnTo>
                  <a:lnTo>
                    <a:pt x="17305" y="64752"/>
                  </a:lnTo>
                  <a:lnTo>
                    <a:pt x="26280" y="48089"/>
                  </a:lnTo>
                  <a:lnTo>
                    <a:pt x="40199" y="56895"/>
                  </a:lnTo>
                  <a:lnTo>
                    <a:pt x="49377" y="53847"/>
                  </a:lnTo>
                  <a:lnTo>
                    <a:pt x="88458" y="53068"/>
                  </a:lnTo>
                  <a:lnTo>
                    <a:pt x="94655" y="56454"/>
                  </a:lnTo>
                  <a:lnTo>
                    <a:pt x="127404" y="59841"/>
                  </a:lnTo>
                  <a:lnTo>
                    <a:pt x="140374" y="58148"/>
                  </a:lnTo>
                  <a:lnTo>
                    <a:pt x="148840" y="69425"/>
                  </a:lnTo>
                  <a:lnTo>
                    <a:pt x="164656" y="63769"/>
                  </a:lnTo>
                  <a:lnTo>
                    <a:pt x="188904" y="28210"/>
                  </a:lnTo>
                  <a:lnTo>
                    <a:pt x="220535" y="12971"/>
                  </a:lnTo>
                  <a:lnTo>
                    <a:pt x="318170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2" name="Forma libre: forma 161">
              <a:extLst>
                <a:ext uri="{FF2B5EF4-FFF2-40B4-BE49-F238E27FC236}">
                  <a16:creationId xmlns:a16="http://schemas.microsoft.com/office/drawing/2014/main" id="{86F9ACB6-29E8-3499-44ED-029C180CA968}"/>
                </a:ext>
              </a:extLst>
            </p:cNvPr>
            <p:cNvSpPr/>
            <p:nvPr/>
          </p:nvSpPr>
          <p:spPr>
            <a:xfrm>
              <a:off x="7268688" y="2339841"/>
              <a:ext cx="712367" cy="535520"/>
            </a:xfrm>
            <a:custGeom>
              <a:avLst/>
              <a:gdLst>
                <a:gd name="csX0" fmla="*/ 10972 w 712367"/>
                <a:gd name="csY0" fmla="*/ 94960 h 535520"/>
                <a:gd name="csX1" fmla="*/ 48665 w 712367"/>
                <a:gd name="csY1" fmla="*/ 100378 h 535520"/>
                <a:gd name="csX2" fmla="*/ 63295 w 712367"/>
                <a:gd name="csY2" fmla="*/ 89948 h 535520"/>
                <a:gd name="csX3" fmla="*/ 71423 w 712367"/>
                <a:gd name="csY3" fmla="*/ 77756 h 535520"/>
                <a:gd name="csX4" fmla="*/ 97262 w 712367"/>
                <a:gd name="csY4" fmla="*/ 73049 h 535520"/>
                <a:gd name="csX5" fmla="*/ 102816 w 712367"/>
                <a:gd name="csY5" fmla="*/ 61703 h 535520"/>
                <a:gd name="csX6" fmla="*/ 114026 w 712367"/>
                <a:gd name="csY6" fmla="*/ 55980 h 535520"/>
                <a:gd name="csX7" fmla="*/ 80262 w 712367"/>
                <a:gd name="csY7" fmla="*/ 22114 h 535520"/>
                <a:gd name="csX8" fmla="*/ 148095 w 712367"/>
                <a:gd name="csY8" fmla="*/ 5114 h 535520"/>
                <a:gd name="csX9" fmla="*/ 154530 w 712367"/>
                <a:gd name="csY9" fmla="*/ 0 h 535520"/>
                <a:gd name="csX10" fmla="*/ 195338 w 712367"/>
                <a:gd name="csY10" fmla="*/ 9178 h 535520"/>
                <a:gd name="csX11" fmla="*/ 245798 w 712367"/>
                <a:gd name="csY11" fmla="*/ 32884 h 535520"/>
                <a:gd name="csX12" fmla="*/ 341266 w 712367"/>
                <a:gd name="csY12" fmla="*/ 100988 h 535520"/>
                <a:gd name="csX13" fmla="*/ 404256 w 712367"/>
                <a:gd name="csY13" fmla="*/ 103697 h 535520"/>
                <a:gd name="csX14" fmla="*/ 434431 w 712367"/>
                <a:gd name="csY14" fmla="*/ 106948 h 535520"/>
                <a:gd name="csX15" fmla="*/ 442863 w 712367"/>
                <a:gd name="csY15" fmla="*/ 123102 h 535520"/>
                <a:gd name="csX16" fmla="*/ 466806 w 712367"/>
                <a:gd name="csY16" fmla="*/ 122222 h 535520"/>
                <a:gd name="csX17" fmla="*/ 480082 w 712367"/>
                <a:gd name="csY17" fmla="*/ 151414 h 535520"/>
                <a:gd name="csX18" fmla="*/ 496744 w 712367"/>
                <a:gd name="csY18" fmla="*/ 159169 h 535520"/>
                <a:gd name="csX19" fmla="*/ 502535 w 712367"/>
                <a:gd name="csY19" fmla="*/ 171056 h 535520"/>
                <a:gd name="csX20" fmla="*/ 525597 w 712367"/>
                <a:gd name="csY20" fmla="*/ 185280 h 535520"/>
                <a:gd name="csX21" fmla="*/ 527663 w 712367"/>
                <a:gd name="csY21" fmla="*/ 199266 h 535520"/>
                <a:gd name="csX22" fmla="*/ 524277 w 712367"/>
                <a:gd name="csY22" fmla="*/ 210544 h 535520"/>
                <a:gd name="csX23" fmla="*/ 528578 w 712367"/>
                <a:gd name="csY23" fmla="*/ 221923 h 535520"/>
                <a:gd name="csX24" fmla="*/ 538297 w 712367"/>
                <a:gd name="csY24" fmla="*/ 231405 h 535520"/>
                <a:gd name="csX25" fmla="*/ 542835 w 712367"/>
                <a:gd name="csY25" fmla="*/ 242513 h 535520"/>
                <a:gd name="csX26" fmla="*/ 547881 w 712367"/>
                <a:gd name="csY26" fmla="*/ 250810 h 535520"/>
                <a:gd name="csX27" fmla="*/ 558109 w 712367"/>
                <a:gd name="csY27" fmla="*/ 257550 h 535520"/>
                <a:gd name="csX28" fmla="*/ 567523 w 712367"/>
                <a:gd name="csY28" fmla="*/ 255145 h 535520"/>
                <a:gd name="csX29" fmla="*/ 573958 w 712367"/>
                <a:gd name="csY29" fmla="*/ 268082 h 535520"/>
                <a:gd name="csX30" fmla="*/ 575245 w 712367"/>
                <a:gd name="csY30" fmla="*/ 275905 h 535520"/>
                <a:gd name="csX31" fmla="*/ 588216 w 712367"/>
                <a:gd name="csY31" fmla="*/ 310211 h 535520"/>
                <a:gd name="csX32" fmla="*/ 690016 w 712367"/>
                <a:gd name="csY32" fmla="*/ 327279 h 535520"/>
                <a:gd name="csX33" fmla="*/ 696823 w 712367"/>
                <a:gd name="csY33" fmla="*/ 320134 h 535520"/>
                <a:gd name="csX34" fmla="*/ 712368 w 712367"/>
                <a:gd name="csY34" fmla="*/ 344111 h 535520"/>
                <a:gd name="csX35" fmla="*/ 689779 w 712367"/>
                <a:gd name="csY35" fmla="*/ 411842 h 535520"/>
                <a:gd name="csX36" fmla="*/ 588181 w 712367"/>
                <a:gd name="csY36" fmla="*/ 445708 h 535520"/>
                <a:gd name="csX37" fmla="*/ 490546 w 712367"/>
                <a:gd name="csY37" fmla="*/ 458679 h 535520"/>
                <a:gd name="csX38" fmla="*/ 458916 w 712367"/>
                <a:gd name="csY38" fmla="*/ 473918 h 535520"/>
                <a:gd name="csX39" fmla="*/ 434668 w 712367"/>
                <a:gd name="csY39" fmla="*/ 509478 h 535520"/>
                <a:gd name="csX40" fmla="*/ 418852 w 712367"/>
                <a:gd name="csY40" fmla="*/ 515133 h 535520"/>
                <a:gd name="csX41" fmla="*/ 410386 w 712367"/>
                <a:gd name="csY41" fmla="*/ 503856 h 535520"/>
                <a:gd name="csX42" fmla="*/ 397415 w 712367"/>
                <a:gd name="csY42" fmla="*/ 505549 h 535520"/>
                <a:gd name="csX43" fmla="*/ 364667 w 712367"/>
                <a:gd name="csY43" fmla="*/ 502162 h 535520"/>
                <a:gd name="csX44" fmla="*/ 358469 w 712367"/>
                <a:gd name="csY44" fmla="*/ 498776 h 535520"/>
                <a:gd name="csX45" fmla="*/ 319389 w 712367"/>
                <a:gd name="csY45" fmla="*/ 499555 h 535520"/>
                <a:gd name="csX46" fmla="*/ 310211 w 712367"/>
                <a:gd name="csY46" fmla="*/ 502603 h 535520"/>
                <a:gd name="csX47" fmla="*/ 296292 w 712367"/>
                <a:gd name="csY47" fmla="*/ 493797 h 535520"/>
                <a:gd name="csX48" fmla="*/ 287317 w 712367"/>
                <a:gd name="csY48" fmla="*/ 510460 h 535520"/>
                <a:gd name="csX49" fmla="*/ 290772 w 712367"/>
                <a:gd name="csY49" fmla="*/ 524717 h 535520"/>
                <a:gd name="csX50" fmla="*/ 275905 w 712367"/>
                <a:gd name="csY50" fmla="*/ 535520 h 535520"/>
                <a:gd name="csX51" fmla="*/ 271536 w 712367"/>
                <a:gd name="csY51" fmla="*/ 521059 h 535520"/>
                <a:gd name="csX52" fmla="*/ 261309 w 712367"/>
                <a:gd name="csY52" fmla="*/ 510866 h 535520"/>
                <a:gd name="csX53" fmla="*/ 258701 w 712367"/>
                <a:gd name="csY53" fmla="*/ 497354 h 535520"/>
                <a:gd name="csX54" fmla="*/ 241192 w 712367"/>
                <a:gd name="csY54" fmla="*/ 485229 h 535520"/>
                <a:gd name="csX55" fmla="*/ 223142 w 712367"/>
                <a:gd name="csY55" fmla="*/ 456816 h 535520"/>
                <a:gd name="csX56" fmla="*/ 213591 w 712367"/>
                <a:gd name="csY56" fmla="*/ 429249 h 535520"/>
                <a:gd name="csX57" fmla="*/ 190190 w 712367"/>
                <a:gd name="csY57" fmla="*/ 405916 h 535520"/>
                <a:gd name="csX58" fmla="*/ 175086 w 712367"/>
                <a:gd name="csY58" fmla="*/ 400362 h 535520"/>
                <a:gd name="csX59" fmla="*/ 152633 w 712367"/>
                <a:gd name="csY59" fmla="*/ 368088 h 535520"/>
                <a:gd name="csX60" fmla="*/ 148739 w 712367"/>
                <a:gd name="csY60" fmla="*/ 344551 h 535520"/>
                <a:gd name="csX61" fmla="*/ 150161 w 712367"/>
                <a:gd name="csY61" fmla="*/ 324468 h 535520"/>
                <a:gd name="csX62" fmla="*/ 130756 w 712367"/>
                <a:gd name="csY62" fmla="*/ 286945 h 535520"/>
                <a:gd name="csX63" fmla="*/ 114873 w 712367"/>
                <a:gd name="csY63" fmla="*/ 273703 h 535520"/>
                <a:gd name="csX64" fmla="*/ 96585 w 712367"/>
                <a:gd name="csY64" fmla="*/ 266727 h 535520"/>
                <a:gd name="csX65" fmla="*/ 85443 w 712367"/>
                <a:gd name="csY65" fmla="*/ 247322 h 535520"/>
                <a:gd name="csX66" fmla="*/ 87272 w 712367"/>
                <a:gd name="csY66" fmla="*/ 239635 h 535520"/>
                <a:gd name="csX67" fmla="*/ 77891 w 712367"/>
                <a:gd name="csY67" fmla="*/ 222092 h 535520"/>
                <a:gd name="csX68" fmla="*/ 68002 w 712367"/>
                <a:gd name="csY68" fmla="*/ 214540 h 535520"/>
                <a:gd name="csX69" fmla="*/ 54761 w 712367"/>
                <a:gd name="csY69" fmla="*/ 189344 h 535520"/>
                <a:gd name="csX70" fmla="*/ 34137 w 712367"/>
                <a:gd name="csY70" fmla="*/ 162014 h 535520"/>
                <a:gd name="csX71" fmla="*/ 16865 w 712367"/>
                <a:gd name="csY71" fmla="*/ 138782 h 535520"/>
                <a:gd name="csX72" fmla="*/ 0 w 712367"/>
                <a:gd name="csY72" fmla="*/ 138918 h 535520"/>
                <a:gd name="csX73" fmla="*/ 5283 w 712367"/>
                <a:gd name="csY73" fmla="*/ 120359 h 535520"/>
                <a:gd name="csX74" fmla="*/ 6773 w 712367"/>
                <a:gd name="csY74" fmla="*/ 108506 h 535520"/>
                <a:gd name="csX75" fmla="*/ 10972 w 712367"/>
                <a:gd name="csY75" fmla="*/ 94960 h 535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</a:cxnLst>
              <a:rect l="l" t="t" r="r" b="b"/>
              <a:pathLst>
                <a:path w="712367" h="535520">
                  <a:moveTo>
                    <a:pt x="10972" y="94960"/>
                  </a:moveTo>
                  <a:lnTo>
                    <a:pt x="48665" y="100378"/>
                  </a:lnTo>
                  <a:lnTo>
                    <a:pt x="63295" y="89948"/>
                  </a:lnTo>
                  <a:lnTo>
                    <a:pt x="71423" y="77756"/>
                  </a:lnTo>
                  <a:lnTo>
                    <a:pt x="97262" y="73049"/>
                  </a:lnTo>
                  <a:lnTo>
                    <a:pt x="102816" y="61703"/>
                  </a:lnTo>
                  <a:lnTo>
                    <a:pt x="114026" y="55980"/>
                  </a:lnTo>
                  <a:lnTo>
                    <a:pt x="80262" y="22114"/>
                  </a:lnTo>
                  <a:lnTo>
                    <a:pt x="148095" y="5114"/>
                  </a:lnTo>
                  <a:lnTo>
                    <a:pt x="154530" y="0"/>
                  </a:lnTo>
                  <a:lnTo>
                    <a:pt x="195338" y="9178"/>
                  </a:lnTo>
                  <a:lnTo>
                    <a:pt x="245798" y="32884"/>
                  </a:lnTo>
                  <a:lnTo>
                    <a:pt x="341266" y="100988"/>
                  </a:lnTo>
                  <a:lnTo>
                    <a:pt x="404256" y="103697"/>
                  </a:lnTo>
                  <a:lnTo>
                    <a:pt x="434431" y="106948"/>
                  </a:lnTo>
                  <a:lnTo>
                    <a:pt x="442863" y="123102"/>
                  </a:lnTo>
                  <a:lnTo>
                    <a:pt x="466806" y="122222"/>
                  </a:lnTo>
                  <a:lnTo>
                    <a:pt x="480082" y="151414"/>
                  </a:lnTo>
                  <a:lnTo>
                    <a:pt x="496744" y="159169"/>
                  </a:lnTo>
                  <a:lnTo>
                    <a:pt x="502535" y="171056"/>
                  </a:lnTo>
                  <a:lnTo>
                    <a:pt x="525597" y="185280"/>
                  </a:lnTo>
                  <a:lnTo>
                    <a:pt x="527663" y="199266"/>
                  </a:lnTo>
                  <a:lnTo>
                    <a:pt x="524277" y="210544"/>
                  </a:lnTo>
                  <a:lnTo>
                    <a:pt x="528578" y="221923"/>
                  </a:lnTo>
                  <a:lnTo>
                    <a:pt x="538297" y="231405"/>
                  </a:lnTo>
                  <a:lnTo>
                    <a:pt x="542835" y="242513"/>
                  </a:lnTo>
                  <a:lnTo>
                    <a:pt x="547881" y="250810"/>
                  </a:lnTo>
                  <a:lnTo>
                    <a:pt x="558109" y="257550"/>
                  </a:lnTo>
                  <a:lnTo>
                    <a:pt x="567523" y="255145"/>
                  </a:lnTo>
                  <a:lnTo>
                    <a:pt x="573958" y="268082"/>
                  </a:lnTo>
                  <a:lnTo>
                    <a:pt x="575245" y="275905"/>
                  </a:lnTo>
                  <a:lnTo>
                    <a:pt x="588216" y="310211"/>
                  </a:lnTo>
                  <a:lnTo>
                    <a:pt x="690016" y="327279"/>
                  </a:lnTo>
                  <a:lnTo>
                    <a:pt x="696823" y="320134"/>
                  </a:lnTo>
                  <a:lnTo>
                    <a:pt x="712368" y="344111"/>
                  </a:lnTo>
                  <a:lnTo>
                    <a:pt x="689779" y="411842"/>
                  </a:lnTo>
                  <a:lnTo>
                    <a:pt x="588181" y="445708"/>
                  </a:lnTo>
                  <a:lnTo>
                    <a:pt x="490546" y="458679"/>
                  </a:lnTo>
                  <a:lnTo>
                    <a:pt x="458916" y="473918"/>
                  </a:lnTo>
                  <a:lnTo>
                    <a:pt x="434668" y="509478"/>
                  </a:lnTo>
                  <a:lnTo>
                    <a:pt x="418852" y="515133"/>
                  </a:lnTo>
                  <a:lnTo>
                    <a:pt x="410386" y="503856"/>
                  </a:lnTo>
                  <a:lnTo>
                    <a:pt x="397415" y="505549"/>
                  </a:lnTo>
                  <a:lnTo>
                    <a:pt x="364667" y="502162"/>
                  </a:lnTo>
                  <a:lnTo>
                    <a:pt x="358469" y="498776"/>
                  </a:lnTo>
                  <a:lnTo>
                    <a:pt x="319389" y="499555"/>
                  </a:lnTo>
                  <a:lnTo>
                    <a:pt x="310211" y="502603"/>
                  </a:lnTo>
                  <a:lnTo>
                    <a:pt x="296292" y="493797"/>
                  </a:lnTo>
                  <a:lnTo>
                    <a:pt x="287317" y="510460"/>
                  </a:lnTo>
                  <a:lnTo>
                    <a:pt x="290772" y="524717"/>
                  </a:lnTo>
                  <a:lnTo>
                    <a:pt x="275905" y="535520"/>
                  </a:lnTo>
                  <a:lnTo>
                    <a:pt x="271536" y="521059"/>
                  </a:lnTo>
                  <a:lnTo>
                    <a:pt x="261309" y="510866"/>
                  </a:lnTo>
                  <a:lnTo>
                    <a:pt x="258701" y="497354"/>
                  </a:lnTo>
                  <a:lnTo>
                    <a:pt x="241192" y="485229"/>
                  </a:lnTo>
                  <a:lnTo>
                    <a:pt x="223142" y="456816"/>
                  </a:lnTo>
                  <a:lnTo>
                    <a:pt x="213591" y="429249"/>
                  </a:lnTo>
                  <a:lnTo>
                    <a:pt x="190190" y="405916"/>
                  </a:lnTo>
                  <a:lnTo>
                    <a:pt x="175086" y="400362"/>
                  </a:lnTo>
                  <a:lnTo>
                    <a:pt x="152633" y="368088"/>
                  </a:lnTo>
                  <a:lnTo>
                    <a:pt x="148739" y="344551"/>
                  </a:lnTo>
                  <a:lnTo>
                    <a:pt x="150161" y="324468"/>
                  </a:lnTo>
                  <a:lnTo>
                    <a:pt x="130756" y="286945"/>
                  </a:lnTo>
                  <a:lnTo>
                    <a:pt x="114873" y="273703"/>
                  </a:lnTo>
                  <a:lnTo>
                    <a:pt x="96585" y="266727"/>
                  </a:lnTo>
                  <a:lnTo>
                    <a:pt x="85443" y="247322"/>
                  </a:lnTo>
                  <a:lnTo>
                    <a:pt x="87272" y="239635"/>
                  </a:lnTo>
                  <a:lnTo>
                    <a:pt x="77891" y="222092"/>
                  </a:lnTo>
                  <a:lnTo>
                    <a:pt x="68002" y="214540"/>
                  </a:lnTo>
                  <a:lnTo>
                    <a:pt x="54761" y="189344"/>
                  </a:lnTo>
                  <a:lnTo>
                    <a:pt x="34137" y="162014"/>
                  </a:lnTo>
                  <a:lnTo>
                    <a:pt x="16865" y="138782"/>
                  </a:lnTo>
                  <a:lnTo>
                    <a:pt x="0" y="138918"/>
                  </a:lnTo>
                  <a:lnTo>
                    <a:pt x="5283" y="120359"/>
                  </a:lnTo>
                  <a:lnTo>
                    <a:pt x="6773" y="108506"/>
                  </a:lnTo>
                  <a:lnTo>
                    <a:pt x="10972" y="9496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3" name="Forma libre: forma 162">
              <a:extLst>
                <a:ext uri="{FF2B5EF4-FFF2-40B4-BE49-F238E27FC236}">
                  <a16:creationId xmlns:a16="http://schemas.microsoft.com/office/drawing/2014/main" id="{893DFE81-4379-F6EC-47FF-0063CFA7EF55}"/>
                </a:ext>
              </a:extLst>
            </p:cNvPr>
            <p:cNvSpPr/>
            <p:nvPr/>
          </p:nvSpPr>
          <p:spPr>
            <a:xfrm>
              <a:off x="0" y="5571724"/>
              <a:ext cx="12191695" cy="905199"/>
            </a:xfrm>
            <a:custGeom>
              <a:avLst/>
              <a:gdLst>
                <a:gd name="csX0" fmla="*/ 4447903 w 12191695"/>
                <a:gd name="csY0" fmla="*/ 500401 h 905199"/>
                <a:gd name="csX1" fmla="*/ 4465175 w 12191695"/>
                <a:gd name="csY1" fmla="*/ 500401 h 905199"/>
                <a:gd name="csX2" fmla="*/ 4515567 w 12191695"/>
                <a:gd name="csY2" fmla="*/ 493086 h 905199"/>
                <a:gd name="csX3" fmla="*/ 4566637 w 12191695"/>
                <a:gd name="csY3" fmla="*/ 500401 h 905199"/>
                <a:gd name="csX4" fmla="*/ 4608427 w 12191695"/>
                <a:gd name="csY4" fmla="*/ 514998 h 905199"/>
                <a:gd name="csX5" fmla="*/ 4623023 w 12191695"/>
                <a:gd name="csY5" fmla="*/ 535588 h 905199"/>
                <a:gd name="csX6" fmla="*/ 4627020 w 12191695"/>
                <a:gd name="csY6" fmla="*/ 550184 h 905199"/>
                <a:gd name="csX7" fmla="*/ 4628340 w 12191695"/>
                <a:gd name="csY7" fmla="*/ 567422 h 905199"/>
                <a:gd name="csX8" fmla="*/ 4575916 w 12191695"/>
                <a:gd name="csY8" fmla="*/ 578056 h 905199"/>
                <a:gd name="csX9" fmla="*/ 4520884 w 12191695"/>
                <a:gd name="csY9" fmla="*/ 586658 h 905199"/>
                <a:gd name="csX10" fmla="*/ 4457216 w 12191695"/>
                <a:gd name="csY10" fmla="*/ 594616 h 905199"/>
                <a:gd name="csX11" fmla="*/ 4386234 w 12191695"/>
                <a:gd name="csY11" fmla="*/ 601254 h 905199"/>
                <a:gd name="csX12" fmla="*/ 4305972 w 12191695"/>
                <a:gd name="csY12" fmla="*/ 599290 h 905199"/>
                <a:gd name="csX13" fmla="*/ 4261539 w 12191695"/>
                <a:gd name="csY13" fmla="*/ 588013 h 905199"/>
                <a:gd name="csX14" fmla="*/ 4267500 w 12191695"/>
                <a:gd name="csY14" fmla="*/ 574060 h 905199"/>
                <a:gd name="csX15" fmla="*/ 4339804 w 12191695"/>
                <a:gd name="csY15" fmla="*/ 564780 h 905199"/>
                <a:gd name="csX16" fmla="*/ 4368996 w 12191695"/>
                <a:gd name="csY16" fmla="*/ 553503 h 905199"/>
                <a:gd name="csX17" fmla="*/ 4390196 w 12191695"/>
                <a:gd name="csY17" fmla="*/ 538873 h 905199"/>
                <a:gd name="csX18" fmla="*/ 4405469 w 12191695"/>
                <a:gd name="csY18" fmla="*/ 526275 h 905199"/>
                <a:gd name="csX19" fmla="*/ 4426026 w 12191695"/>
                <a:gd name="csY19" fmla="*/ 514354 h 905199"/>
                <a:gd name="csX20" fmla="*/ 4447903 w 12191695"/>
                <a:gd name="csY20" fmla="*/ 500401 h 905199"/>
                <a:gd name="csX21" fmla="*/ 4447903 w 12191695"/>
                <a:gd name="csY21" fmla="*/ 500401 h 905199"/>
                <a:gd name="csX22" fmla="*/ 3850882 w 12191695"/>
                <a:gd name="csY22" fmla="*/ 575211 h 905199"/>
                <a:gd name="csX23" fmla="*/ 3927148 w 12191695"/>
                <a:gd name="csY23" fmla="*/ 576532 h 905199"/>
                <a:gd name="csX24" fmla="*/ 4000129 w 12191695"/>
                <a:gd name="csY24" fmla="*/ 579851 h 905199"/>
                <a:gd name="csX25" fmla="*/ 4025325 w 12191695"/>
                <a:gd name="csY25" fmla="*/ 565898 h 905199"/>
                <a:gd name="csX26" fmla="*/ 4043240 w 12191695"/>
                <a:gd name="csY26" fmla="*/ 553977 h 905199"/>
                <a:gd name="csX27" fmla="*/ 4078393 w 12191695"/>
                <a:gd name="csY27" fmla="*/ 567896 h 905199"/>
                <a:gd name="csX28" fmla="*/ 4068437 w 12191695"/>
                <a:gd name="csY28" fmla="*/ 585168 h 905199"/>
                <a:gd name="csX29" fmla="*/ 4058480 w 12191695"/>
                <a:gd name="csY29" fmla="*/ 600407 h 905199"/>
                <a:gd name="csX30" fmla="*/ 3987531 w 12191695"/>
                <a:gd name="csY30" fmla="*/ 595768 h 905199"/>
                <a:gd name="csX31" fmla="*/ 3911909 w 12191695"/>
                <a:gd name="csY31" fmla="*/ 597766 h 905199"/>
                <a:gd name="csX32" fmla="*/ 3869441 w 12191695"/>
                <a:gd name="csY32" fmla="*/ 586489 h 905199"/>
                <a:gd name="csX33" fmla="*/ 3869441 w 12191695"/>
                <a:gd name="csY33" fmla="*/ 585168 h 905199"/>
                <a:gd name="csX34" fmla="*/ 3850882 w 12191695"/>
                <a:gd name="csY34" fmla="*/ 575211 h 905199"/>
                <a:gd name="csX35" fmla="*/ 3592622 w 12191695"/>
                <a:gd name="csY35" fmla="*/ 270859 h 905199"/>
                <a:gd name="csX36" fmla="*/ 3592622 w 12191695"/>
                <a:gd name="csY36" fmla="*/ 270859 h 905199"/>
                <a:gd name="csX37" fmla="*/ 3615854 w 12191695"/>
                <a:gd name="csY37" fmla="*/ 266896 h 905199"/>
                <a:gd name="csX38" fmla="*/ 3654969 w 12191695"/>
                <a:gd name="csY38" fmla="*/ 268217 h 905199"/>
                <a:gd name="csX39" fmla="*/ 3664925 w 12191695"/>
                <a:gd name="csY39" fmla="*/ 250946 h 905199"/>
                <a:gd name="csX40" fmla="*/ 3666923 w 12191695"/>
                <a:gd name="csY40" fmla="*/ 238348 h 905199"/>
                <a:gd name="csX41" fmla="*/ 3666246 w 12191695"/>
                <a:gd name="csY41" fmla="*/ 211153 h 905199"/>
                <a:gd name="csX42" fmla="*/ 3685482 w 12191695"/>
                <a:gd name="csY42" fmla="*/ 195203 h 905199"/>
                <a:gd name="csX43" fmla="*/ 3716672 w 12191695"/>
                <a:gd name="csY43" fmla="*/ 189920 h 905199"/>
                <a:gd name="csX44" fmla="*/ 3734587 w 12191695"/>
                <a:gd name="csY44" fmla="*/ 202518 h 905199"/>
                <a:gd name="csX45" fmla="*/ 3742546 w 12191695"/>
                <a:gd name="csY45" fmla="*/ 215116 h 905199"/>
                <a:gd name="csX46" fmla="*/ 3757108 w 12191695"/>
                <a:gd name="csY46" fmla="*/ 230390 h 905199"/>
                <a:gd name="csX47" fmla="*/ 3768385 w 12191695"/>
                <a:gd name="csY47" fmla="*/ 244986 h 905199"/>
                <a:gd name="csX48" fmla="*/ 3777699 w 12191695"/>
                <a:gd name="csY48" fmla="*/ 260259 h 905199"/>
                <a:gd name="csX49" fmla="*/ 3781661 w 12191695"/>
                <a:gd name="csY49" fmla="*/ 275499 h 905199"/>
                <a:gd name="csX50" fmla="*/ 3775700 w 12191695"/>
                <a:gd name="csY50" fmla="*/ 288774 h 905199"/>
                <a:gd name="csX51" fmla="*/ 3766421 w 12191695"/>
                <a:gd name="csY51" fmla="*/ 301406 h 905199"/>
                <a:gd name="csX52" fmla="*/ 3726629 w 12191695"/>
                <a:gd name="csY52" fmla="*/ 306046 h 905199"/>
                <a:gd name="csX53" fmla="*/ 3688801 w 12191695"/>
                <a:gd name="csY53" fmla="*/ 312683 h 905199"/>
                <a:gd name="csX54" fmla="*/ 3644369 w 12191695"/>
                <a:gd name="csY54" fmla="*/ 312006 h 905199"/>
                <a:gd name="csX55" fmla="*/ 3660963 w 12191695"/>
                <a:gd name="csY55" fmla="*/ 298730 h 905199"/>
                <a:gd name="csX56" fmla="*/ 3621137 w 12191695"/>
                <a:gd name="csY56" fmla="*/ 303370 h 905199"/>
                <a:gd name="csX57" fmla="*/ 3583342 w 12191695"/>
                <a:gd name="csY57" fmla="*/ 308044 h 905199"/>
                <a:gd name="csX58" fmla="*/ 3557469 w 12191695"/>
                <a:gd name="csY58" fmla="*/ 298087 h 905199"/>
                <a:gd name="csX59" fmla="*/ 3555471 w 12191695"/>
                <a:gd name="csY59" fmla="*/ 284134 h 905199"/>
                <a:gd name="csX60" fmla="*/ 3592622 w 12191695"/>
                <a:gd name="csY60" fmla="*/ 270859 h 905199"/>
                <a:gd name="csX61" fmla="*/ 2630324 w 12191695"/>
                <a:gd name="csY61" fmla="*/ 292025 h 905199"/>
                <a:gd name="csX62" fmla="*/ 2630324 w 12191695"/>
                <a:gd name="csY62" fmla="*/ 292025 h 905199"/>
                <a:gd name="csX63" fmla="*/ 2651558 w 12191695"/>
                <a:gd name="csY63" fmla="*/ 286065 h 905199"/>
                <a:gd name="csX64" fmla="*/ 2694670 w 12191695"/>
                <a:gd name="csY64" fmla="*/ 290704 h 905199"/>
                <a:gd name="csX65" fmla="*/ 2743741 w 12191695"/>
                <a:gd name="csY65" fmla="*/ 293346 h 905199"/>
                <a:gd name="csX66" fmla="*/ 2780892 w 12191695"/>
                <a:gd name="csY66" fmla="*/ 298019 h 905199"/>
                <a:gd name="csX67" fmla="*/ 2818043 w 12191695"/>
                <a:gd name="csY67" fmla="*/ 294023 h 905199"/>
                <a:gd name="csX68" fmla="*/ 2837956 w 12191695"/>
                <a:gd name="csY68" fmla="*/ 313259 h 905199"/>
                <a:gd name="csX69" fmla="*/ 2811405 w 12191695"/>
                <a:gd name="csY69" fmla="*/ 310617 h 905199"/>
                <a:gd name="csX70" fmla="*/ 2770292 w 12191695"/>
                <a:gd name="csY70" fmla="*/ 311938 h 905199"/>
                <a:gd name="csX71" fmla="*/ 2728501 w 12191695"/>
                <a:gd name="csY71" fmla="*/ 310617 h 905199"/>
                <a:gd name="csX72" fmla="*/ 2682749 w 12191695"/>
                <a:gd name="csY72" fmla="*/ 312616 h 905199"/>
                <a:gd name="csX73" fmla="*/ 2648239 w 12191695"/>
                <a:gd name="csY73" fmla="*/ 305978 h 905199"/>
                <a:gd name="csX74" fmla="*/ 2630324 w 12191695"/>
                <a:gd name="csY74" fmla="*/ 292025 h 905199"/>
                <a:gd name="csX75" fmla="*/ 1943153 w 12191695"/>
                <a:gd name="csY75" fmla="*/ 351765 h 905199"/>
                <a:gd name="csX76" fmla="*/ 1943153 w 12191695"/>
                <a:gd name="csY76" fmla="*/ 351765 h 905199"/>
                <a:gd name="csX77" fmla="*/ 1950468 w 12191695"/>
                <a:gd name="csY77" fmla="*/ 340487 h 905199"/>
                <a:gd name="csX78" fmla="*/ 1990904 w 12191695"/>
                <a:gd name="csY78" fmla="*/ 346448 h 905199"/>
                <a:gd name="csX79" fmla="*/ 2034692 w 12191695"/>
                <a:gd name="csY79" fmla="*/ 351765 h 905199"/>
                <a:gd name="csX80" fmla="*/ 2075162 w 12191695"/>
                <a:gd name="csY80" fmla="*/ 345770 h 905199"/>
                <a:gd name="csX81" fmla="*/ 2055926 w 12191695"/>
                <a:gd name="csY81" fmla="*/ 357725 h 905199"/>
                <a:gd name="csX82" fmla="*/ 2024092 w 12191695"/>
                <a:gd name="csY82" fmla="*/ 366361 h 905199"/>
                <a:gd name="csX83" fmla="*/ 1976985 w 12191695"/>
                <a:gd name="csY83" fmla="*/ 363685 h 905199"/>
                <a:gd name="csX84" fmla="*/ 1943153 w 12191695"/>
                <a:gd name="csY84" fmla="*/ 351765 h 905199"/>
                <a:gd name="csX85" fmla="*/ 1785304 w 12191695"/>
                <a:gd name="csY85" fmla="*/ 345127 h 905199"/>
                <a:gd name="csX86" fmla="*/ 1785304 w 12191695"/>
                <a:gd name="csY86" fmla="*/ 345127 h 905199"/>
                <a:gd name="csX87" fmla="*/ 1809857 w 12191695"/>
                <a:gd name="csY87" fmla="*/ 337812 h 905199"/>
                <a:gd name="csX88" fmla="*/ 1843655 w 12191695"/>
                <a:gd name="csY88" fmla="*/ 345770 h 905199"/>
                <a:gd name="csX89" fmla="*/ 1895402 w 12191695"/>
                <a:gd name="csY89" fmla="*/ 359046 h 905199"/>
                <a:gd name="csX90" fmla="*/ 1875523 w 12191695"/>
                <a:gd name="csY90" fmla="*/ 357725 h 905199"/>
                <a:gd name="csX91" fmla="*/ 1831735 w 12191695"/>
                <a:gd name="csY91" fmla="*/ 354406 h 905199"/>
                <a:gd name="csX92" fmla="*/ 1785304 w 12191695"/>
                <a:gd name="csY92" fmla="*/ 345127 h 905199"/>
                <a:gd name="csX93" fmla="*/ 551573 w 12191695"/>
                <a:gd name="csY93" fmla="*/ 518994 h 905199"/>
                <a:gd name="csX94" fmla="*/ 551573 w 12191695"/>
                <a:gd name="csY94" fmla="*/ 518994 h 905199"/>
                <a:gd name="csX95" fmla="*/ 572129 w 12191695"/>
                <a:gd name="csY95" fmla="*/ 506362 h 905199"/>
                <a:gd name="csX96" fmla="*/ 635153 w 12191695"/>
                <a:gd name="csY96" fmla="*/ 511679 h 905199"/>
                <a:gd name="csX97" fmla="*/ 668985 w 12191695"/>
                <a:gd name="csY97" fmla="*/ 522313 h 905199"/>
                <a:gd name="csX98" fmla="*/ 694859 w 12191695"/>
                <a:gd name="csY98" fmla="*/ 534234 h 905199"/>
                <a:gd name="csX99" fmla="*/ 704138 w 12191695"/>
                <a:gd name="csY99" fmla="*/ 549507 h 905199"/>
                <a:gd name="csX100" fmla="*/ 639116 w 12191695"/>
                <a:gd name="csY100" fmla="*/ 554147 h 905199"/>
                <a:gd name="csX101" fmla="*/ 594684 w 12191695"/>
                <a:gd name="csY101" fmla="*/ 542192 h 905199"/>
                <a:gd name="csX102" fmla="*/ 574805 w 12191695"/>
                <a:gd name="csY102" fmla="*/ 530271 h 905199"/>
                <a:gd name="csX103" fmla="*/ 573450 w 12191695"/>
                <a:gd name="csY103" fmla="*/ 528273 h 905199"/>
                <a:gd name="csX104" fmla="*/ 551573 w 12191695"/>
                <a:gd name="csY104" fmla="*/ 518994 h 905199"/>
                <a:gd name="csX105" fmla="*/ 12191695 w 12191695"/>
                <a:gd name="csY105" fmla="*/ 726151 h 905199"/>
                <a:gd name="csX106" fmla="*/ 12191695 w 12191695"/>
                <a:gd name="csY106" fmla="*/ 905200 h 905199"/>
                <a:gd name="csX107" fmla="*/ 0 w 12191695"/>
                <a:gd name="csY107" fmla="*/ 905200 h 905199"/>
                <a:gd name="csX108" fmla="*/ 0 w 12191695"/>
                <a:gd name="csY108" fmla="*/ 726151 h 905199"/>
                <a:gd name="csX109" fmla="*/ 1964 w 12191695"/>
                <a:gd name="csY109" fmla="*/ 726422 h 905199"/>
                <a:gd name="csX110" fmla="*/ 31868 w 12191695"/>
                <a:gd name="csY110" fmla="*/ 706712 h 905199"/>
                <a:gd name="csX111" fmla="*/ 92894 w 12191695"/>
                <a:gd name="csY111" fmla="*/ 717346 h 905199"/>
                <a:gd name="csX112" fmla="*/ 96822 w 12191695"/>
                <a:gd name="csY112" fmla="*/ 716161 h 905199"/>
                <a:gd name="csX113" fmla="*/ 132585 w 12191695"/>
                <a:gd name="csY113" fmla="*/ 705357 h 905199"/>
                <a:gd name="csX114" fmla="*/ 137258 w 12191695"/>
                <a:gd name="csY114" fmla="*/ 705730 h 905199"/>
                <a:gd name="csX115" fmla="*/ 141220 w 12191695"/>
                <a:gd name="csY115" fmla="*/ 706001 h 905199"/>
                <a:gd name="csX116" fmla="*/ 190224 w 12191695"/>
                <a:gd name="csY116" fmla="*/ 720089 h 905199"/>
                <a:gd name="csX117" fmla="*/ 233098 w 12191695"/>
                <a:gd name="csY117" fmla="*/ 706001 h 905199"/>
                <a:gd name="csX118" fmla="*/ 240820 w 12191695"/>
                <a:gd name="csY118" fmla="*/ 704071 h 905199"/>
                <a:gd name="csX119" fmla="*/ 340318 w 12191695"/>
                <a:gd name="csY119" fmla="*/ 698110 h 905199"/>
                <a:gd name="csX120" fmla="*/ 372524 w 12191695"/>
                <a:gd name="csY120" fmla="*/ 706001 h 905199"/>
                <a:gd name="csX121" fmla="*/ 388441 w 12191695"/>
                <a:gd name="csY121" fmla="*/ 710031 h 905199"/>
                <a:gd name="csX122" fmla="*/ 439511 w 12191695"/>
                <a:gd name="csY122" fmla="*/ 721309 h 905199"/>
                <a:gd name="csX123" fmla="*/ 535690 w 12191695"/>
                <a:gd name="csY123" fmla="*/ 729944 h 905199"/>
                <a:gd name="csX124" fmla="*/ 611955 w 12191695"/>
                <a:gd name="csY124" fmla="*/ 740578 h 905199"/>
                <a:gd name="csX125" fmla="*/ 742644 w 12191695"/>
                <a:gd name="csY125" fmla="*/ 748536 h 905199"/>
                <a:gd name="csX126" fmla="*/ 840143 w 12191695"/>
                <a:gd name="csY126" fmla="*/ 739257 h 905199"/>
                <a:gd name="csX127" fmla="*/ 984073 w 12191695"/>
                <a:gd name="csY127" fmla="*/ 745895 h 905199"/>
                <a:gd name="csX128" fmla="*/ 1065656 w 12191695"/>
                <a:gd name="csY128" fmla="*/ 756495 h 905199"/>
                <a:gd name="csX129" fmla="*/ 1155197 w 12191695"/>
                <a:gd name="csY129" fmla="*/ 746538 h 905199"/>
                <a:gd name="csX130" fmla="*/ 1249378 w 12191695"/>
                <a:gd name="csY130" fmla="*/ 737259 h 905199"/>
                <a:gd name="csX131" fmla="*/ 1256693 w 12191695"/>
                <a:gd name="csY131" fmla="*/ 721309 h 905199"/>
                <a:gd name="csX132" fmla="*/ 1123363 w 12191695"/>
                <a:gd name="csY132" fmla="*/ 719988 h 905199"/>
                <a:gd name="csX133" fmla="*/ 1013909 w 12191695"/>
                <a:gd name="csY133" fmla="*/ 712029 h 905199"/>
                <a:gd name="csX134" fmla="*/ 985394 w 12191695"/>
                <a:gd name="csY134" fmla="*/ 698754 h 905199"/>
                <a:gd name="csX135" fmla="*/ 894532 w 12191695"/>
                <a:gd name="csY135" fmla="*/ 691472 h 905199"/>
                <a:gd name="csX136" fmla="*/ 900492 w 12191695"/>
                <a:gd name="csY136" fmla="*/ 676199 h 905199"/>
                <a:gd name="csX137" fmla="*/ 913090 w 12191695"/>
                <a:gd name="csY137" fmla="*/ 662280 h 905199"/>
                <a:gd name="csX138" fmla="*/ 925688 w 12191695"/>
                <a:gd name="csY138" fmla="*/ 649648 h 905199"/>
                <a:gd name="csX139" fmla="*/ 919051 w 12191695"/>
                <a:gd name="csY139" fmla="*/ 635729 h 905199"/>
                <a:gd name="csX140" fmla="*/ 862698 w 12191695"/>
                <a:gd name="csY140" fmla="*/ 626416 h 905199"/>
                <a:gd name="csX141" fmla="*/ 836824 w 12191695"/>
                <a:gd name="csY141" fmla="*/ 614496 h 905199"/>
                <a:gd name="csX142" fmla="*/ 784434 w 12191695"/>
                <a:gd name="csY142" fmla="*/ 603862 h 905199"/>
                <a:gd name="csX143" fmla="*/ 866660 w 12191695"/>
                <a:gd name="csY143" fmla="*/ 605860 h 905199"/>
                <a:gd name="csX144" fmla="*/ 944924 w 12191695"/>
                <a:gd name="csY144" fmla="*/ 600543 h 905199"/>
                <a:gd name="csX145" fmla="*/ 994030 w 12191695"/>
                <a:gd name="csY145" fmla="*/ 611820 h 905199"/>
                <a:gd name="csX146" fmla="*/ 1054379 w 12191695"/>
                <a:gd name="csY146" fmla="*/ 601864 h 905199"/>
                <a:gd name="csX147" fmla="*/ 1110088 w 12191695"/>
                <a:gd name="csY147" fmla="*/ 589266 h 905199"/>
                <a:gd name="csX148" fmla="*/ 1137282 w 12191695"/>
                <a:gd name="csY148" fmla="*/ 577988 h 905199"/>
                <a:gd name="csX149" fmla="*/ 1125361 w 12191695"/>
                <a:gd name="csY149" fmla="*/ 564035 h 905199"/>
                <a:gd name="csX150" fmla="*/ 1081573 w 12191695"/>
                <a:gd name="csY150" fmla="*/ 554756 h 905199"/>
                <a:gd name="csX151" fmla="*/ 1031824 w 12191695"/>
                <a:gd name="csY151" fmla="*/ 544800 h 905199"/>
                <a:gd name="csX152" fmla="*/ 962196 w 12191695"/>
                <a:gd name="csY152" fmla="*/ 542801 h 905199"/>
                <a:gd name="csX153" fmla="*/ 901170 w 12191695"/>
                <a:gd name="csY153" fmla="*/ 538162 h 905199"/>
                <a:gd name="csX154" fmla="*/ 835504 w 12191695"/>
                <a:gd name="csY154" fmla="*/ 534843 h 905199"/>
                <a:gd name="csX155" fmla="*/ 813592 w 12191695"/>
                <a:gd name="csY155" fmla="*/ 522245 h 905199"/>
                <a:gd name="csX156" fmla="*/ 769838 w 12191695"/>
                <a:gd name="csY156" fmla="*/ 511611 h 905199"/>
                <a:gd name="csX157" fmla="*/ 743287 w 12191695"/>
                <a:gd name="csY157" fmla="*/ 499690 h 905199"/>
                <a:gd name="csX158" fmla="*/ 732687 w 12191695"/>
                <a:gd name="csY158" fmla="*/ 461185 h 905199"/>
                <a:gd name="csX159" fmla="*/ 749281 w 12191695"/>
                <a:gd name="csY159" fmla="*/ 464504 h 905199"/>
                <a:gd name="csX160" fmla="*/ 779761 w 12191695"/>
                <a:gd name="csY160" fmla="*/ 475137 h 905199"/>
                <a:gd name="csX161" fmla="*/ 835504 w 12191695"/>
                <a:gd name="csY161" fmla="*/ 471819 h 905199"/>
                <a:gd name="csX162" fmla="*/ 889215 w 12191695"/>
                <a:gd name="csY162" fmla="*/ 467179 h 905199"/>
                <a:gd name="csX163" fmla="*/ 917086 w 12191695"/>
                <a:gd name="csY163" fmla="*/ 481775 h 905199"/>
                <a:gd name="csX164" fmla="*/ 970798 w 12191695"/>
                <a:gd name="csY164" fmla="*/ 478457 h 905199"/>
                <a:gd name="csX165" fmla="*/ 1015907 w 12191695"/>
                <a:gd name="csY165" fmla="*/ 471141 h 905199"/>
                <a:gd name="csX166" fmla="*/ 1058375 w 12191695"/>
                <a:gd name="csY166" fmla="*/ 461862 h 905199"/>
                <a:gd name="csX167" fmla="*/ 1096846 w 12191695"/>
                <a:gd name="csY167" fmla="*/ 450585 h 905199"/>
                <a:gd name="csX168" fmla="*/ 1147916 w 12191695"/>
                <a:gd name="csY168" fmla="*/ 447266 h 905199"/>
                <a:gd name="csX169" fmla="*/ 1146561 w 12191695"/>
                <a:gd name="csY169" fmla="*/ 434634 h 905199"/>
                <a:gd name="csX170" fmla="*/ 1134641 w 12191695"/>
                <a:gd name="csY170" fmla="*/ 422036 h 905199"/>
                <a:gd name="csX171" fmla="*/ 1144597 w 12191695"/>
                <a:gd name="csY171" fmla="*/ 410082 h 905199"/>
                <a:gd name="csX172" fmla="*/ 1188352 w 12191695"/>
                <a:gd name="csY172" fmla="*/ 404121 h 905199"/>
                <a:gd name="csX173" fmla="*/ 1208265 w 12191695"/>
                <a:gd name="csY173" fmla="*/ 415398 h 905199"/>
                <a:gd name="csX174" fmla="*/ 1260012 w 12191695"/>
                <a:gd name="csY174" fmla="*/ 408761 h 905199"/>
                <a:gd name="csX175" fmla="*/ 1299127 w 12191695"/>
                <a:gd name="csY175" fmla="*/ 400125 h 905199"/>
                <a:gd name="csX176" fmla="*/ 1347555 w 12191695"/>
                <a:gd name="csY176" fmla="*/ 399481 h 905199"/>
                <a:gd name="csX177" fmla="*/ 1393308 w 12191695"/>
                <a:gd name="csY177" fmla="*/ 396162 h 905199"/>
                <a:gd name="csX178" fmla="*/ 1439094 w 12191695"/>
                <a:gd name="csY178" fmla="*/ 388204 h 905199"/>
                <a:gd name="csX179" fmla="*/ 1475568 w 12191695"/>
                <a:gd name="csY179" fmla="*/ 380889 h 905199"/>
                <a:gd name="csX180" fmla="*/ 1516681 w 12191695"/>
                <a:gd name="csY180" fmla="*/ 373608 h 905199"/>
                <a:gd name="csX181" fmla="*/ 1543232 w 12191695"/>
                <a:gd name="csY181" fmla="*/ 375572 h 905199"/>
                <a:gd name="csX182" fmla="*/ 1566430 w 12191695"/>
                <a:gd name="csY182" fmla="*/ 378248 h 905199"/>
                <a:gd name="csX183" fmla="*/ 1616856 w 12191695"/>
                <a:gd name="csY183" fmla="*/ 373608 h 905199"/>
                <a:gd name="csX184" fmla="*/ 1661965 w 12191695"/>
                <a:gd name="csY184" fmla="*/ 379568 h 905199"/>
                <a:gd name="csX185" fmla="*/ 1708395 w 12191695"/>
                <a:gd name="csY185" fmla="*/ 378891 h 905199"/>
                <a:gd name="csX186" fmla="*/ 1752827 w 12191695"/>
                <a:gd name="csY186" fmla="*/ 374252 h 905199"/>
                <a:gd name="csX187" fmla="*/ 1798580 w 12191695"/>
                <a:gd name="csY187" fmla="*/ 377570 h 905199"/>
                <a:gd name="csX188" fmla="*/ 1849006 w 12191695"/>
                <a:gd name="csY188" fmla="*/ 380889 h 905199"/>
                <a:gd name="csX189" fmla="*/ 1896113 w 12191695"/>
                <a:gd name="csY189" fmla="*/ 379568 h 905199"/>
                <a:gd name="csX190" fmla="*/ 1945185 w 12191695"/>
                <a:gd name="csY190" fmla="*/ 380245 h 905199"/>
                <a:gd name="csX191" fmla="*/ 1995577 w 12191695"/>
                <a:gd name="csY191" fmla="*/ 380889 h 905199"/>
                <a:gd name="csX192" fmla="*/ 2042007 w 12191695"/>
                <a:gd name="csY192" fmla="*/ 379568 h 905199"/>
                <a:gd name="csX193" fmla="*/ 2076517 w 12191695"/>
                <a:gd name="csY193" fmla="*/ 369612 h 905199"/>
                <a:gd name="csX194" fmla="*/ 2117630 w 12191695"/>
                <a:gd name="csY194" fmla="*/ 364295 h 905199"/>
                <a:gd name="csX195" fmla="*/ 2160098 w 12191695"/>
                <a:gd name="csY195" fmla="*/ 371610 h 905199"/>
                <a:gd name="csX196" fmla="*/ 2200533 w 12191695"/>
                <a:gd name="csY196" fmla="*/ 365649 h 905199"/>
                <a:gd name="csX197" fmla="*/ 2237041 w 12191695"/>
                <a:gd name="csY197" fmla="*/ 353695 h 905199"/>
                <a:gd name="csX198" fmla="*/ 2258918 w 12191695"/>
                <a:gd name="csY198" fmla="*/ 364295 h 905199"/>
                <a:gd name="csX199" fmla="*/ 2270873 w 12191695"/>
                <a:gd name="csY199" fmla="*/ 376249 h 905199"/>
                <a:gd name="csX200" fmla="*/ 2292750 w 12191695"/>
                <a:gd name="csY200" fmla="*/ 387527 h 905199"/>
                <a:gd name="csX201" fmla="*/ 2327903 w 12191695"/>
                <a:gd name="csY201" fmla="*/ 377570 h 905199"/>
                <a:gd name="csX202" fmla="*/ 2368372 w 12191695"/>
                <a:gd name="csY202" fmla="*/ 390202 h 905199"/>
                <a:gd name="csX203" fmla="*/ 2414125 w 12191695"/>
                <a:gd name="csY203" fmla="*/ 394165 h 905199"/>
                <a:gd name="csX204" fmla="*/ 2453274 w 12191695"/>
                <a:gd name="csY204" fmla="*/ 403444 h 905199"/>
                <a:gd name="csX205" fmla="*/ 2501025 w 12191695"/>
                <a:gd name="csY205" fmla="*/ 401480 h 905199"/>
                <a:gd name="csX206" fmla="*/ 2544136 w 12191695"/>
                <a:gd name="csY206" fmla="*/ 395485 h 905199"/>
                <a:gd name="csX207" fmla="*/ 2595206 w 12191695"/>
                <a:gd name="csY207" fmla="*/ 396806 h 905199"/>
                <a:gd name="csX208" fmla="*/ 2640958 w 12191695"/>
                <a:gd name="csY208" fmla="*/ 401480 h 905199"/>
                <a:gd name="csX209" fmla="*/ 2687388 w 12191695"/>
                <a:gd name="csY209" fmla="*/ 407440 h 905199"/>
                <a:gd name="csX210" fmla="*/ 2705303 w 12191695"/>
                <a:gd name="csY210" fmla="*/ 392844 h 905199"/>
                <a:gd name="csX211" fmla="*/ 2683426 w 12191695"/>
                <a:gd name="csY211" fmla="*/ 381566 h 905199"/>
                <a:gd name="csX212" fmla="*/ 2666832 w 12191695"/>
                <a:gd name="csY212" fmla="*/ 369612 h 905199"/>
                <a:gd name="csX213" fmla="*/ 2623077 w 12191695"/>
                <a:gd name="csY213" fmla="*/ 366970 h 905199"/>
                <a:gd name="csX214" fmla="*/ 2603841 w 12191695"/>
                <a:gd name="csY214" fmla="*/ 354338 h 905199"/>
                <a:gd name="csX215" fmla="*/ 2596526 w 12191695"/>
                <a:gd name="csY215" fmla="*/ 341740 h 905199"/>
                <a:gd name="csX216" fmla="*/ 2584606 w 12191695"/>
                <a:gd name="csY216" fmla="*/ 316544 h 905199"/>
                <a:gd name="csX217" fmla="*/ 2610479 w 12191695"/>
                <a:gd name="csY217" fmla="*/ 321184 h 905199"/>
                <a:gd name="csX218" fmla="*/ 2654911 w 12191695"/>
                <a:gd name="csY218" fmla="*/ 323148 h 905199"/>
                <a:gd name="csX219" fmla="*/ 2698666 w 12191695"/>
                <a:gd name="csY219" fmla="*/ 321184 h 905199"/>
                <a:gd name="csX220" fmla="*/ 2738492 w 12191695"/>
                <a:gd name="csY220" fmla="*/ 326467 h 905199"/>
                <a:gd name="csX221" fmla="*/ 2772967 w 12191695"/>
                <a:gd name="csY221" fmla="*/ 336423 h 905199"/>
                <a:gd name="csX222" fmla="*/ 2787563 w 12191695"/>
                <a:gd name="csY222" fmla="*/ 348378 h 905199"/>
                <a:gd name="csX223" fmla="*/ 2833316 w 12191695"/>
                <a:gd name="csY223" fmla="*/ 350376 h 905199"/>
                <a:gd name="csX224" fmla="*/ 2877105 w 12191695"/>
                <a:gd name="csY224" fmla="*/ 345736 h 905199"/>
                <a:gd name="csX225" fmla="*/ 2923535 w 12191695"/>
                <a:gd name="csY225" fmla="*/ 339099 h 905199"/>
                <a:gd name="csX226" fmla="*/ 2965325 w 12191695"/>
                <a:gd name="csY226" fmla="*/ 335102 h 905199"/>
                <a:gd name="csX227" fmla="*/ 2999801 w 12191695"/>
                <a:gd name="csY227" fmla="*/ 343061 h 905199"/>
                <a:gd name="csX228" fmla="*/ 3044910 w 12191695"/>
                <a:gd name="csY228" fmla="*/ 340419 h 905199"/>
                <a:gd name="csX229" fmla="*/ 3074102 w 12191695"/>
                <a:gd name="csY229" fmla="*/ 314546 h 905199"/>
                <a:gd name="csX230" fmla="*/ 3101296 w 12191695"/>
                <a:gd name="csY230" fmla="*/ 329786 h 905199"/>
                <a:gd name="csX231" fmla="*/ 3140445 w 12191695"/>
                <a:gd name="csY231" fmla="*/ 335780 h 905199"/>
                <a:gd name="csX232" fmla="*/ 3182879 w 12191695"/>
                <a:gd name="csY232" fmla="*/ 332461 h 905199"/>
                <a:gd name="csX233" fmla="*/ 3210751 w 12191695"/>
                <a:gd name="csY233" fmla="*/ 345736 h 905199"/>
                <a:gd name="csX234" fmla="*/ 3255183 w 12191695"/>
                <a:gd name="csY234" fmla="*/ 347057 h 905199"/>
                <a:gd name="csX235" fmla="*/ 3296296 w 12191695"/>
                <a:gd name="csY235" fmla="*/ 351019 h 905199"/>
                <a:gd name="csX236" fmla="*/ 3336765 w 12191695"/>
                <a:gd name="csY236" fmla="*/ 358335 h 905199"/>
                <a:gd name="csX237" fmla="*/ 3363316 w 12191695"/>
                <a:gd name="csY237" fmla="*/ 345736 h 905199"/>
                <a:gd name="csX238" fmla="*/ 3376558 w 12191695"/>
                <a:gd name="csY238" fmla="*/ 333782 h 905199"/>
                <a:gd name="csX239" fmla="*/ 3410390 w 12191695"/>
                <a:gd name="csY239" fmla="*/ 347057 h 905199"/>
                <a:gd name="csX240" fmla="*/ 3456820 w 12191695"/>
                <a:gd name="csY240" fmla="*/ 343738 h 905199"/>
                <a:gd name="csX241" fmla="*/ 3491329 w 12191695"/>
                <a:gd name="csY241" fmla="*/ 351019 h 905199"/>
                <a:gd name="csX242" fmla="*/ 3514527 w 12191695"/>
                <a:gd name="csY242" fmla="*/ 362331 h 905199"/>
                <a:gd name="csX243" fmla="*/ 3559636 w 12191695"/>
                <a:gd name="csY243" fmla="*/ 359012 h 905199"/>
                <a:gd name="csX244" fmla="*/ 3594789 w 12191695"/>
                <a:gd name="csY244" fmla="*/ 351697 h 905199"/>
                <a:gd name="csX245" fmla="*/ 3629265 w 12191695"/>
                <a:gd name="csY245" fmla="*/ 343061 h 905199"/>
                <a:gd name="csX246" fmla="*/ 3670411 w 12191695"/>
                <a:gd name="csY246" fmla="*/ 338422 h 905199"/>
                <a:gd name="csX247" fmla="*/ 3718162 w 12191695"/>
                <a:gd name="csY247" fmla="*/ 334459 h 905199"/>
                <a:gd name="csX248" fmla="*/ 3761274 w 12191695"/>
                <a:gd name="csY248" fmla="*/ 329786 h 905199"/>
                <a:gd name="csX249" fmla="*/ 3794428 w 12191695"/>
                <a:gd name="csY249" fmla="*/ 322505 h 905199"/>
                <a:gd name="csX250" fmla="*/ 3814341 w 12191695"/>
                <a:gd name="csY250" fmla="*/ 311870 h 905199"/>
                <a:gd name="csX251" fmla="*/ 3822300 w 12191695"/>
                <a:gd name="csY251" fmla="*/ 297274 h 905199"/>
                <a:gd name="csX252" fmla="*/ 3818304 w 12191695"/>
                <a:gd name="csY252" fmla="*/ 283355 h 905199"/>
                <a:gd name="csX253" fmla="*/ 3807703 w 12191695"/>
                <a:gd name="csY253" fmla="*/ 270080 h 905199"/>
                <a:gd name="csX254" fmla="*/ 3795783 w 12191695"/>
                <a:gd name="csY254" fmla="*/ 256805 h 905199"/>
                <a:gd name="csX255" fmla="*/ 3785149 w 12191695"/>
                <a:gd name="csY255" fmla="*/ 243529 h 905199"/>
                <a:gd name="csX256" fmla="*/ 3776547 w 12191695"/>
                <a:gd name="csY256" fmla="*/ 231574 h 905199"/>
                <a:gd name="csX257" fmla="*/ 3774549 w 12191695"/>
                <a:gd name="csY257" fmla="*/ 218299 h 905199"/>
                <a:gd name="csX258" fmla="*/ 3777868 w 12191695"/>
                <a:gd name="csY258" fmla="*/ 205058 h 905199"/>
                <a:gd name="csX259" fmla="*/ 3793785 w 12191695"/>
                <a:gd name="csY259" fmla="*/ 192426 h 905199"/>
                <a:gd name="csX260" fmla="*/ 3807026 w 12191695"/>
                <a:gd name="csY260" fmla="*/ 178507 h 905199"/>
                <a:gd name="csX261" fmla="*/ 3812343 w 12191695"/>
                <a:gd name="csY261" fmla="*/ 165231 h 905199"/>
                <a:gd name="csX262" fmla="*/ 3805705 w 12191695"/>
                <a:gd name="csY262" fmla="*/ 150635 h 905199"/>
                <a:gd name="csX263" fmla="*/ 3801743 w 12191695"/>
                <a:gd name="csY263" fmla="*/ 137360 h 905199"/>
                <a:gd name="csX264" fmla="*/ 3818304 w 12191695"/>
                <a:gd name="csY264" fmla="*/ 122087 h 905199"/>
                <a:gd name="csX265" fmla="*/ 3836896 w 12191695"/>
                <a:gd name="csY265" fmla="*/ 112130 h 905199"/>
                <a:gd name="csX266" fmla="*/ 3858773 w 12191695"/>
                <a:gd name="csY266" fmla="*/ 99532 h 905199"/>
                <a:gd name="csX267" fmla="*/ 3882005 w 12191695"/>
                <a:gd name="csY267" fmla="*/ 88898 h 905199"/>
                <a:gd name="csX268" fmla="*/ 3909199 w 12191695"/>
                <a:gd name="csY268" fmla="*/ 78975 h 905199"/>
                <a:gd name="csX269" fmla="*/ 3922441 w 12191695"/>
                <a:gd name="csY269" fmla="*/ 64345 h 905199"/>
                <a:gd name="csX270" fmla="*/ 3941033 w 12191695"/>
                <a:gd name="csY270" fmla="*/ 55066 h 905199"/>
                <a:gd name="csX271" fmla="*/ 3962267 w 12191695"/>
                <a:gd name="csY271" fmla="*/ 46430 h 905199"/>
                <a:gd name="csX272" fmla="*/ 3994744 w 12191695"/>
                <a:gd name="csY272" fmla="*/ 44466 h 905199"/>
                <a:gd name="csX273" fmla="*/ 4015978 w 12191695"/>
                <a:gd name="csY273" fmla="*/ 33832 h 905199"/>
                <a:gd name="csX274" fmla="*/ 4039854 w 12191695"/>
                <a:gd name="csY274" fmla="*/ 27195 h 905199"/>
                <a:gd name="csX275" fmla="*/ 4067725 w 12191695"/>
                <a:gd name="csY275" fmla="*/ 23232 h 905199"/>
                <a:gd name="csX276" fmla="*/ 4092244 w 12191695"/>
                <a:gd name="csY276" fmla="*/ 14596 h 905199"/>
                <a:gd name="csX277" fmla="*/ 4111480 w 12191695"/>
                <a:gd name="csY277" fmla="*/ 3962 h 905199"/>
                <a:gd name="csX278" fmla="*/ 4138031 w 12191695"/>
                <a:gd name="csY278" fmla="*/ 0 h 905199"/>
                <a:gd name="csX279" fmla="*/ 4157910 w 12191695"/>
                <a:gd name="csY279" fmla="*/ 8602 h 905199"/>
                <a:gd name="csX280" fmla="*/ 4145312 w 12191695"/>
                <a:gd name="csY280" fmla="*/ 19913 h 905199"/>
                <a:gd name="csX281" fmla="*/ 4110837 w 12191695"/>
                <a:gd name="csY281" fmla="*/ 29836 h 905199"/>
                <a:gd name="csX282" fmla="*/ 4096240 w 12191695"/>
                <a:gd name="csY282" fmla="*/ 37151 h 905199"/>
                <a:gd name="csX283" fmla="*/ 4071044 w 12191695"/>
                <a:gd name="csY283" fmla="*/ 31834 h 905199"/>
                <a:gd name="csX284" fmla="*/ 4043173 w 12191695"/>
                <a:gd name="csY284" fmla="*/ 35153 h 905199"/>
                <a:gd name="csX285" fmla="*/ 4019975 w 12191695"/>
                <a:gd name="csY285" fmla="*/ 43112 h 905199"/>
                <a:gd name="csX286" fmla="*/ 3995422 w 12191695"/>
                <a:gd name="csY286" fmla="*/ 51747 h 905199"/>
                <a:gd name="csX287" fmla="*/ 3978827 w 12191695"/>
                <a:gd name="csY287" fmla="*/ 61704 h 905199"/>
                <a:gd name="csX288" fmla="*/ 3974188 w 12191695"/>
                <a:gd name="csY288" fmla="*/ 74979 h 905199"/>
                <a:gd name="csX289" fmla="*/ 3976186 w 12191695"/>
                <a:gd name="csY289" fmla="*/ 87577 h 905199"/>
                <a:gd name="csX290" fmla="*/ 3992103 w 12191695"/>
                <a:gd name="csY290" fmla="*/ 98855 h 905199"/>
                <a:gd name="csX291" fmla="*/ 3968871 w 12191695"/>
                <a:gd name="csY291" fmla="*/ 106847 h 905199"/>
                <a:gd name="csX292" fmla="*/ 3937037 w 12191695"/>
                <a:gd name="csY292" fmla="*/ 109488 h 905199"/>
                <a:gd name="csX293" fmla="*/ 3918479 w 12191695"/>
                <a:gd name="csY293" fmla="*/ 120766 h 905199"/>
                <a:gd name="csX294" fmla="*/ 3898565 w 12191695"/>
                <a:gd name="csY294" fmla="*/ 131365 h 905199"/>
                <a:gd name="csX295" fmla="*/ 3877365 w 12191695"/>
                <a:gd name="csY295" fmla="*/ 145996 h 905199"/>
                <a:gd name="csX296" fmla="*/ 3872049 w 12191695"/>
                <a:gd name="csY296" fmla="*/ 158594 h 905199"/>
                <a:gd name="csX297" fmla="*/ 3883969 w 12191695"/>
                <a:gd name="csY297" fmla="*/ 172513 h 905199"/>
                <a:gd name="csX298" fmla="*/ 3901884 w 12191695"/>
                <a:gd name="csY298" fmla="*/ 183147 h 905199"/>
                <a:gd name="csX299" fmla="*/ 3929756 w 12191695"/>
                <a:gd name="csY299" fmla="*/ 191105 h 905199"/>
                <a:gd name="csX300" fmla="*/ 3955629 w 12191695"/>
                <a:gd name="csY300" fmla="*/ 201739 h 905199"/>
                <a:gd name="csX301" fmla="*/ 3969548 w 12191695"/>
                <a:gd name="csY301" fmla="*/ 214980 h 905199"/>
                <a:gd name="csX302" fmla="*/ 3976829 w 12191695"/>
                <a:gd name="csY302" fmla="*/ 227612 h 905199"/>
                <a:gd name="csX303" fmla="*/ 3986786 w 12191695"/>
                <a:gd name="csY303" fmla="*/ 240888 h 905199"/>
                <a:gd name="csX304" fmla="*/ 4002703 w 12191695"/>
                <a:gd name="csY304" fmla="*/ 252165 h 905199"/>
                <a:gd name="csX305" fmla="*/ 4012659 w 12191695"/>
                <a:gd name="csY305" fmla="*/ 264763 h 905199"/>
                <a:gd name="csX306" fmla="*/ 4017299 w 12191695"/>
                <a:gd name="csY306" fmla="*/ 295953 h 905199"/>
                <a:gd name="csX307" fmla="*/ 4027256 w 12191695"/>
                <a:gd name="csY307" fmla="*/ 308552 h 905199"/>
                <a:gd name="csX308" fmla="*/ 4029897 w 12191695"/>
                <a:gd name="csY308" fmla="*/ 321827 h 905199"/>
                <a:gd name="csX309" fmla="*/ 4040531 w 12191695"/>
                <a:gd name="csY309" fmla="*/ 335102 h 905199"/>
                <a:gd name="csX310" fmla="*/ 4035891 w 12191695"/>
                <a:gd name="csY310" fmla="*/ 353018 h 905199"/>
                <a:gd name="csX311" fmla="*/ 4017299 w 12191695"/>
                <a:gd name="csY311" fmla="*/ 366970 h 905199"/>
                <a:gd name="csX312" fmla="*/ 3997420 w 12191695"/>
                <a:gd name="csY312" fmla="*/ 378248 h 905199"/>
                <a:gd name="csX313" fmla="*/ 3952311 w 12191695"/>
                <a:gd name="csY313" fmla="*/ 382887 h 905199"/>
                <a:gd name="csX314" fmla="*/ 3937037 w 12191695"/>
                <a:gd name="csY314" fmla="*/ 394842 h 905199"/>
                <a:gd name="csX315" fmla="*/ 3916481 w 12191695"/>
                <a:gd name="csY315" fmla="*/ 406119 h 905199"/>
                <a:gd name="csX316" fmla="*/ 3865411 w 12191695"/>
                <a:gd name="csY316" fmla="*/ 418717 h 905199"/>
                <a:gd name="csX317" fmla="*/ 3820302 w 12191695"/>
                <a:gd name="csY317" fmla="*/ 424034 h 905199"/>
                <a:gd name="csX318" fmla="*/ 3777868 w 12191695"/>
                <a:gd name="csY318" fmla="*/ 431315 h 905199"/>
                <a:gd name="csX319" fmla="*/ 3732081 w 12191695"/>
                <a:gd name="csY319" fmla="*/ 438631 h 905199"/>
                <a:gd name="csX320" fmla="*/ 3704887 w 12191695"/>
                <a:gd name="csY320" fmla="*/ 452549 h 905199"/>
                <a:gd name="csX321" fmla="*/ 3650498 w 12191695"/>
                <a:gd name="csY321" fmla="*/ 453904 h 905199"/>
                <a:gd name="csX322" fmla="*/ 3590793 w 12191695"/>
                <a:gd name="csY322" fmla="*/ 452549 h 905199"/>
                <a:gd name="csX323" fmla="*/ 3537082 w 12191695"/>
                <a:gd name="csY323" fmla="*/ 455224 h 905199"/>
                <a:gd name="csX324" fmla="*/ 3480052 w 12191695"/>
                <a:gd name="csY324" fmla="*/ 455224 h 905199"/>
                <a:gd name="csX325" fmla="*/ 3490652 w 12191695"/>
                <a:gd name="csY325" fmla="*/ 468500 h 905199"/>
                <a:gd name="csX326" fmla="*/ 3542399 w 12191695"/>
                <a:gd name="csY326" fmla="*/ 474461 h 905199"/>
                <a:gd name="csX327" fmla="*/ 3580193 w 12191695"/>
                <a:gd name="csY327" fmla="*/ 483739 h 905199"/>
                <a:gd name="csX328" fmla="*/ 3601427 w 12191695"/>
                <a:gd name="csY328" fmla="*/ 495694 h 905199"/>
                <a:gd name="csX329" fmla="*/ 3563599 w 12191695"/>
                <a:gd name="csY329" fmla="*/ 506328 h 905199"/>
                <a:gd name="csX330" fmla="*/ 3505248 w 12191695"/>
                <a:gd name="csY330" fmla="*/ 503009 h 905199"/>
                <a:gd name="csX331" fmla="*/ 3456820 w 12191695"/>
                <a:gd name="csY331" fmla="*/ 511611 h 905199"/>
                <a:gd name="csX332" fmla="*/ 3454822 w 12191695"/>
                <a:gd name="csY332" fmla="*/ 525564 h 905199"/>
                <a:gd name="csX333" fmla="*/ 3453501 w 12191695"/>
                <a:gd name="csY333" fmla="*/ 538839 h 905199"/>
                <a:gd name="csX334" fmla="*/ 3493293 w 12191695"/>
                <a:gd name="csY334" fmla="*/ 550117 h 905199"/>
                <a:gd name="csX335" fmla="*/ 3500608 w 12191695"/>
                <a:gd name="csY335" fmla="*/ 562714 h 905199"/>
                <a:gd name="csX336" fmla="*/ 3543719 w 12191695"/>
                <a:gd name="csY336" fmla="*/ 575346 h 905199"/>
                <a:gd name="csX337" fmla="*/ 3615346 w 12191695"/>
                <a:gd name="csY337" fmla="*/ 580630 h 905199"/>
                <a:gd name="csX338" fmla="*/ 3676372 w 12191695"/>
                <a:gd name="csY338" fmla="*/ 589943 h 905199"/>
                <a:gd name="csX339" fmla="*/ 3724800 w 12191695"/>
                <a:gd name="csY339" fmla="*/ 600543 h 905199"/>
                <a:gd name="csX340" fmla="*/ 3786470 w 12191695"/>
                <a:gd name="csY340" fmla="*/ 611176 h 905199"/>
                <a:gd name="csX341" fmla="*/ 3870728 w 12191695"/>
                <a:gd name="csY341" fmla="*/ 616460 h 905199"/>
                <a:gd name="csX342" fmla="*/ 3953631 w 12191695"/>
                <a:gd name="csY342" fmla="*/ 625773 h 905199"/>
                <a:gd name="csX343" fmla="*/ 4011339 w 12191695"/>
                <a:gd name="csY343" fmla="*/ 635729 h 905199"/>
                <a:gd name="csX344" fmla="*/ 4074363 w 12191695"/>
                <a:gd name="csY344" fmla="*/ 647007 h 905199"/>
                <a:gd name="csX345" fmla="*/ 4107518 w 12191695"/>
                <a:gd name="csY345" fmla="*/ 662923 h 905199"/>
                <a:gd name="csX346" fmla="*/ 4124112 w 12191695"/>
                <a:gd name="csY346" fmla="*/ 675522 h 905199"/>
                <a:gd name="csX347" fmla="*/ 4165225 w 12191695"/>
                <a:gd name="csY347" fmla="*/ 663601 h 905199"/>
                <a:gd name="csX348" fmla="*/ 4220934 w 12191695"/>
                <a:gd name="csY348" fmla="*/ 653645 h 905199"/>
                <a:gd name="csX349" fmla="*/ 4279962 w 12191695"/>
                <a:gd name="csY349" fmla="*/ 643010 h 905199"/>
                <a:gd name="csX350" fmla="*/ 4350268 w 12191695"/>
                <a:gd name="csY350" fmla="*/ 634409 h 905199"/>
                <a:gd name="csX351" fmla="*/ 4410651 w 12191695"/>
                <a:gd name="csY351" fmla="*/ 625096 h 905199"/>
                <a:gd name="csX352" fmla="*/ 4494875 w 12191695"/>
                <a:gd name="csY352" fmla="*/ 624452 h 905199"/>
                <a:gd name="csX353" fmla="*/ 4577778 w 12191695"/>
                <a:gd name="csY353" fmla="*/ 629092 h 905199"/>
                <a:gd name="csX354" fmla="*/ 4646120 w 12191695"/>
                <a:gd name="csY354" fmla="*/ 637050 h 905199"/>
                <a:gd name="csX355" fmla="*/ 4667997 w 12191695"/>
                <a:gd name="csY355" fmla="*/ 622454 h 905199"/>
                <a:gd name="csX356" fmla="*/ 4715105 w 12191695"/>
                <a:gd name="csY356" fmla="*/ 612497 h 905199"/>
                <a:gd name="csX357" fmla="*/ 4800650 w 12191695"/>
                <a:gd name="csY357" fmla="*/ 611820 h 905199"/>
                <a:gd name="csX358" fmla="*/ 4867636 w 12191695"/>
                <a:gd name="csY358" fmla="*/ 604539 h 905199"/>
                <a:gd name="csX359" fmla="*/ 4931338 w 12191695"/>
                <a:gd name="csY359" fmla="*/ 597224 h 905199"/>
                <a:gd name="csX360" fmla="*/ 5001643 w 12191695"/>
                <a:gd name="csY360" fmla="*/ 592584 h 905199"/>
                <a:gd name="csX361" fmla="*/ 5076588 w 12191695"/>
                <a:gd name="csY361" fmla="*/ 586624 h 905199"/>
                <a:gd name="csX362" fmla="*/ 5128979 w 12191695"/>
                <a:gd name="csY362" fmla="*/ 577988 h 905199"/>
                <a:gd name="csX363" fmla="*/ 5105103 w 12191695"/>
                <a:gd name="csY363" fmla="*/ 566034 h 905199"/>
                <a:gd name="csX364" fmla="*/ 5090507 w 12191695"/>
                <a:gd name="csY364" fmla="*/ 554113 h 905199"/>
                <a:gd name="csX365" fmla="*/ 5090507 w 12191695"/>
                <a:gd name="csY365" fmla="*/ 541481 h 905199"/>
                <a:gd name="csX366" fmla="*/ 5024841 w 12191695"/>
                <a:gd name="csY366" fmla="*/ 542801 h 905199"/>
                <a:gd name="csX367" fmla="*/ 4955213 w 12191695"/>
                <a:gd name="csY367" fmla="*/ 548118 h 905199"/>
                <a:gd name="csX368" fmla="*/ 4888870 w 12191695"/>
                <a:gd name="csY368" fmla="*/ 548118 h 905199"/>
                <a:gd name="csX369" fmla="*/ 4879591 w 12191695"/>
                <a:gd name="csY369" fmla="*/ 535520 h 905199"/>
                <a:gd name="csX370" fmla="*/ 4884231 w 12191695"/>
                <a:gd name="csY370" fmla="*/ 510291 h 905199"/>
                <a:gd name="csX371" fmla="*/ 4899470 w 12191695"/>
                <a:gd name="csY371" fmla="*/ 503009 h 905199"/>
                <a:gd name="csX372" fmla="*/ 4947898 w 12191695"/>
                <a:gd name="csY372" fmla="*/ 495051 h 905199"/>
                <a:gd name="csX373" fmla="*/ 5004962 w 12191695"/>
                <a:gd name="csY373" fmla="*/ 487058 h 905199"/>
                <a:gd name="csX374" fmla="*/ 5046075 w 12191695"/>
                <a:gd name="csY374" fmla="*/ 477136 h 905199"/>
                <a:gd name="csX375" fmla="*/ 5087188 w 12191695"/>
                <a:gd name="csY375" fmla="*/ 467179 h 905199"/>
                <a:gd name="csX376" fmla="*/ 5117701 w 12191695"/>
                <a:gd name="csY376" fmla="*/ 453904 h 905199"/>
                <a:gd name="csX377" fmla="*/ 5164132 w 12191695"/>
                <a:gd name="csY377" fmla="*/ 447909 h 905199"/>
                <a:gd name="csX378" fmla="*/ 5209918 w 12191695"/>
                <a:gd name="csY378" fmla="*/ 443270 h 905199"/>
                <a:gd name="csX379" fmla="*/ 5233116 w 12191695"/>
                <a:gd name="csY379" fmla="*/ 440628 h 905199"/>
                <a:gd name="csX380" fmla="*/ 5285507 w 12191695"/>
                <a:gd name="csY380" fmla="*/ 439307 h 905199"/>
                <a:gd name="csX381" fmla="*/ 5335255 w 12191695"/>
                <a:gd name="csY381" fmla="*/ 434634 h 905199"/>
                <a:gd name="csX382" fmla="*/ 5377046 w 12191695"/>
                <a:gd name="csY382" fmla="*/ 427996 h 905199"/>
                <a:gd name="csX383" fmla="*/ 5418193 w 12191695"/>
                <a:gd name="csY383" fmla="*/ 420038 h 905199"/>
                <a:gd name="csX384" fmla="*/ 5455310 w 12191695"/>
                <a:gd name="csY384" fmla="*/ 412079 h 905199"/>
                <a:gd name="csX385" fmla="*/ 5502417 w 12191695"/>
                <a:gd name="csY385" fmla="*/ 401480 h 905199"/>
                <a:gd name="csX386" fmla="*/ 5532253 w 12191695"/>
                <a:gd name="csY386" fmla="*/ 390202 h 905199"/>
                <a:gd name="csX387" fmla="*/ 5564120 w 12191695"/>
                <a:gd name="csY387" fmla="*/ 380245 h 905199"/>
                <a:gd name="csX388" fmla="*/ 5574043 w 12191695"/>
                <a:gd name="csY388" fmla="*/ 366970 h 905199"/>
                <a:gd name="csX389" fmla="*/ 5538247 w 12191695"/>
                <a:gd name="csY389" fmla="*/ 359012 h 905199"/>
                <a:gd name="csX390" fmla="*/ 5550168 w 12191695"/>
                <a:gd name="csY390" fmla="*/ 345059 h 905199"/>
                <a:gd name="csX391" fmla="*/ 5572722 w 12191695"/>
                <a:gd name="csY391" fmla="*/ 334459 h 905199"/>
                <a:gd name="csX392" fmla="*/ 5607875 w 12191695"/>
                <a:gd name="csY392" fmla="*/ 327821 h 905199"/>
                <a:gd name="csX393" fmla="*/ 5645026 w 12191695"/>
                <a:gd name="csY393" fmla="*/ 319829 h 905199"/>
                <a:gd name="csX394" fmla="*/ 5679501 w 12191695"/>
                <a:gd name="csY394" fmla="*/ 309229 h 905199"/>
                <a:gd name="csX395" fmla="*/ 5706052 w 12191695"/>
                <a:gd name="csY395" fmla="*/ 295953 h 905199"/>
                <a:gd name="csX396" fmla="*/ 5722646 w 12191695"/>
                <a:gd name="csY396" fmla="*/ 280036 h 905199"/>
                <a:gd name="csX397" fmla="*/ 5747165 w 12191695"/>
                <a:gd name="csY397" fmla="*/ 270724 h 905199"/>
                <a:gd name="csX398" fmla="*/ 5787635 w 12191695"/>
                <a:gd name="csY398" fmla="*/ 272722 h 905199"/>
                <a:gd name="csX399" fmla="*/ 5804229 w 12191695"/>
                <a:gd name="csY399" fmla="*/ 283999 h 905199"/>
                <a:gd name="csX400" fmla="*/ 5844665 w 12191695"/>
                <a:gd name="csY400" fmla="*/ 285354 h 905199"/>
                <a:gd name="csX401" fmla="*/ 5846020 w 12191695"/>
                <a:gd name="csY401" fmla="*/ 272722 h 905199"/>
                <a:gd name="csX402" fmla="*/ 5863257 w 12191695"/>
                <a:gd name="csY402" fmla="*/ 259446 h 905199"/>
                <a:gd name="csX403" fmla="*/ 5899731 w 12191695"/>
                <a:gd name="csY403" fmla="*/ 262765 h 905199"/>
                <a:gd name="csX404" fmla="*/ 5908367 w 12191695"/>
                <a:gd name="csY404" fmla="*/ 275397 h 905199"/>
                <a:gd name="csX405" fmla="*/ 5948803 w 12191695"/>
                <a:gd name="csY405" fmla="*/ 277361 h 905199"/>
                <a:gd name="csX406" fmla="*/ 5992591 w 12191695"/>
                <a:gd name="csY406" fmla="*/ 271401 h 905199"/>
                <a:gd name="csX407" fmla="*/ 6035059 w 12191695"/>
                <a:gd name="csY407" fmla="*/ 267405 h 905199"/>
                <a:gd name="csX408" fmla="*/ 6073530 w 12191695"/>
                <a:gd name="csY408" fmla="*/ 269403 h 905199"/>
                <a:gd name="csX409" fmla="*/ 6088092 w 12191695"/>
                <a:gd name="csY409" fmla="*/ 283355 h 905199"/>
                <a:gd name="csX410" fmla="*/ 6125243 w 12191695"/>
                <a:gd name="csY410" fmla="*/ 272078 h 905199"/>
                <a:gd name="csX411" fmla="*/ 6159752 w 12191695"/>
                <a:gd name="csY411" fmla="*/ 266084 h 905199"/>
                <a:gd name="csX412" fmla="*/ 6198224 w 12191695"/>
                <a:gd name="csY412" fmla="*/ 261444 h 905199"/>
                <a:gd name="csX413" fmla="*/ 6236019 w 12191695"/>
                <a:gd name="csY413" fmla="*/ 256805 h 905199"/>
                <a:gd name="csX414" fmla="*/ 6270528 w 12191695"/>
                <a:gd name="csY414" fmla="*/ 248846 h 905199"/>
                <a:gd name="csX415" fmla="*/ 6308322 w 12191695"/>
                <a:gd name="csY415" fmla="*/ 243529 h 905199"/>
                <a:gd name="csX416" fmla="*/ 6337514 w 12191695"/>
                <a:gd name="csY416" fmla="*/ 236248 h 905199"/>
                <a:gd name="csX417" fmla="*/ 6358071 w 12191695"/>
                <a:gd name="csY417" fmla="*/ 224293 h 905199"/>
                <a:gd name="csX418" fmla="*/ 6383267 w 12191695"/>
                <a:gd name="csY418" fmla="*/ 232929 h 905199"/>
                <a:gd name="csX419" fmla="*/ 6418419 w 12191695"/>
                <a:gd name="csY419" fmla="*/ 228256 h 905199"/>
                <a:gd name="csX420" fmla="*/ 6442972 w 12191695"/>
                <a:gd name="csY420" fmla="*/ 244206 h 905199"/>
                <a:gd name="csX421" fmla="*/ 6462208 w 12191695"/>
                <a:gd name="csY421" fmla="*/ 256127 h 905199"/>
                <a:gd name="csX422" fmla="*/ 6500680 w 12191695"/>
                <a:gd name="csY422" fmla="*/ 249490 h 905199"/>
                <a:gd name="csX423" fmla="*/ 6515920 w 12191695"/>
                <a:gd name="csY423" fmla="*/ 236248 h 905199"/>
                <a:gd name="csX424" fmla="*/ 6550429 w 12191695"/>
                <a:gd name="csY424" fmla="*/ 226935 h 905199"/>
                <a:gd name="csX425" fmla="*/ 6594861 w 12191695"/>
                <a:gd name="csY425" fmla="*/ 228933 h 905199"/>
                <a:gd name="csX426" fmla="*/ 6608136 w 12191695"/>
                <a:gd name="csY426" fmla="*/ 241531 h 905199"/>
                <a:gd name="csX427" fmla="*/ 6635974 w 12191695"/>
                <a:gd name="csY427" fmla="*/ 228933 h 905199"/>
                <a:gd name="csX428" fmla="*/ 6672481 w 12191695"/>
                <a:gd name="csY428" fmla="*/ 224937 h 905199"/>
                <a:gd name="csX429" fmla="*/ 6712273 w 12191695"/>
                <a:gd name="csY429" fmla="*/ 223616 h 905199"/>
                <a:gd name="csX430" fmla="*/ 6748070 w 12191695"/>
                <a:gd name="csY430" fmla="*/ 224293 h 905199"/>
                <a:gd name="csX431" fmla="*/ 6785898 w 12191695"/>
                <a:gd name="csY431" fmla="*/ 228256 h 905199"/>
                <a:gd name="csX432" fmla="*/ 6822371 w 12191695"/>
                <a:gd name="csY432" fmla="*/ 230254 h 905199"/>
                <a:gd name="csX433" fmla="*/ 6838288 w 12191695"/>
                <a:gd name="csY433" fmla="*/ 241531 h 905199"/>
                <a:gd name="csX434" fmla="*/ 6860165 w 12191695"/>
                <a:gd name="csY434" fmla="*/ 251488 h 905199"/>
                <a:gd name="csX435" fmla="*/ 6897316 w 12191695"/>
                <a:gd name="csY435" fmla="*/ 245527 h 905199"/>
                <a:gd name="csX436" fmla="*/ 6937109 w 12191695"/>
                <a:gd name="csY436" fmla="*/ 244206 h 905199"/>
                <a:gd name="csX437" fmla="*/ 6975580 w 12191695"/>
                <a:gd name="csY437" fmla="*/ 244206 h 905199"/>
                <a:gd name="csX438" fmla="*/ 7013408 w 12191695"/>
                <a:gd name="csY438" fmla="*/ 243529 h 905199"/>
                <a:gd name="csX439" fmla="*/ 7047240 w 12191695"/>
                <a:gd name="csY439" fmla="*/ 238890 h 905199"/>
                <a:gd name="csX440" fmla="*/ 7083036 w 12191695"/>
                <a:gd name="csY440" fmla="*/ 234894 h 905199"/>
                <a:gd name="csX441" fmla="*/ 7112906 w 12191695"/>
                <a:gd name="csY441" fmla="*/ 225614 h 905199"/>
                <a:gd name="csX442" fmla="*/ 7144740 w 12191695"/>
                <a:gd name="csY442" fmla="*/ 219654 h 905199"/>
                <a:gd name="csX443" fmla="*/ 7179216 w 12191695"/>
                <a:gd name="csY443" fmla="*/ 216335 h 905199"/>
                <a:gd name="csX444" fmla="*/ 7205089 w 12191695"/>
                <a:gd name="csY444" fmla="*/ 207022 h 905199"/>
                <a:gd name="csX445" fmla="*/ 7223647 w 12191695"/>
                <a:gd name="csY445" fmla="*/ 188463 h 905199"/>
                <a:gd name="csX446" fmla="*/ 7242883 w 12191695"/>
                <a:gd name="csY446" fmla="*/ 177186 h 905199"/>
                <a:gd name="csX447" fmla="*/ 7278036 w 12191695"/>
                <a:gd name="csY447" fmla="*/ 182469 h 905199"/>
                <a:gd name="csX448" fmla="*/ 7291311 w 12191695"/>
                <a:gd name="csY448" fmla="*/ 194424 h 905199"/>
                <a:gd name="csX449" fmla="*/ 7320504 w 12191695"/>
                <a:gd name="csY449" fmla="*/ 202382 h 905199"/>
                <a:gd name="csX450" fmla="*/ 7355656 w 12191695"/>
                <a:gd name="csY450" fmla="*/ 199741 h 905199"/>
                <a:gd name="csX451" fmla="*/ 7379532 w 12191695"/>
                <a:gd name="csY451" fmla="*/ 211661 h 905199"/>
                <a:gd name="csX452" fmla="*/ 7404728 w 12191695"/>
                <a:gd name="csY452" fmla="*/ 220297 h 905199"/>
                <a:gd name="csX453" fmla="*/ 7439237 w 12191695"/>
                <a:gd name="csY453" fmla="*/ 212339 h 905199"/>
                <a:gd name="csX454" fmla="*/ 7451158 w 12191695"/>
                <a:gd name="csY454" fmla="*/ 197743 h 905199"/>
                <a:gd name="csX455" fmla="*/ 7481671 w 12191695"/>
                <a:gd name="csY455" fmla="*/ 191782 h 905199"/>
                <a:gd name="csX456" fmla="*/ 7516824 w 12191695"/>
                <a:gd name="csY456" fmla="*/ 180505 h 905199"/>
                <a:gd name="csX457" fmla="*/ 7550012 w 12191695"/>
                <a:gd name="csY457" fmla="*/ 175831 h 905199"/>
                <a:gd name="csX458" fmla="*/ 7589804 w 12191695"/>
                <a:gd name="csY458" fmla="*/ 169194 h 905199"/>
                <a:gd name="csX459" fmla="*/ 7616322 w 12191695"/>
                <a:gd name="csY459" fmla="*/ 161913 h 905199"/>
                <a:gd name="csX460" fmla="*/ 7644193 w 12191695"/>
                <a:gd name="csY460" fmla="*/ 153954 h 905199"/>
                <a:gd name="csX461" fmla="*/ 7670710 w 12191695"/>
                <a:gd name="csY461" fmla="*/ 146639 h 905199"/>
                <a:gd name="csX462" fmla="*/ 7702544 w 12191695"/>
                <a:gd name="csY462" fmla="*/ 150635 h 905199"/>
                <a:gd name="csX463" fmla="*/ 7733057 w 12191695"/>
                <a:gd name="csY463" fmla="*/ 138681 h 905199"/>
                <a:gd name="csX464" fmla="*/ 7754968 w 12191695"/>
                <a:gd name="csY464" fmla="*/ 129401 h 905199"/>
                <a:gd name="csX465" fmla="*/ 7786802 w 12191695"/>
                <a:gd name="csY465" fmla="*/ 130045 h 905199"/>
                <a:gd name="csX466" fmla="*/ 7814640 w 12191695"/>
                <a:gd name="csY466" fmla="*/ 122087 h 905199"/>
                <a:gd name="csX467" fmla="*/ 7821278 w 12191695"/>
                <a:gd name="csY467" fmla="*/ 110132 h 905199"/>
                <a:gd name="csX468" fmla="*/ 7849827 w 12191695"/>
                <a:gd name="csY468" fmla="*/ 100852 h 905199"/>
                <a:gd name="csX469" fmla="*/ 7877664 w 12191695"/>
                <a:gd name="csY469" fmla="*/ 94215 h 905199"/>
                <a:gd name="csX470" fmla="*/ 7911496 w 12191695"/>
                <a:gd name="csY470" fmla="*/ 88898 h 905199"/>
                <a:gd name="csX471" fmla="*/ 7942686 w 12191695"/>
                <a:gd name="csY471" fmla="*/ 86256 h 905199"/>
                <a:gd name="csX472" fmla="*/ 7972522 w 12191695"/>
                <a:gd name="csY472" fmla="*/ 88254 h 905199"/>
                <a:gd name="csX473" fmla="*/ 8004356 w 12191695"/>
                <a:gd name="csY473" fmla="*/ 91574 h 905199"/>
                <a:gd name="csX474" fmla="*/ 8031550 w 12191695"/>
                <a:gd name="csY474" fmla="*/ 100852 h 905199"/>
                <a:gd name="csX475" fmla="*/ 8034869 w 12191695"/>
                <a:gd name="csY475" fmla="*/ 115448 h 905199"/>
                <a:gd name="csX476" fmla="*/ 8064705 w 12191695"/>
                <a:gd name="csY476" fmla="*/ 126726 h 905199"/>
                <a:gd name="csX477" fmla="*/ 8085295 w 12191695"/>
                <a:gd name="csY477" fmla="*/ 136039 h 905199"/>
                <a:gd name="csX478" fmla="*/ 8125731 w 12191695"/>
                <a:gd name="csY478" fmla="*/ 140001 h 905199"/>
                <a:gd name="csX479" fmla="*/ 8148286 w 12191695"/>
                <a:gd name="csY479" fmla="*/ 149314 h 905199"/>
                <a:gd name="csX480" fmla="*/ 8176157 w 12191695"/>
                <a:gd name="csY480" fmla="*/ 158594 h 905199"/>
                <a:gd name="csX481" fmla="*/ 8208634 w 12191695"/>
                <a:gd name="csY481" fmla="*/ 160592 h 905199"/>
                <a:gd name="csX482" fmla="*/ 8235829 w 12191695"/>
                <a:gd name="csY482" fmla="*/ 153954 h 905199"/>
                <a:gd name="csX483" fmla="*/ 8265021 w 12191695"/>
                <a:gd name="csY483" fmla="*/ 140001 h 905199"/>
                <a:gd name="csX484" fmla="*/ 8296855 w 12191695"/>
                <a:gd name="csY484" fmla="*/ 147317 h 905199"/>
                <a:gd name="csX485" fmla="*/ 8330044 w 12191695"/>
                <a:gd name="csY485" fmla="*/ 151279 h 905199"/>
                <a:gd name="csX486" fmla="*/ 8361878 w 12191695"/>
                <a:gd name="csY486" fmla="*/ 155275 h 905199"/>
                <a:gd name="csX487" fmla="*/ 8395032 w 12191695"/>
                <a:gd name="csY487" fmla="*/ 157917 h 905199"/>
                <a:gd name="csX488" fmla="*/ 8428864 w 12191695"/>
                <a:gd name="csY488" fmla="*/ 157917 h 905199"/>
                <a:gd name="csX489" fmla="*/ 8456735 w 12191695"/>
                <a:gd name="csY489" fmla="*/ 193103 h 905199"/>
                <a:gd name="csX490" fmla="*/ 8455381 w 12191695"/>
                <a:gd name="csY490" fmla="*/ 201739 h 905199"/>
                <a:gd name="csX491" fmla="*/ 8451418 w 12191695"/>
                <a:gd name="csY491" fmla="*/ 216978 h 905199"/>
                <a:gd name="csX492" fmla="*/ 8418907 w 12191695"/>
                <a:gd name="csY492" fmla="*/ 225614 h 905199"/>
                <a:gd name="csX493" fmla="*/ 8392390 w 12191695"/>
                <a:gd name="csY493" fmla="*/ 238212 h 905199"/>
                <a:gd name="csX494" fmla="*/ 8397030 w 12191695"/>
                <a:gd name="csY494" fmla="*/ 251488 h 905199"/>
                <a:gd name="csX495" fmla="*/ 8434824 w 12191695"/>
                <a:gd name="csY495" fmla="*/ 250844 h 905199"/>
                <a:gd name="csX496" fmla="*/ 8430185 w 12191695"/>
                <a:gd name="csY496" fmla="*/ 264086 h 905199"/>
                <a:gd name="csX497" fmla="*/ 8412947 w 12191695"/>
                <a:gd name="csY497" fmla="*/ 276718 h 905199"/>
                <a:gd name="csX498" fmla="*/ 8397030 w 12191695"/>
                <a:gd name="csY498" fmla="*/ 290637 h 905199"/>
                <a:gd name="csX499" fmla="*/ 8422904 w 12191695"/>
                <a:gd name="csY499" fmla="*/ 301271 h 905199"/>
                <a:gd name="csX500" fmla="*/ 8462019 w 12191695"/>
                <a:gd name="csY500" fmla="*/ 304589 h 905199"/>
                <a:gd name="csX501" fmla="*/ 8501167 w 12191695"/>
                <a:gd name="csY501" fmla="*/ 298595 h 905199"/>
                <a:gd name="csX502" fmla="*/ 8519726 w 12191695"/>
                <a:gd name="csY502" fmla="*/ 285354 h 905199"/>
                <a:gd name="csX503" fmla="*/ 8531003 w 12191695"/>
                <a:gd name="csY503" fmla="*/ 272722 h 905199"/>
                <a:gd name="csX504" fmla="*/ 8549596 w 12191695"/>
                <a:gd name="csY504" fmla="*/ 262122 h 905199"/>
                <a:gd name="csX505" fmla="*/ 8570795 w 12191695"/>
                <a:gd name="csY505" fmla="*/ 252165 h 905199"/>
                <a:gd name="csX506" fmla="*/ 8579431 w 12191695"/>
                <a:gd name="csY506" fmla="*/ 240210 h 905199"/>
                <a:gd name="csX507" fmla="*/ 8597346 w 12191695"/>
                <a:gd name="csY507" fmla="*/ 223616 h 905199"/>
                <a:gd name="csX508" fmla="*/ 8618580 w 12191695"/>
                <a:gd name="csY508" fmla="*/ 220297 h 905199"/>
                <a:gd name="csX509" fmla="*/ 8657052 w 12191695"/>
                <a:gd name="csY509" fmla="*/ 218977 h 905199"/>
                <a:gd name="csX510" fmla="*/ 8690850 w 12191695"/>
                <a:gd name="csY510" fmla="*/ 214980 h 905199"/>
                <a:gd name="csX511" fmla="*/ 8725359 w 12191695"/>
                <a:gd name="csY511" fmla="*/ 209697 h 905199"/>
                <a:gd name="csX512" fmla="*/ 8741954 w 12191695"/>
                <a:gd name="csY512" fmla="*/ 196422 h 905199"/>
                <a:gd name="csX513" fmla="*/ 8751876 w 12191695"/>
                <a:gd name="csY513" fmla="*/ 183790 h 905199"/>
                <a:gd name="csX514" fmla="*/ 8775108 w 12191695"/>
                <a:gd name="csY514" fmla="*/ 171192 h 905199"/>
                <a:gd name="csX515" fmla="*/ 8808262 w 12191695"/>
                <a:gd name="csY515" fmla="*/ 162590 h 905199"/>
                <a:gd name="csX516" fmla="*/ 8836778 w 12191695"/>
                <a:gd name="csY516" fmla="*/ 155952 h 905199"/>
                <a:gd name="csX517" fmla="*/ 8855370 w 12191695"/>
                <a:gd name="csY517" fmla="*/ 144641 h 905199"/>
                <a:gd name="csX518" fmla="*/ 8874606 w 12191695"/>
                <a:gd name="csY518" fmla="*/ 138681 h 905199"/>
                <a:gd name="csX519" fmla="*/ 8899125 w 12191695"/>
                <a:gd name="csY519" fmla="*/ 133364 h 905199"/>
                <a:gd name="csX520" fmla="*/ 8932956 w 12191695"/>
                <a:gd name="csY520" fmla="*/ 136683 h 905199"/>
                <a:gd name="csX521" fmla="*/ 8963469 w 12191695"/>
                <a:gd name="csY521" fmla="*/ 133364 h 905199"/>
                <a:gd name="csX522" fmla="*/ 8996658 w 12191695"/>
                <a:gd name="csY522" fmla="*/ 129401 h 905199"/>
                <a:gd name="csX523" fmla="*/ 9033776 w 12191695"/>
                <a:gd name="csY523" fmla="*/ 131365 h 905199"/>
                <a:gd name="csX524" fmla="*/ 9058327 w 12191695"/>
                <a:gd name="csY524" fmla="*/ 122087 h 905199"/>
                <a:gd name="csX525" fmla="*/ 9075565 w 12191695"/>
                <a:gd name="csY525" fmla="*/ 99532 h 905199"/>
                <a:gd name="csX526" fmla="*/ 9088164 w 12191695"/>
                <a:gd name="csY526" fmla="*/ 108811 h 905199"/>
                <a:gd name="csX527" fmla="*/ 9104081 w 12191695"/>
                <a:gd name="csY527" fmla="*/ 124762 h 905199"/>
                <a:gd name="csX528" fmla="*/ 9132629 w 12191695"/>
                <a:gd name="csY528" fmla="*/ 131365 h 905199"/>
                <a:gd name="csX529" fmla="*/ 9165107 w 12191695"/>
                <a:gd name="csY529" fmla="*/ 134041 h 905199"/>
                <a:gd name="csX530" fmla="*/ 9197618 w 12191695"/>
                <a:gd name="csY530" fmla="*/ 130045 h 905199"/>
                <a:gd name="csX531" fmla="*/ 9232127 w 12191695"/>
                <a:gd name="csY531" fmla="*/ 132720 h 905199"/>
                <a:gd name="csX532" fmla="*/ 9263961 w 12191695"/>
                <a:gd name="csY532" fmla="*/ 133364 h 905199"/>
                <a:gd name="csX533" fmla="*/ 9285161 w 12191695"/>
                <a:gd name="csY533" fmla="*/ 130045 h 905199"/>
                <a:gd name="csX534" fmla="*/ 9313710 w 12191695"/>
                <a:gd name="csY534" fmla="*/ 132043 h 905199"/>
                <a:gd name="csX535" fmla="*/ 9339550 w 12191695"/>
                <a:gd name="csY535" fmla="*/ 139358 h 905199"/>
                <a:gd name="csX536" fmla="*/ 9370063 w 12191695"/>
                <a:gd name="csY536" fmla="*/ 134718 h 905199"/>
                <a:gd name="csX537" fmla="*/ 9406570 w 12191695"/>
                <a:gd name="csY537" fmla="*/ 134718 h 905199"/>
                <a:gd name="csX538" fmla="*/ 9437726 w 12191695"/>
                <a:gd name="csY538" fmla="*/ 130045 h 905199"/>
                <a:gd name="csX539" fmla="*/ 9472879 w 12191695"/>
                <a:gd name="csY539" fmla="*/ 134718 h 905199"/>
                <a:gd name="csX540" fmla="*/ 9495434 w 12191695"/>
                <a:gd name="csY540" fmla="*/ 123407 h 905199"/>
                <a:gd name="csX541" fmla="*/ 9512672 w 12191695"/>
                <a:gd name="csY541" fmla="*/ 112130 h 905199"/>
                <a:gd name="csX542" fmla="*/ 9535904 w 12191695"/>
                <a:gd name="csY542" fmla="*/ 102851 h 905199"/>
                <a:gd name="csX543" fmla="*/ 9578337 w 12191695"/>
                <a:gd name="csY543" fmla="*/ 77621 h 905199"/>
                <a:gd name="csX544" fmla="*/ 9600249 w 12191695"/>
                <a:gd name="csY544" fmla="*/ 82260 h 905199"/>
                <a:gd name="csX545" fmla="*/ 9626123 w 12191695"/>
                <a:gd name="csY545" fmla="*/ 91574 h 905199"/>
                <a:gd name="csX546" fmla="*/ 9648643 w 12191695"/>
                <a:gd name="csY546" fmla="*/ 103528 h 905199"/>
                <a:gd name="csX547" fmla="*/ 9691788 w 12191695"/>
                <a:gd name="csY547" fmla="*/ 124084 h 905199"/>
                <a:gd name="csX548" fmla="*/ 9724943 w 12191695"/>
                <a:gd name="csY548" fmla="*/ 124762 h 905199"/>
                <a:gd name="csX549" fmla="*/ 9756099 w 12191695"/>
                <a:gd name="csY549" fmla="*/ 124762 h 905199"/>
                <a:gd name="csX550" fmla="*/ 9792606 w 12191695"/>
                <a:gd name="csY550" fmla="*/ 120766 h 905199"/>
                <a:gd name="csX551" fmla="*/ 9829080 w 12191695"/>
                <a:gd name="csY551" fmla="*/ 116126 h 905199"/>
                <a:gd name="csX552" fmla="*/ 9856918 w 12191695"/>
                <a:gd name="csY552" fmla="*/ 106847 h 905199"/>
                <a:gd name="csX553" fmla="*/ 9880149 w 12191695"/>
                <a:gd name="csY553" fmla="*/ 96890 h 905199"/>
                <a:gd name="csX554" fmla="*/ 9917943 w 12191695"/>
                <a:gd name="csY554" fmla="*/ 95535 h 905199"/>
                <a:gd name="csX555" fmla="*/ 9943174 w 12191695"/>
                <a:gd name="csY555" fmla="*/ 88254 h 905199"/>
                <a:gd name="csX556" fmla="*/ 9969691 w 12191695"/>
                <a:gd name="csY556" fmla="*/ 94892 h 905199"/>
                <a:gd name="csX557" fmla="*/ 9986929 w 12191695"/>
                <a:gd name="csY557" fmla="*/ 105492 h 905199"/>
                <a:gd name="csX558" fmla="*/ 10010804 w 12191695"/>
                <a:gd name="csY558" fmla="*/ 116126 h 905199"/>
                <a:gd name="csX559" fmla="*/ 10047955 w 12191695"/>
                <a:gd name="csY559" fmla="*/ 114805 h 905199"/>
                <a:gd name="csX560" fmla="*/ 10071187 w 12191695"/>
                <a:gd name="csY560" fmla="*/ 123407 h 905199"/>
                <a:gd name="csX561" fmla="*/ 10111623 w 12191695"/>
                <a:gd name="csY561" fmla="*/ 132043 h 905199"/>
                <a:gd name="csX562" fmla="*/ 10154091 w 12191695"/>
                <a:gd name="csY562" fmla="*/ 135362 h 905199"/>
                <a:gd name="csX563" fmla="*/ 10189243 w 12191695"/>
                <a:gd name="csY563" fmla="*/ 132720 h 905199"/>
                <a:gd name="csX564" fmla="*/ 10215760 w 12191695"/>
                <a:gd name="csY564" fmla="*/ 122087 h 905199"/>
                <a:gd name="csX565" fmla="*/ 10238315 w 12191695"/>
                <a:gd name="csY565" fmla="*/ 111487 h 905199"/>
                <a:gd name="csX566" fmla="*/ 10268828 w 12191695"/>
                <a:gd name="csY566" fmla="*/ 108811 h 905199"/>
                <a:gd name="csX567" fmla="*/ 10299341 w 12191695"/>
                <a:gd name="csY567" fmla="*/ 113451 h 905199"/>
                <a:gd name="csX568" fmla="*/ 10334494 w 12191695"/>
                <a:gd name="csY568" fmla="*/ 116769 h 905199"/>
                <a:gd name="csX569" fmla="*/ 10366328 w 12191695"/>
                <a:gd name="csY569" fmla="*/ 111487 h 905199"/>
                <a:gd name="csX570" fmla="*/ 10396841 w 12191695"/>
                <a:gd name="csY570" fmla="*/ 111487 h 905199"/>
                <a:gd name="csX571" fmla="*/ 10426710 w 12191695"/>
                <a:gd name="csY571" fmla="*/ 114805 h 905199"/>
                <a:gd name="csX572" fmla="*/ 10457867 w 12191695"/>
                <a:gd name="csY572" fmla="*/ 118124 h 905199"/>
                <a:gd name="csX573" fmla="*/ 10488380 w 12191695"/>
                <a:gd name="csY573" fmla="*/ 112130 h 905199"/>
                <a:gd name="csX574" fmla="*/ 10524853 w 12191695"/>
                <a:gd name="csY574" fmla="*/ 106847 h 905199"/>
                <a:gd name="csX575" fmla="*/ 10559362 w 12191695"/>
                <a:gd name="csY575" fmla="*/ 105492 h 905199"/>
                <a:gd name="csX576" fmla="*/ 10597834 w 12191695"/>
                <a:gd name="csY576" fmla="*/ 105492 h 905199"/>
                <a:gd name="csX577" fmla="*/ 10628990 w 12191695"/>
                <a:gd name="csY577" fmla="*/ 102173 h 905199"/>
                <a:gd name="csX578" fmla="*/ 10659503 w 12191695"/>
                <a:gd name="csY578" fmla="*/ 99532 h 905199"/>
                <a:gd name="csX579" fmla="*/ 10668817 w 12191695"/>
                <a:gd name="csY579" fmla="*/ 82938 h 905199"/>
                <a:gd name="csX580" fmla="*/ 10670138 w 12191695"/>
                <a:gd name="csY580" fmla="*/ 69019 h 905199"/>
                <a:gd name="csX581" fmla="*/ 10691337 w 12191695"/>
                <a:gd name="csY581" fmla="*/ 78298 h 905199"/>
                <a:gd name="csX582" fmla="*/ 10697332 w 12191695"/>
                <a:gd name="csY582" fmla="*/ 93571 h 905199"/>
                <a:gd name="csX583" fmla="*/ 10708609 w 12191695"/>
                <a:gd name="csY583" fmla="*/ 107491 h 905199"/>
                <a:gd name="csX584" fmla="*/ 10722528 w 12191695"/>
                <a:gd name="csY584" fmla="*/ 118768 h 905199"/>
                <a:gd name="csX585" fmla="*/ 10751043 w 12191695"/>
                <a:gd name="csY585" fmla="*/ 124762 h 905199"/>
                <a:gd name="csX586" fmla="*/ 10789515 w 12191695"/>
                <a:gd name="csY586" fmla="*/ 122764 h 905199"/>
                <a:gd name="csX587" fmla="*/ 10833946 w 12191695"/>
                <a:gd name="csY587" fmla="*/ 122087 h 905199"/>
                <a:gd name="csX588" fmla="*/ 10864459 w 12191695"/>
                <a:gd name="csY588" fmla="*/ 120088 h 905199"/>
                <a:gd name="csX589" fmla="*/ 10908926 w 12191695"/>
                <a:gd name="csY589" fmla="*/ 120088 h 905199"/>
                <a:gd name="csX590" fmla="*/ 10940760 w 12191695"/>
                <a:gd name="csY590" fmla="*/ 119445 h 905199"/>
                <a:gd name="csX591" fmla="*/ 10985191 w 12191695"/>
                <a:gd name="csY591" fmla="*/ 120766 h 905199"/>
                <a:gd name="csX592" fmla="*/ 11022985 w 12191695"/>
                <a:gd name="csY592" fmla="*/ 123407 h 905199"/>
                <a:gd name="csX593" fmla="*/ 11046895 w 12191695"/>
                <a:gd name="csY593" fmla="*/ 134041 h 905199"/>
                <a:gd name="csX594" fmla="*/ 11040257 w 12191695"/>
                <a:gd name="csY594" fmla="*/ 146639 h 905199"/>
                <a:gd name="csX595" fmla="*/ 11062134 w 12191695"/>
                <a:gd name="csY595" fmla="*/ 156596 h 905199"/>
                <a:gd name="csX596" fmla="*/ 11098608 w 12191695"/>
                <a:gd name="csY596" fmla="*/ 164554 h 905199"/>
                <a:gd name="csX597" fmla="*/ 11136436 w 12191695"/>
                <a:gd name="csY597" fmla="*/ 173190 h 905199"/>
                <a:gd name="csX598" fmla="*/ 11180190 w 12191695"/>
                <a:gd name="csY598" fmla="*/ 179150 h 905199"/>
                <a:gd name="csX599" fmla="*/ 11225978 w 12191695"/>
                <a:gd name="csY599" fmla="*/ 184467 h 905199"/>
                <a:gd name="csX600" fmla="*/ 11260453 w 12191695"/>
                <a:gd name="csY600" fmla="*/ 189784 h 905199"/>
                <a:gd name="csX601" fmla="*/ 11298924 w 12191695"/>
                <a:gd name="csY601" fmla="*/ 190462 h 905199"/>
                <a:gd name="csX602" fmla="*/ 11320836 w 12191695"/>
                <a:gd name="csY602" fmla="*/ 179150 h 905199"/>
                <a:gd name="csX603" fmla="*/ 11350671 w 12191695"/>
                <a:gd name="csY603" fmla="*/ 188463 h 905199"/>
                <a:gd name="csX604" fmla="*/ 11376544 w 12191695"/>
                <a:gd name="csY604" fmla="*/ 199064 h 905199"/>
                <a:gd name="csX605" fmla="*/ 11406381 w 12191695"/>
                <a:gd name="csY605" fmla="*/ 207022 h 905199"/>
                <a:gd name="csX606" fmla="*/ 11447528 w 12191695"/>
                <a:gd name="csY606" fmla="*/ 210341 h 905199"/>
                <a:gd name="csX607" fmla="*/ 11486642 w 12191695"/>
                <a:gd name="csY607" fmla="*/ 214337 h 905199"/>
                <a:gd name="csX608" fmla="*/ 11503236 w 12191695"/>
                <a:gd name="csY608" fmla="*/ 227612 h 905199"/>
                <a:gd name="csX609" fmla="*/ 11541709 w 12191695"/>
                <a:gd name="csY609" fmla="*/ 235571 h 905199"/>
                <a:gd name="csX610" fmla="*/ 11567548 w 12191695"/>
                <a:gd name="csY610" fmla="*/ 247525 h 905199"/>
                <a:gd name="csX611" fmla="*/ 11605376 w 12191695"/>
                <a:gd name="csY611" fmla="*/ 252808 h 905199"/>
                <a:gd name="csX612" fmla="*/ 11644491 w 12191695"/>
                <a:gd name="csY612" fmla="*/ 252165 h 905199"/>
                <a:gd name="csX613" fmla="*/ 11680999 w 12191695"/>
                <a:gd name="csY613" fmla="*/ 254163 h 905199"/>
                <a:gd name="csX614" fmla="*/ 11721435 w 12191695"/>
                <a:gd name="csY614" fmla="*/ 253486 h 905199"/>
                <a:gd name="csX615" fmla="*/ 11761904 w 12191695"/>
                <a:gd name="csY615" fmla="*/ 256127 h 905199"/>
                <a:gd name="csX616" fmla="*/ 11799732 w 12191695"/>
                <a:gd name="csY616" fmla="*/ 260767 h 905199"/>
                <a:gd name="csX617" fmla="*/ 11834884 w 12191695"/>
                <a:gd name="csY617" fmla="*/ 268759 h 905199"/>
                <a:gd name="csX618" fmla="*/ 11870038 w 12191695"/>
                <a:gd name="csY618" fmla="*/ 275397 h 905199"/>
                <a:gd name="csX619" fmla="*/ 11893913 w 12191695"/>
                <a:gd name="csY619" fmla="*/ 285354 h 905199"/>
                <a:gd name="csX620" fmla="*/ 11889916 w 12191695"/>
                <a:gd name="csY620" fmla="*/ 298595 h 905199"/>
                <a:gd name="csX621" fmla="*/ 11872002 w 12191695"/>
                <a:gd name="csY621" fmla="*/ 310550 h 905199"/>
                <a:gd name="csX622" fmla="*/ 11856762 w 12191695"/>
                <a:gd name="csY622" fmla="*/ 325823 h 905199"/>
                <a:gd name="csX623" fmla="*/ 11844807 w 12191695"/>
                <a:gd name="csY623" fmla="*/ 337778 h 905199"/>
                <a:gd name="csX624" fmla="*/ 11828890 w 12191695"/>
                <a:gd name="csY624" fmla="*/ 351697 h 905199"/>
                <a:gd name="csX625" fmla="*/ 11784459 w 12191695"/>
                <a:gd name="csY625" fmla="*/ 357014 h 905199"/>
                <a:gd name="csX626" fmla="*/ 11764545 w 12191695"/>
                <a:gd name="csY626" fmla="*/ 368934 h 905199"/>
                <a:gd name="csX627" fmla="*/ 11720791 w 12191695"/>
                <a:gd name="csY627" fmla="*/ 376249 h 905199"/>
                <a:gd name="csX628" fmla="*/ 11705518 w 12191695"/>
                <a:gd name="csY628" fmla="*/ 389525 h 905199"/>
                <a:gd name="csX629" fmla="*/ 11682320 w 12191695"/>
                <a:gd name="csY629" fmla="*/ 402123 h 905199"/>
                <a:gd name="csX630" fmla="*/ 11657767 w 12191695"/>
                <a:gd name="csY630" fmla="*/ 412757 h 905199"/>
                <a:gd name="csX631" fmla="*/ 11643848 w 12191695"/>
                <a:gd name="csY631" fmla="*/ 426675 h 905199"/>
                <a:gd name="csX632" fmla="*/ 11635212 w 12191695"/>
                <a:gd name="csY632" fmla="*/ 439307 h 905199"/>
                <a:gd name="csX633" fmla="*/ 11631893 w 12191695"/>
                <a:gd name="csY633" fmla="*/ 454547 h 905199"/>
                <a:gd name="csX634" fmla="*/ 11632570 w 12191695"/>
                <a:gd name="csY634" fmla="*/ 467179 h 905199"/>
                <a:gd name="csX635" fmla="*/ 11651807 w 12191695"/>
                <a:gd name="csY635" fmla="*/ 480421 h 905199"/>
                <a:gd name="csX636" fmla="*/ 11659088 w 12191695"/>
                <a:gd name="csY636" fmla="*/ 493053 h 905199"/>
                <a:gd name="csX637" fmla="*/ 11675005 w 12191695"/>
                <a:gd name="csY637" fmla="*/ 505007 h 905199"/>
                <a:gd name="csX638" fmla="*/ 11738029 w 12191695"/>
                <a:gd name="csY638" fmla="*/ 509647 h 905199"/>
                <a:gd name="csX639" fmla="*/ 11751304 w 12191695"/>
                <a:gd name="csY639" fmla="*/ 524243 h 905199"/>
                <a:gd name="csX640" fmla="*/ 11690278 w 12191695"/>
                <a:gd name="csY640" fmla="*/ 529526 h 905199"/>
                <a:gd name="csX641" fmla="*/ 11638530 w 12191695"/>
                <a:gd name="csY641" fmla="*/ 536841 h 905199"/>
                <a:gd name="csX642" fmla="*/ 11574185 w 12191695"/>
                <a:gd name="csY642" fmla="*/ 538162 h 905199"/>
                <a:gd name="csX643" fmla="*/ 11545671 w 12191695"/>
                <a:gd name="csY643" fmla="*/ 557398 h 905199"/>
                <a:gd name="csX644" fmla="*/ 11539710 w 12191695"/>
                <a:gd name="csY644" fmla="*/ 573349 h 905199"/>
                <a:gd name="csX645" fmla="*/ 11525114 w 12191695"/>
                <a:gd name="csY645" fmla="*/ 585947 h 905199"/>
                <a:gd name="csX646" fmla="*/ 11507199 w 12191695"/>
                <a:gd name="csY646" fmla="*/ 598545 h 905199"/>
                <a:gd name="csX647" fmla="*/ 11552308 w 12191695"/>
                <a:gd name="csY647" fmla="*/ 609856 h 905199"/>
                <a:gd name="csX648" fmla="*/ 11569546 w 12191695"/>
                <a:gd name="csY648" fmla="*/ 623775 h 905199"/>
                <a:gd name="csX649" fmla="*/ 11598738 w 12191695"/>
                <a:gd name="csY649" fmla="*/ 636373 h 905199"/>
                <a:gd name="csX650" fmla="*/ 11639851 w 12191695"/>
                <a:gd name="csY650" fmla="*/ 647650 h 905199"/>
                <a:gd name="csX651" fmla="*/ 11686959 w 12191695"/>
                <a:gd name="csY651" fmla="*/ 658284 h 905199"/>
                <a:gd name="csX652" fmla="*/ 11738029 w 12191695"/>
                <a:gd name="csY652" fmla="*/ 668884 h 905199"/>
                <a:gd name="csX653" fmla="*/ 11815649 w 12191695"/>
                <a:gd name="csY653" fmla="*/ 679518 h 905199"/>
                <a:gd name="csX654" fmla="*/ 11832887 w 12191695"/>
                <a:gd name="csY654" fmla="*/ 696112 h 905199"/>
                <a:gd name="csX655" fmla="*/ 11930386 w 12191695"/>
                <a:gd name="csY655" fmla="*/ 703393 h 905199"/>
                <a:gd name="csX656" fmla="*/ 11936922 w 12191695"/>
                <a:gd name="csY656" fmla="*/ 706001 h 905199"/>
                <a:gd name="csX657" fmla="*/ 11962220 w 12191695"/>
                <a:gd name="csY657" fmla="*/ 716025 h 905199"/>
                <a:gd name="csX658" fmla="*/ 12055757 w 12191695"/>
                <a:gd name="csY658" fmla="*/ 707389 h 905199"/>
                <a:gd name="csX659" fmla="*/ 12133344 w 12191695"/>
                <a:gd name="csY659" fmla="*/ 718024 h 905199"/>
                <a:gd name="csX660" fmla="*/ 12191695 w 12191695"/>
                <a:gd name="csY660" fmla="*/ 726151 h 90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</a:cxnLst>
              <a:rect l="l" t="t" r="r" b="b"/>
              <a:pathLst>
                <a:path w="12191695" h="905199">
                  <a:moveTo>
                    <a:pt x="4447903" y="500401"/>
                  </a:moveTo>
                  <a:lnTo>
                    <a:pt x="4465175" y="500401"/>
                  </a:lnTo>
                  <a:lnTo>
                    <a:pt x="4515567" y="493086"/>
                  </a:lnTo>
                  <a:lnTo>
                    <a:pt x="4566637" y="500401"/>
                  </a:lnTo>
                  <a:lnTo>
                    <a:pt x="4608427" y="514998"/>
                  </a:lnTo>
                  <a:lnTo>
                    <a:pt x="4623023" y="535588"/>
                  </a:lnTo>
                  <a:lnTo>
                    <a:pt x="4627020" y="550184"/>
                  </a:lnTo>
                  <a:lnTo>
                    <a:pt x="4628340" y="567422"/>
                  </a:lnTo>
                  <a:lnTo>
                    <a:pt x="4575916" y="578056"/>
                  </a:lnTo>
                  <a:lnTo>
                    <a:pt x="4520884" y="586658"/>
                  </a:lnTo>
                  <a:lnTo>
                    <a:pt x="4457216" y="594616"/>
                  </a:lnTo>
                  <a:lnTo>
                    <a:pt x="4386234" y="601254"/>
                  </a:lnTo>
                  <a:lnTo>
                    <a:pt x="4305972" y="599290"/>
                  </a:lnTo>
                  <a:lnTo>
                    <a:pt x="4261539" y="588013"/>
                  </a:lnTo>
                  <a:lnTo>
                    <a:pt x="4267500" y="574060"/>
                  </a:lnTo>
                  <a:lnTo>
                    <a:pt x="4339804" y="564780"/>
                  </a:lnTo>
                  <a:lnTo>
                    <a:pt x="4368996" y="553503"/>
                  </a:lnTo>
                  <a:lnTo>
                    <a:pt x="4390196" y="538873"/>
                  </a:lnTo>
                  <a:lnTo>
                    <a:pt x="4405469" y="526275"/>
                  </a:lnTo>
                  <a:lnTo>
                    <a:pt x="4426026" y="514354"/>
                  </a:lnTo>
                  <a:lnTo>
                    <a:pt x="4447903" y="500401"/>
                  </a:lnTo>
                  <a:lnTo>
                    <a:pt x="4447903" y="500401"/>
                  </a:lnTo>
                  <a:close/>
                  <a:moveTo>
                    <a:pt x="3850882" y="575211"/>
                  </a:moveTo>
                  <a:lnTo>
                    <a:pt x="3927148" y="576532"/>
                  </a:lnTo>
                  <a:lnTo>
                    <a:pt x="4000129" y="579851"/>
                  </a:lnTo>
                  <a:lnTo>
                    <a:pt x="4025325" y="565898"/>
                  </a:lnTo>
                  <a:lnTo>
                    <a:pt x="4043240" y="553977"/>
                  </a:lnTo>
                  <a:lnTo>
                    <a:pt x="4078393" y="567896"/>
                  </a:lnTo>
                  <a:lnTo>
                    <a:pt x="4068437" y="585168"/>
                  </a:lnTo>
                  <a:lnTo>
                    <a:pt x="4058480" y="600407"/>
                  </a:lnTo>
                  <a:lnTo>
                    <a:pt x="3987531" y="595768"/>
                  </a:lnTo>
                  <a:lnTo>
                    <a:pt x="3911909" y="597766"/>
                  </a:lnTo>
                  <a:lnTo>
                    <a:pt x="3869441" y="586489"/>
                  </a:lnTo>
                  <a:lnTo>
                    <a:pt x="3869441" y="585168"/>
                  </a:lnTo>
                  <a:lnTo>
                    <a:pt x="3850882" y="575211"/>
                  </a:lnTo>
                  <a:close/>
                  <a:moveTo>
                    <a:pt x="3592622" y="270859"/>
                  </a:moveTo>
                  <a:lnTo>
                    <a:pt x="3592622" y="270859"/>
                  </a:lnTo>
                  <a:lnTo>
                    <a:pt x="3615854" y="266896"/>
                  </a:lnTo>
                  <a:lnTo>
                    <a:pt x="3654969" y="268217"/>
                  </a:lnTo>
                  <a:lnTo>
                    <a:pt x="3664925" y="250946"/>
                  </a:lnTo>
                  <a:lnTo>
                    <a:pt x="3666923" y="238348"/>
                  </a:lnTo>
                  <a:lnTo>
                    <a:pt x="3666246" y="211153"/>
                  </a:lnTo>
                  <a:lnTo>
                    <a:pt x="3685482" y="195203"/>
                  </a:lnTo>
                  <a:lnTo>
                    <a:pt x="3716672" y="189920"/>
                  </a:lnTo>
                  <a:lnTo>
                    <a:pt x="3734587" y="202518"/>
                  </a:lnTo>
                  <a:lnTo>
                    <a:pt x="3742546" y="215116"/>
                  </a:lnTo>
                  <a:lnTo>
                    <a:pt x="3757108" y="230390"/>
                  </a:lnTo>
                  <a:lnTo>
                    <a:pt x="3768385" y="244986"/>
                  </a:lnTo>
                  <a:lnTo>
                    <a:pt x="3777699" y="260259"/>
                  </a:lnTo>
                  <a:lnTo>
                    <a:pt x="3781661" y="275499"/>
                  </a:lnTo>
                  <a:lnTo>
                    <a:pt x="3775700" y="288774"/>
                  </a:lnTo>
                  <a:lnTo>
                    <a:pt x="3766421" y="301406"/>
                  </a:lnTo>
                  <a:lnTo>
                    <a:pt x="3726629" y="306046"/>
                  </a:lnTo>
                  <a:lnTo>
                    <a:pt x="3688801" y="312683"/>
                  </a:lnTo>
                  <a:lnTo>
                    <a:pt x="3644369" y="312006"/>
                  </a:lnTo>
                  <a:lnTo>
                    <a:pt x="3660963" y="298730"/>
                  </a:lnTo>
                  <a:lnTo>
                    <a:pt x="3621137" y="303370"/>
                  </a:lnTo>
                  <a:lnTo>
                    <a:pt x="3583342" y="308044"/>
                  </a:lnTo>
                  <a:lnTo>
                    <a:pt x="3557469" y="298087"/>
                  </a:lnTo>
                  <a:lnTo>
                    <a:pt x="3555471" y="284134"/>
                  </a:lnTo>
                  <a:lnTo>
                    <a:pt x="3592622" y="270859"/>
                  </a:lnTo>
                  <a:close/>
                  <a:moveTo>
                    <a:pt x="2630324" y="292025"/>
                  </a:moveTo>
                  <a:lnTo>
                    <a:pt x="2630324" y="292025"/>
                  </a:lnTo>
                  <a:lnTo>
                    <a:pt x="2651558" y="286065"/>
                  </a:lnTo>
                  <a:lnTo>
                    <a:pt x="2694670" y="290704"/>
                  </a:lnTo>
                  <a:lnTo>
                    <a:pt x="2743741" y="293346"/>
                  </a:lnTo>
                  <a:lnTo>
                    <a:pt x="2780892" y="298019"/>
                  </a:lnTo>
                  <a:lnTo>
                    <a:pt x="2818043" y="294023"/>
                  </a:lnTo>
                  <a:lnTo>
                    <a:pt x="2837956" y="313259"/>
                  </a:lnTo>
                  <a:lnTo>
                    <a:pt x="2811405" y="310617"/>
                  </a:lnTo>
                  <a:lnTo>
                    <a:pt x="2770292" y="311938"/>
                  </a:lnTo>
                  <a:lnTo>
                    <a:pt x="2728501" y="310617"/>
                  </a:lnTo>
                  <a:lnTo>
                    <a:pt x="2682749" y="312616"/>
                  </a:lnTo>
                  <a:lnTo>
                    <a:pt x="2648239" y="305978"/>
                  </a:lnTo>
                  <a:lnTo>
                    <a:pt x="2630324" y="292025"/>
                  </a:lnTo>
                  <a:close/>
                  <a:moveTo>
                    <a:pt x="1943153" y="351765"/>
                  </a:moveTo>
                  <a:lnTo>
                    <a:pt x="1943153" y="351765"/>
                  </a:lnTo>
                  <a:lnTo>
                    <a:pt x="1950468" y="340487"/>
                  </a:lnTo>
                  <a:lnTo>
                    <a:pt x="1990904" y="346448"/>
                  </a:lnTo>
                  <a:lnTo>
                    <a:pt x="2034692" y="351765"/>
                  </a:lnTo>
                  <a:lnTo>
                    <a:pt x="2075162" y="345770"/>
                  </a:lnTo>
                  <a:lnTo>
                    <a:pt x="2055926" y="357725"/>
                  </a:lnTo>
                  <a:lnTo>
                    <a:pt x="2024092" y="366361"/>
                  </a:lnTo>
                  <a:lnTo>
                    <a:pt x="1976985" y="363685"/>
                  </a:lnTo>
                  <a:lnTo>
                    <a:pt x="1943153" y="351765"/>
                  </a:lnTo>
                  <a:close/>
                  <a:moveTo>
                    <a:pt x="1785304" y="345127"/>
                  </a:moveTo>
                  <a:lnTo>
                    <a:pt x="1785304" y="345127"/>
                  </a:lnTo>
                  <a:lnTo>
                    <a:pt x="1809857" y="337812"/>
                  </a:lnTo>
                  <a:lnTo>
                    <a:pt x="1843655" y="345770"/>
                  </a:lnTo>
                  <a:lnTo>
                    <a:pt x="1895402" y="359046"/>
                  </a:lnTo>
                  <a:lnTo>
                    <a:pt x="1875523" y="357725"/>
                  </a:lnTo>
                  <a:lnTo>
                    <a:pt x="1831735" y="354406"/>
                  </a:lnTo>
                  <a:lnTo>
                    <a:pt x="1785304" y="345127"/>
                  </a:lnTo>
                  <a:close/>
                  <a:moveTo>
                    <a:pt x="551573" y="518994"/>
                  </a:moveTo>
                  <a:lnTo>
                    <a:pt x="551573" y="518994"/>
                  </a:lnTo>
                  <a:lnTo>
                    <a:pt x="572129" y="506362"/>
                  </a:lnTo>
                  <a:lnTo>
                    <a:pt x="635153" y="511679"/>
                  </a:lnTo>
                  <a:lnTo>
                    <a:pt x="668985" y="522313"/>
                  </a:lnTo>
                  <a:lnTo>
                    <a:pt x="694859" y="534234"/>
                  </a:lnTo>
                  <a:lnTo>
                    <a:pt x="704138" y="549507"/>
                  </a:lnTo>
                  <a:lnTo>
                    <a:pt x="639116" y="554147"/>
                  </a:lnTo>
                  <a:lnTo>
                    <a:pt x="594684" y="542192"/>
                  </a:lnTo>
                  <a:lnTo>
                    <a:pt x="574805" y="530271"/>
                  </a:lnTo>
                  <a:lnTo>
                    <a:pt x="573450" y="528273"/>
                  </a:lnTo>
                  <a:lnTo>
                    <a:pt x="551573" y="518994"/>
                  </a:lnTo>
                  <a:close/>
                  <a:moveTo>
                    <a:pt x="12191695" y="726151"/>
                  </a:moveTo>
                  <a:lnTo>
                    <a:pt x="12191695" y="905200"/>
                  </a:lnTo>
                  <a:lnTo>
                    <a:pt x="0" y="905200"/>
                  </a:lnTo>
                  <a:lnTo>
                    <a:pt x="0" y="726151"/>
                  </a:lnTo>
                  <a:lnTo>
                    <a:pt x="1964" y="726422"/>
                  </a:lnTo>
                  <a:lnTo>
                    <a:pt x="31868" y="706712"/>
                  </a:lnTo>
                  <a:lnTo>
                    <a:pt x="92894" y="717346"/>
                  </a:lnTo>
                  <a:lnTo>
                    <a:pt x="96822" y="716161"/>
                  </a:lnTo>
                  <a:lnTo>
                    <a:pt x="132585" y="705357"/>
                  </a:lnTo>
                  <a:lnTo>
                    <a:pt x="137258" y="705730"/>
                  </a:lnTo>
                  <a:lnTo>
                    <a:pt x="141220" y="706001"/>
                  </a:lnTo>
                  <a:lnTo>
                    <a:pt x="190224" y="720089"/>
                  </a:lnTo>
                  <a:lnTo>
                    <a:pt x="233098" y="706001"/>
                  </a:lnTo>
                  <a:lnTo>
                    <a:pt x="240820" y="704071"/>
                  </a:lnTo>
                  <a:lnTo>
                    <a:pt x="340318" y="698110"/>
                  </a:lnTo>
                  <a:lnTo>
                    <a:pt x="372524" y="706001"/>
                  </a:lnTo>
                  <a:lnTo>
                    <a:pt x="388441" y="710031"/>
                  </a:lnTo>
                  <a:lnTo>
                    <a:pt x="439511" y="721309"/>
                  </a:lnTo>
                  <a:lnTo>
                    <a:pt x="535690" y="729944"/>
                  </a:lnTo>
                  <a:lnTo>
                    <a:pt x="611955" y="740578"/>
                  </a:lnTo>
                  <a:lnTo>
                    <a:pt x="742644" y="748536"/>
                  </a:lnTo>
                  <a:lnTo>
                    <a:pt x="840143" y="739257"/>
                  </a:lnTo>
                  <a:lnTo>
                    <a:pt x="984073" y="745895"/>
                  </a:lnTo>
                  <a:lnTo>
                    <a:pt x="1065656" y="756495"/>
                  </a:lnTo>
                  <a:lnTo>
                    <a:pt x="1155197" y="746538"/>
                  </a:lnTo>
                  <a:lnTo>
                    <a:pt x="1249378" y="737259"/>
                  </a:lnTo>
                  <a:lnTo>
                    <a:pt x="1256693" y="721309"/>
                  </a:lnTo>
                  <a:lnTo>
                    <a:pt x="1123363" y="719988"/>
                  </a:lnTo>
                  <a:lnTo>
                    <a:pt x="1013909" y="712029"/>
                  </a:lnTo>
                  <a:lnTo>
                    <a:pt x="985394" y="698754"/>
                  </a:lnTo>
                  <a:lnTo>
                    <a:pt x="894532" y="691472"/>
                  </a:lnTo>
                  <a:lnTo>
                    <a:pt x="900492" y="676199"/>
                  </a:lnTo>
                  <a:lnTo>
                    <a:pt x="913090" y="662280"/>
                  </a:lnTo>
                  <a:lnTo>
                    <a:pt x="925688" y="649648"/>
                  </a:lnTo>
                  <a:lnTo>
                    <a:pt x="919051" y="635729"/>
                  </a:lnTo>
                  <a:lnTo>
                    <a:pt x="862698" y="626416"/>
                  </a:lnTo>
                  <a:lnTo>
                    <a:pt x="836824" y="614496"/>
                  </a:lnTo>
                  <a:lnTo>
                    <a:pt x="784434" y="603862"/>
                  </a:lnTo>
                  <a:lnTo>
                    <a:pt x="866660" y="605860"/>
                  </a:lnTo>
                  <a:lnTo>
                    <a:pt x="944924" y="600543"/>
                  </a:lnTo>
                  <a:lnTo>
                    <a:pt x="994030" y="611820"/>
                  </a:lnTo>
                  <a:lnTo>
                    <a:pt x="1054379" y="601864"/>
                  </a:lnTo>
                  <a:lnTo>
                    <a:pt x="1110088" y="589266"/>
                  </a:lnTo>
                  <a:lnTo>
                    <a:pt x="1137282" y="577988"/>
                  </a:lnTo>
                  <a:lnTo>
                    <a:pt x="1125361" y="564035"/>
                  </a:lnTo>
                  <a:lnTo>
                    <a:pt x="1081573" y="554756"/>
                  </a:lnTo>
                  <a:lnTo>
                    <a:pt x="1031824" y="544800"/>
                  </a:lnTo>
                  <a:lnTo>
                    <a:pt x="962196" y="542801"/>
                  </a:lnTo>
                  <a:lnTo>
                    <a:pt x="901170" y="538162"/>
                  </a:lnTo>
                  <a:lnTo>
                    <a:pt x="835504" y="534843"/>
                  </a:lnTo>
                  <a:lnTo>
                    <a:pt x="813592" y="522245"/>
                  </a:lnTo>
                  <a:lnTo>
                    <a:pt x="769838" y="511611"/>
                  </a:lnTo>
                  <a:lnTo>
                    <a:pt x="743287" y="499690"/>
                  </a:lnTo>
                  <a:lnTo>
                    <a:pt x="732687" y="461185"/>
                  </a:lnTo>
                  <a:lnTo>
                    <a:pt x="749281" y="464504"/>
                  </a:lnTo>
                  <a:lnTo>
                    <a:pt x="779761" y="475137"/>
                  </a:lnTo>
                  <a:lnTo>
                    <a:pt x="835504" y="471819"/>
                  </a:lnTo>
                  <a:lnTo>
                    <a:pt x="889215" y="467179"/>
                  </a:lnTo>
                  <a:lnTo>
                    <a:pt x="917086" y="481775"/>
                  </a:lnTo>
                  <a:lnTo>
                    <a:pt x="970798" y="478457"/>
                  </a:lnTo>
                  <a:lnTo>
                    <a:pt x="1015907" y="471141"/>
                  </a:lnTo>
                  <a:lnTo>
                    <a:pt x="1058375" y="461862"/>
                  </a:lnTo>
                  <a:lnTo>
                    <a:pt x="1096846" y="450585"/>
                  </a:lnTo>
                  <a:lnTo>
                    <a:pt x="1147916" y="447266"/>
                  </a:lnTo>
                  <a:lnTo>
                    <a:pt x="1146561" y="434634"/>
                  </a:lnTo>
                  <a:lnTo>
                    <a:pt x="1134641" y="422036"/>
                  </a:lnTo>
                  <a:lnTo>
                    <a:pt x="1144597" y="410082"/>
                  </a:lnTo>
                  <a:lnTo>
                    <a:pt x="1188352" y="404121"/>
                  </a:lnTo>
                  <a:lnTo>
                    <a:pt x="1208265" y="415398"/>
                  </a:lnTo>
                  <a:lnTo>
                    <a:pt x="1260012" y="408761"/>
                  </a:lnTo>
                  <a:lnTo>
                    <a:pt x="1299127" y="400125"/>
                  </a:lnTo>
                  <a:lnTo>
                    <a:pt x="1347555" y="399481"/>
                  </a:lnTo>
                  <a:lnTo>
                    <a:pt x="1393308" y="396162"/>
                  </a:lnTo>
                  <a:lnTo>
                    <a:pt x="1439094" y="388204"/>
                  </a:lnTo>
                  <a:lnTo>
                    <a:pt x="1475568" y="380889"/>
                  </a:lnTo>
                  <a:lnTo>
                    <a:pt x="1516681" y="373608"/>
                  </a:lnTo>
                  <a:lnTo>
                    <a:pt x="1543232" y="375572"/>
                  </a:lnTo>
                  <a:lnTo>
                    <a:pt x="1566430" y="378248"/>
                  </a:lnTo>
                  <a:lnTo>
                    <a:pt x="1616856" y="373608"/>
                  </a:lnTo>
                  <a:lnTo>
                    <a:pt x="1661965" y="379568"/>
                  </a:lnTo>
                  <a:lnTo>
                    <a:pt x="1708395" y="378891"/>
                  </a:lnTo>
                  <a:lnTo>
                    <a:pt x="1752827" y="374252"/>
                  </a:lnTo>
                  <a:lnTo>
                    <a:pt x="1798580" y="377570"/>
                  </a:lnTo>
                  <a:lnTo>
                    <a:pt x="1849006" y="380889"/>
                  </a:lnTo>
                  <a:lnTo>
                    <a:pt x="1896113" y="379568"/>
                  </a:lnTo>
                  <a:lnTo>
                    <a:pt x="1945185" y="380245"/>
                  </a:lnTo>
                  <a:lnTo>
                    <a:pt x="1995577" y="380889"/>
                  </a:lnTo>
                  <a:lnTo>
                    <a:pt x="2042007" y="379568"/>
                  </a:lnTo>
                  <a:lnTo>
                    <a:pt x="2076517" y="369612"/>
                  </a:lnTo>
                  <a:lnTo>
                    <a:pt x="2117630" y="364295"/>
                  </a:lnTo>
                  <a:lnTo>
                    <a:pt x="2160098" y="371610"/>
                  </a:lnTo>
                  <a:lnTo>
                    <a:pt x="2200533" y="365649"/>
                  </a:lnTo>
                  <a:lnTo>
                    <a:pt x="2237041" y="353695"/>
                  </a:lnTo>
                  <a:lnTo>
                    <a:pt x="2258918" y="364295"/>
                  </a:lnTo>
                  <a:lnTo>
                    <a:pt x="2270873" y="376249"/>
                  </a:lnTo>
                  <a:lnTo>
                    <a:pt x="2292750" y="387527"/>
                  </a:lnTo>
                  <a:lnTo>
                    <a:pt x="2327903" y="377570"/>
                  </a:lnTo>
                  <a:lnTo>
                    <a:pt x="2368372" y="390202"/>
                  </a:lnTo>
                  <a:lnTo>
                    <a:pt x="2414125" y="394165"/>
                  </a:lnTo>
                  <a:lnTo>
                    <a:pt x="2453274" y="403444"/>
                  </a:lnTo>
                  <a:lnTo>
                    <a:pt x="2501025" y="401480"/>
                  </a:lnTo>
                  <a:lnTo>
                    <a:pt x="2544136" y="395485"/>
                  </a:lnTo>
                  <a:lnTo>
                    <a:pt x="2595206" y="396806"/>
                  </a:lnTo>
                  <a:lnTo>
                    <a:pt x="2640958" y="401480"/>
                  </a:lnTo>
                  <a:lnTo>
                    <a:pt x="2687388" y="407440"/>
                  </a:lnTo>
                  <a:lnTo>
                    <a:pt x="2705303" y="392844"/>
                  </a:lnTo>
                  <a:lnTo>
                    <a:pt x="2683426" y="381566"/>
                  </a:lnTo>
                  <a:lnTo>
                    <a:pt x="2666832" y="369612"/>
                  </a:lnTo>
                  <a:lnTo>
                    <a:pt x="2623077" y="366970"/>
                  </a:lnTo>
                  <a:lnTo>
                    <a:pt x="2603841" y="354338"/>
                  </a:lnTo>
                  <a:lnTo>
                    <a:pt x="2596526" y="341740"/>
                  </a:lnTo>
                  <a:lnTo>
                    <a:pt x="2584606" y="316544"/>
                  </a:lnTo>
                  <a:lnTo>
                    <a:pt x="2610479" y="321184"/>
                  </a:lnTo>
                  <a:lnTo>
                    <a:pt x="2654911" y="323148"/>
                  </a:lnTo>
                  <a:lnTo>
                    <a:pt x="2698666" y="321184"/>
                  </a:lnTo>
                  <a:lnTo>
                    <a:pt x="2738492" y="326467"/>
                  </a:lnTo>
                  <a:lnTo>
                    <a:pt x="2772967" y="336423"/>
                  </a:lnTo>
                  <a:lnTo>
                    <a:pt x="2787563" y="348378"/>
                  </a:lnTo>
                  <a:lnTo>
                    <a:pt x="2833316" y="350376"/>
                  </a:lnTo>
                  <a:lnTo>
                    <a:pt x="2877105" y="345736"/>
                  </a:lnTo>
                  <a:lnTo>
                    <a:pt x="2923535" y="339099"/>
                  </a:lnTo>
                  <a:lnTo>
                    <a:pt x="2965325" y="335102"/>
                  </a:lnTo>
                  <a:lnTo>
                    <a:pt x="2999801" y="343061"/>
                  </a:lnTo>
                  <a:lnTo>
                    <a:pt x="3044910" y="340419"/>
                  </a:lnTo>
                  <a:lnTo>
                    <a:pt x="3074102" y="314546"/>
                  </a:lnTo>
                  <a:lnTo>
                    <a:pt x="3101296" y="329786"/>
                  </a:lnTo>
                  <a:lnTo>
                    <a:pt x="3140445" y="335780"/>
                  </a:lnTo>
                  <a:lnTo>
                    <a:pt x="3182879" y="332461"/>
                  </a:lnTo>
                  <a:lnTo>
                    <a:pt x="3210751" y="345736"/>
                  </a:lnTo>
                  <a:lnTo>
                    <a:pt x="3255183" y="347057"/>
                  </a:lnTo>
                  <a:lnTo>
                    <a:pt x="3296296" y="351019"/>
                  </a:lnTo>
                  <a:lnTo>
                    <a:pt x="3336765" y="358335"/>
                  </a:lnTo>
                  <a:lnTo>
                    <a:pt x="3363316" y="345736"/>
                  </a:lnTo>
                  <a:lnTo>
                    <a:pt x="3376558" y="333782"/>
                  </a:lnTo>
                  <a:lnTo>
                    <a:pt x="3410390" y="347057"/>
                  </a:lnTo>
                  <a:lnTo>
                    <a:pt x="3456820" y="343738"/>
                  </a:lnTo>
                  <a:lnTo>
                    <a:pt x="3491329" y="351019"/>
                  </a:lnTo>
                  <a:lnTo>
                    <a:pt x="3514527" y="362331"/>
                  </a:lnTo>
                  <a:lnTo>
                    <a:pt x="3559636" y="359012"/>
                  </a:lnTo>
                  <a:lnTo>
                    <a:pt x="3594789" y="351697"/>
                  </a:lnTo>
                  <a:lnTo>
                    <a:pt x="3629265" y="343061"/>
                  </a:lnTo>
                  <a:lnTo>
                    <a:pt x="3670411" y="338422"/>
                  </a:lnTo>
                  <a:lnTo>
                    <a:pt x="3718162" y="334459"/>
                  </a:lnTo>
                  <a:lnTo>
                    <a:pt x="3761274" y="329786"/>
                  </a:lnTo>
                  <a:lnTo>
                    <a:pt x="3794428" y="322505"/>
                  </a:lnTo>
                  <a:lnTo>
                    <a:pt x="3814341" y="311870"/>
                  </a:lnTo>
                  <a:lnTo>
                    <a:pt x="3822300" y="297274"/>
                  </a:lnTo>
                  <a:lnTo>
                    <a:pt x="3818304" y="283355"/>
                  </a:lnTo>
                  <a:lnTo>
                    <a:pt x="3807703" y="270080"/>
                  </a:lnTo>
                  <a:lnTo>
                    <a:pt x="3795783" y="256805"/>
                  </a:lnTo>
                  <a:lnTo>
                    <a:pt x="3785149" y="243529"/>
                  </a:lnTo>
                  <a:lnTo>
                    <a:pt x="3776547" y="231574"/>
                  </a:lnTo>
                  <a:lnTo>
                    <a:pt x="3774549" y="218299"/>
                  </a:lnTo>
                  <a:lnTo>
                    <a:pt x="3777868" y="205058"/>
                  </a:lnTo>
                  <a:lnTo>
                    <a:pt x="3793785" y="192426"/>
                  </a:lnTo>
                  <a:lnTo>
                    <a:pt x="3807026" y="178507"/>
                  </a:lnTo>
                  <a:lnTo>
                    <a:pt x="3812343" y="165231"/>
                  </a:lnTo>
                  <a:lnTo>
                    <a:pt x="3805705" y="150635"/>
                  </a:lnTo>
                  <a:lnTo>
                    <a:pt x="3801743" y="137360"/>
                  </a:lnTo>
                  <a:lnTo>
                    <a:pt x="3818304" y="122087"/>
                  </a:lnTo>
                  <a:lnTo>
                    <a:pt x="3836896" y="112130"/>
                  </a:lnTo>
                  <a:lnTo>
                    <a:pt x="3858773" y="99532"/>
                  </a:lnTo>
                  <a:lnTo>
                    <a:pt x="3882005" y="88898"/>
                  </a:lnTo>
                  <a:lnTo>
                    <a:pt x="3909199" y="78975"/>
                  </a:lnTo>
                  <a:lnTo>
                    <a:pt x="3922441" y="64345"/>
                  </a:lnTo>
                  <a:lnTo>
                    <a:pt x="3941033" y="55066"/>
                  </a:lnTo>
                  <a:lnTo>
                    <a:pt x="3962267" y="46430"/>
                  </a:lnTo>
                  <a:lnTo>
                    <a:pt x="3994744" y="44466"/>
                  </a:lnTo>
                  <a:lnTo>
                    <a:pt x="4015978" y="33832"/>
                  </a:lnTo>
                  <a:lnTo>
                    <a:pt x="4039854" y="27195"/>
                  </a:lnTo>
                  <a:lnTo>
                    <a:pt x="4067725" y="23232"/>
                  </a:lnTo>
                  <a:lnTo>
                    <a:pt x="4092244" y="14596"/>
                  </a:lnTo>
                  <a:lnTo>
                    <a:pt x="4111480" y="3962"/>
                  </a:lnTo>
                  <a:lnTo>
                    <a:pt x="4138031" y="0"/>
                  </a:lnTo>
                  <a:lnTo>
                    <a:pt x="4157910" y="8602"/>
                  </a:lnTo>
                  <a:lnTo>
                    <a:pt x="4145312" y="19913"/>
                  </a:lnTo>
                  <a:lnTo>
                    <a:pt x="4110837" y="29836"/>
                  </a:lnTo>
                  <a:lnTo>
                    <a:pt x="4096240" y="37151"/>
                  </a:lnTo>
                  <a:lnTo>
                    <a:pt x="4071044" y="31834"/>
                  </a:lnTo>
                  <a:lnTo>
                    <a:pt x="4043173" y="35153"/>
                  </a:lnTo>
                  <a:lnTo>
                    <a:pt x="4019975" y="43112"/>
                  </a:lnTo>
                  <a:lnTo>
                    <a:pt x="3995422" y="51747"/>
                  </a:lnTo>
                  <a:lnTo>
                    <a:pt x="3978827" y="61704"/>
                  </a:lnTo>
                  <a:lnTo>
                    <a:pt x="3974188" y="74979"/>
                  </a:lnTo>
                  <a:lnTo>
                    <a:pt x="3976186" y="87577"/>
                  </a:lnTo>
                  <a:lnTo>
                    <a:pt x="3992103" y="98855"/>
                  </a:lnTo>
                  <a:lnTo>
                    <a:pt x="3968871" y="106847"/>
                  </a:lnTo>
                  <a:lnTo>
                    <a:pt x="3937037" y="109488"/>
                  </a:lnTo>
                  <a:lnTo>
                    <a:pt x="3918479" y="120766"/>
                  </a:lnTo>
                  <a:lnTo>
                    <a:pt x="3898565" y="131365"/>
                  </a:lnTo>
                  <a:lnTo>
                    <a:pt x="3877365" y="145996"/>
                  </a:lnTo>
                  <a:lnTo>
                    <a:pt x="3872049" y="158594"/>
                  </a:lnTo>
                  <a:lnTo>
                    <a:pt x="3883969" y="172513"/>
                  </a:lnTo>
                  <a:lnTo>
                    <a:pt x="3901884" y="183147"/>
                  </a:lnTo>
                  <a:lnTo>
                    <a:pt x="3929756" y="191105"/>
                  </a:lnTo>
                  <a:lnTo>
                    <a:pt x="3955629" y="201739"/>
                  </a:lnTo>
                  <a:lnTo>
                    <a:pt x="3969548" y="214980"/>
                  </a:lnTo>
                  <a:lnTo>
                    <a:pt x="3976829" y="227612"/>
                  </a:lnTo>
                  <a:lnTo>
                    <a:pt x="3986786" y="240888"/>
                  </a:lnTo>
                  <a:lnTo>
                    <a:pt x="4002703" y="252165"/>
                  </a:lnTo>
                  <a:lnTo>
                    <a:pt x="4012659" y="264763"/>
                  </a:lnTo>
                  <a:lnTo>
                    <a:pt x="4017299" y="295953"/>
                  </a:lnTo>
                  <a:lnTo>
                    <a:pt x="4027256" y="308552"/>
                  </a:lnTo>
                  <a:lnTo>
                    <a:pt x="4029897" y="321827"/>
                  </a:lnTo>
                  <a:lnTo>
                    <a:pt x="4040531" y="335102"/>
                  </a:lnTo>
                  <a:lnTo>
                    <a:pt x="4035891" y="353018"/>
                  </a:lnTo>
                  <a:lnTo>
                    <a:pt x="4017299" y="366970"/>
                  </a:lnTo>
                  <a:lnTo>
                    <a:pt x="3997420" y="378248"/>
                  </a:lnTo>
                  <a:lnTo>
                    <a:pt x="3952311" y="382887"/>
                  </a:lnTo>
                  <a:lnTo>
                    <a:pt x="3937037" y="394842"/>
                  </a:lnTo>
                  <a:lnTo>
                    <a:pt x="3916481" y="406119"/>
                  </a:lnTo>
                  <a:lnTo>
                    <a:pt x="3865411" y="418717"/>
                  </a:lnTo>
                  <a:lnTo>
                    <a:pt x="3820302" y="424034"/>
                  </a:lnTo>
                  <a:lnTo>
                    <a:pt x="3777868" y="431315"/>
                  </a:lnTo>
                  <a:lnTo>
                    <a:pt x="3732081" y="438631"/>
                  </a:lnTo>
                  <a:lnTo>
                    <a:pt x="3704887" y="452549"/>
                  </a:lnTo>
                  <a:lnTo>
                    <a:pt x="3650498" y="453904"/>
                  </a:lnTo>
                  <a:lnTo>
                    <a:pt x="3590793" y="452549"/>
                  </a:lnTo>
                  <a:lnTo>
                    <a:pt x="3537082" y="455224"/>
                  </a:lnTo>
                  <a:lnTo>
                    <a:pt x="3480052" y="455224"/>
                  </a:lnTo>
                  <a:lnTo>
                    <a:pt x="3490652" y="468500"/>
                  </a:lnTo>
                  <a:lnTo>
                    <a:pt x="3542399" y="474461"/>
                  </a:lnTo>
                  <a:lnTo>
                    <a:pt x="3580193" y="483739"/>
                  </a:lnTo>
                  <a:lnTo>
                    <a:pt x="3601427" y="495694"/>
                  </a:lnTo>
                  <a:lnTo>
                    <a:pt x="3563599" y="506328"/>
                  </a:lnTo>
                  <a:lnTo>
                    <a:pt x="3505248" y="503009"/>
                  </a:lnTo>
                  <a:lnTo>
                    <a:pt x="3456820" y="511611"/>
                  </a:lnTo>
                  <a:lnTo>
                    <a:pt x="3454822" y="525564"/>
                  </a:lnTo>
                  <a:lnTo>
                    <a:pt x="3453501" y="538839"/>
                  </a:lnTo>
                  <a:lnTo>
                    <a:pt x="3493293" y="550117"/>
                  </a:lnTo>
                  <a:lnTo>
                    <a:pt x="3500608" y="562714"/>
                  </a:lnTo>
                  <a:lnTo>
                    <a:pt x="3543719" y="575346"/>
                  </a:lnTo>
                  <a:lnTo>
                    <a:pt x="3615346" y="580630"/>
                  </a:lnTo>
                  <a:lnTo>
                    <a:pt x="3676372" y="589943"/>
                  </a:lnTo>
                  <a:lnTo>
                    <a:pt x="3724800" y="600543"/>
                  </a:lnTo>
                  <a:lnTo>
                    <a:pt x="3786470" y="611176"/>
                  </a:lnTo>
                  <a:lnTo>
                    <a:pt x="3870728" y="616460"/>
                  </a:lnTo>
                  <a:lnTo>
                    <a:pt x="3953631" y="625773"/>
                  </a:lnTo>
                  <a:lnTo>
                    <a:pt x="4011339" y="635729"/>
                  </a:lnTo>
                  <a:lnTo>
                    <a:pt x="4074363" y="647007"/>
                  </a:lnTo>
                  <a:lnTo>
                    <a:pt x="4107518" y="662923"/>
                  </a:lnTo>
                  <a:lnTo>
                    <a:pt x="4124112" y="675522"/>
                  </a:lnTo>
                  <a:lnTo>
                    <a:pt x="4165225" y="663601"/>
                  </a:lnTo>
                  <a:lnTo>
                    <a:pt x="4220934" y="653645"/>
                  </a:lnTo>
                  <a:lnTo>
                    <a:pt x="4279962" y="643010"/>
                  </a:lnTo>
                  <a:lnTo>
                    <a:pt x="4350268" y="634409"/>
                  </a:lnTo>
                  <a:lnTo>
                    <a:pt x="4410651" y="625096"/>
                  </a:lnTo>
                  <a:lnTo>
                    <a:pt x="4494875" y="624452"/>
                  </a:lnTo>
                  <a:lnTo>
                    <a:pt x="4577778" y="629092"/>
                  </a:lnTo>
                  <a:lnTo>
                    <a:pt x="4646120" y="637050"/>
                  </a:lnTo>
                  <a:lnTo>
                    <a:pt x="4667997" y="622454"/>
                  </a:lnTo>
                  <a:lnTo>
                    <a:pt x="4715105" y="612497"/>
                  </a:lnTo>
                  <a:lnTo>
                    <a:pt x="4800650" y="611820"/>
                  </a:lnTo>
                  <a:lnTo>
                    <a:pt x="4867636" y="604539"/>
                  </a:lnTo>
                  <a:lnTo>
                    <a:pt x="4931338" y="597224"/>
                  </a:lnTo>
                  <a:lnTo>
                    <a:pt x="5001643" y="592584"/>
                  </a:lnTo>
                  <a:lnTo>
                    <a:pt x="5076588" y="586624"/>
                  </a:lnTo>
                  <a:lnTo>
                    <a:pt x="5128979" y="577988"/>
                  </a:lnTo>
                  <a:lnTo>
                    <a:pt x="5105103" y="566034"/>
                  </a:lnTo>
                  <a:lnTo>
                    <a:pt x="5090507" y="554113"/>
                  </a:lnTo>
                  <a:lnTo>
                    <a:pt x="5090507" y="541481"/>
                  </a:lnTo>
                  <a:lnTo>
                    <a:pt x="5024841" y="542801"/>
                  </a:lnTo>
                  <a:lnTo>
                    <a:pt x="4955213" y="548118"/>
                  </a:lnTo>
                  <a:lnTo>
                    <a:pt x="4888870" y="548118"/>
                  </a:lnTo>
                  <a:lnTo>
                    <a:pt x="4879591" y="535520"/>
                  </a:lnTo>
                  <a:lnTo>
                    <a:pt x="4884231" y="510291"/>
                  </a:lnTo>
                  <a:lnTo>
                    <a:pt x="4899470" y="503009"/>
                  </a:lnTo>
                  <a:lnTo>
                    <a:pt x="4947898" y="495051"/>
                  </a:lnTo>
                  <a:lnTo>
                    <a:pt x="5004962" y="487058"/>
                  </a:lnTo>
                  <a:lnTo>
                    <a:pt x="5046075" y="477136"/>
                  </a:lnTo>
                  <a:lnTo>
                    <a:pt x="5087188" y="467179"/>
                  </a:lnTo>
                  <a:lnTo>
                    <a:pt x="5117701" y="453904"/>
                  </a:lnTo>
                  <a:lnTo>
                    <a:pt x="5164132" y="447909"/>
                  </a:lnTo>
                  <a:lnTo>
                    <a:pt x="5209918" y="443270"/>
                  </a:lnTo>
                  <a:lnTo>
                    <a:pt x="5233116" y="440628"/>
                  </a:lnTo>
                  <a:lnTo>
                    <a:pt x="5285507" y="439307"/>
                  </a:lnTo>
                  <a:lnTo>
                    <a:pt x="5335255" y="434634"/>
                  </a:lnTo>
                  <a:lnTo>
                    <a:pt x="5377046" y="427996"/>
                  </a:lnTo>
                  <a:lnTo>
                    <a:pt x="5418193" y="420038"/>
                  </a:lnTo>
                  <a:lnTo>
                    <a:pt x="5455310" y="412079"/>
                  </a:lnTo>
                  <a:lnTo>
                    <a:pt x="5502417" y="401480"/>
                  </a:lnTo>
                  <a:lnTo>
                    <a:pt x="5532253" y="390202"/>
                  </a:lnTo>
                  <a:lnTo>
                    <a:pt x="5564120" y="380245"/>
                  </a:lnTo>
                  <a:lnTo>
                    <a:pt x="5574043" y="366970"/>
                  </a:lnTo>
                  <a:lnTo>
                    <a:pt x="5538247" y="359012"/>
                  </a:lnTo>
                  <a:lnTo>
                    <a:pt x="5550168" y="345059"/>
                  </a:lnTo>
                  <a:lnTo>
                    <a:pt x="5572722" y="334459"/>
                  </a:lnTo>
                  <a:lnTo>
                    <a:pt x="5607875" y="327821"/>
                  </a:lnTo>
                  <a:lnTo>
                    <a:pt x="5645026" y="319829"/>
                  </a:lnTo>
                  <a:lnTo>
                    <a:pt x="5679501" y="309229"/>
                  </a:lnTo>
                  <a:lnTo>
                    <a:pt x="5706052" y="295953"/>
                  </a:lnTo>
                  <a:lnTo>
                    <a:pt x="5722646" y="280036"/>
                  </a:lnTo>
                  <a:lnTo>
                    <a:pt x="5747165" y="270724"/>
                  </a:lnTo>
                  <a:lnTo>
                    <a:pt x="5787635" y="272722"/>
                  </a:lnTo>
                  <a:lnTo>
                    <a:pt x="5804229" y="283999"/>
                  </a:lnTo>
                  <a:lnTo>
                    <a:pt x="5844665" y="285354"/>
                  </a:lnTo>
                  <a:lnTo>
                    <a:pt x="5846020" y="272722"/>
                  </a:lnTo>
                  <a:lnTo>
                    <a:pt x="5863257" y="259446"/>
                  </a:lnTo>
                  <a:lnTo>
                    <a:pt x="5899731" y="262765"/>
                  </a:lnTo>
                  <a:lnTo>
                    <a:pt x="5908367" y="275397"/>
                  </a:lnTo>
                  <a:lnTo>
                    <a:pt x="5948803" y="277361"/>
                  </a:lnTo>
                  <a:lnTo>
                    <a:pt x="5992591" y="271401"/>
                  </a:lnTo>
                  <a:lnTo>
                    <a:pt x="6035059" y="267405"/>
                  </a:lnTo>
                  <a:lnTo>
                    <a:pt x="6073530" y="269403"/>
                  </a:lnTo>
                  <a:lnTo>
                    <a:pt x="6088092" y="283355"/>
                  </a:lnTo>
                  <a:lnTo>
                    <a:pt x="6125243" y="272078"/>
                  </a:lnTo>
                  <a:lnTo>
                    <a:pt x="6159752" y="266084"/>
                  </a:lnTo>
                  <a:lnTo>
                    <a:pt x="6198224" y="261444"/>
                  </a:lnTo>
                  <a:lnTo>
                    <a:pt x="6236019" y="256805"/>
                  </a:lnTo>
                  <a:lnTo>
                    <a:pt x="6270528" y="248846"/>
                  </a:lnTo>
                  <a:lnTo>
                    <a:pt x="6308322" y="243529"/>
                  </a:lnTo>
                  <a:lnTo>
                    <a:pt x="6337514" y="236248"/>
                  </a:lnTo>
                  <a:lnTo>
                    <a:pt x="6358071" y="224293"/>
                  </a:lnTo>
                  <a:lnTo>
                    <a:pt x="6383267" y="232929"/>
                  </a:lnTo>
                  <a:lnTo>
                    <a:pt x="6418419" y="228256"/>
                  </a:lnTo>
                  <a:lnTo>
                    <a:pt x="6442972" y="244206"/>
                  </a:lnTo>
                  <a:lnTo>
                    <a:pt x="6462208" y="256127"/>
                  </a:lnTo>
                  <a:lnTo>
                    <a:pt x="6500680" y="249490"/>
                  </a:lnTo>
                  <a:lnTo>
                    <a:pt x="6515920" y="236248"/>
                  </a:lnTo>
                  <a:lnTo>
                    <a:pt x="6550429" y="226935"/>
                  </a:lnTo>
                  <a:lnTo>
                    <a:pt x="6594861" y="228933"/>
                  </a:lnTo>
                  <a:lnTo>
                    <a:pt x="6608136" y="241531"/>
                  </a:lnTo>
                  <a:lnTo>
                    <a:pt x="6635974" y="228933"/>
                  </a:lnTo>
                  <a:lnTo>
                    <a:pt x="6672481" y="224937"/>
                  </a:lnTo>
                  <a:lnTo>
                    <a:pt x="6712273" y="223616"/>
                  </a:lnTo>
                  <a:lnTo>
                    <a:pt x="6748070" y="224293"/>
                  </a:lnTo>
                  <a:lnTo>
                    <a:pt x="6785898" y="228256"/>
                  </a:lnTo>
                  <a:lnTo>
                    <a:pt x="6822371" y="230254"/>
                  </a:lnTo>
                  <a:lnTo>
                    <a:pt x="6838288" y="241531"/>
                  </a:lnTo>
                  <a:lnTo>
                    <a:pt x="6860165" y="251488"/>
                  </a:lnTo>
                  <a:lnTo>
                    <a:pt x="6897316" y="245527"/>
                  </a:lnTo>
                  <a:lnTo>
                    <a:pt x="6937109" y="244206"/>
                  </a:lnTo>
                  <a:lnTo>
                    <a:pt x="6975580" y="244206"/>
                  </a:lnTo>
                  <a:lnTo>
                    <a:pt x="7013408" y="243529"/>
                  </a:lnTo>
                  <a:lnTo>
                    <a:pt x="7047240" y="238890"/>
                  </a:lnTo>
                  <a:lnTo>
                    <a:pt x="7083036" y="234894"/>
                  </a:lnTo>
                  <a:lnTo>
                    <a:pt x="7112906" y="225614"/>
                  </a:lnTo>
                  <a:lnTo>
                    <a:pt x="7144740" y="219654"/>
                  </a:lnTo>
                  <a:lnTo>
                    <a:pt x="7179216" y="216335"/>
                  </a:lnTo>
                  <a:lnTo>
                    <a:pt x="7205089" y="207022"/>
                  </a:lnTo>
                  <a:lnTo>
                    <a:pt x="7223647" y="188463"/>
                  </a:lnTo>
                  <a:lnTo>
                    <a:pt x="7242883" y="177186"/>
                  </a:lnTo>
                  <a:lnTo>
                    <a:pt x="7278036" y="182469"/>
                  </a:lnTo>
                  <a:lnTo>
                    <a:pt x="7291311" y="194424"/>
                  </a:lnTo>
                  <a:lnTo>
                    <a:pt x="7320504" y="202382"/>
                  </a:lnTo>
                  <a:lnTo>
                    <a:pt x="7355656" y="199741"/>
                  </a:lnTo>
                  <a:lnTo>
                    <a:pt x="7379532" y="211661"/>
                  </a:lnTo>
                  <a:lnTo>
                    <a:pt x="7404728" y="220297"/>
                  </a:lnTo>
                  <a:lnTo>
                    <a:pt x="7439237" y="212339"/>
                  </a:lnTo>
                  <a:lnTo>
                    <a:pt x="7451158" y="197743"/>
                  </a:lnTo>
                  <a:lnTo>
                    <a:pt x="7481671" y="191782"/>
                  </a:lnTo>
                  <a:lnTo>
                    <a:pt x="7516824" y="180505"/>
                  </a:lnTo>
                  <a:lnTo>
                    <a:pt x="7550012" y="175831"/>
                  </a:lnTo>
                  <a:lnTo>
                    <a:pt x="7589804" y="169194"/>
                  </a:lnTo>
                  <a:lnTo>
                    <a:pt x="7616322" y="161913"/>
                  </a:lnTo>
                  <a:lnTo>
                    <a:pt x="7644193" y="153954"/>
                  </a:lnTo>
                  <a:lnTo>
                    <a:pt x="7670710" y="146639"/>
                  </a:lnTo>
                  <a:lnTo>
                    <a:pt x="7702544" y="150635"/>
                  </a:lnTo>
                  <a:lnTo>
                    <a:pt x="7733057" y="138681"/>
                  </a:lnTo>
                  <a:lnTo>
                    <a:pt x="7754968" y="129401"/>
                  </a:lnTo>
                  <a:lnTo>
                    <a:pt x="7786802" y="130045"/>
                  </a:lnTo>
                  <a:lnTo>
                    <a:pt x="7814640" y="122087"/>
                  </a:lnTo>
                  <a:lnTo>
                    <a:pt x="7821278" y="110132"/>
                  </a:lnTo>
                  <a:lnTo>
                    <a:pt x="7849827" y="100852"/>
                  </a:lnTo>
                  <a:lnTo>
                    <a:pt x="7877664" y="94215"/>
                  </a:lnTo>
                  <a:lnTo>
                    <a:pt x="7911496" y="88898"/>
                  </a:lnTo>
                  <a:lnTo>
                    <a:pt x="7942686" y="86256"/>
                  </a:lnTo>
                  <a:lnTo>
                    <a:pt x="7972522" y="88254"/>
                  </a:lnTo>
                  <a:lnTo>
                    <a:pt x="8004356" y="91574"/>
                  </a:lnTo>
                  <a:lnTo>
                    <a:pt x="8031550" y="100852"/>
                  </a:lnTo>
                  <a:lnTo>
                    <a:pt x="8034869" y="115448"/>
                  </a:lnTo>
                  <a:lnTo>
                    <a:pt x="8064705" y="126726"/>
                  </a:lnTo>
                  <a:lnTo>
                    <a:pt x="8085295" y="136039"/>
                  </a:lnTo>
                  <a:lnTo>
                    <a:pt x="8125731" y="140001"/>
                  </a:lnTo>
                  <a:lnTo>
                    <a:pt x="8148286" y="149314"/>
                  </a:lnTo>
                  <a:lnTo>
                    <a:pt x="8176157" y="158594"/>
                  </a:lnTo>
                  <a:lnTo>
                    <a:pt x="8208634" y="160592"/>
                  </a:lnTo>
                  <a:lnTo>
                    <a:pt x="8235829" y="153954"/>
                  </a:lnTo>
                  <a:lnTo>
                    <a:pt x="8265021" y="140001"/>
                  </a:lnTo>
                  <a:lnTo>
                    <a:pt x="8296855" y="147317"/>
                  </a:lnTo>
                  <a:lnTo>
                    <a:pt x="8330044" y="151279"/>
                  </a:lnTo>
                  <a:lnTo>
                    <a:pt x="8361878" y="155275"/>
                  </a:lnTo>
                  <a:lnTo>
                    <a:pt x="8395032" y="157917"/>
                  </a:lnTo>
                  <a:lnTo>
                    <a:pt x="8428864" y="157917"/>
                  </a:lnTo>
                  <a:lnTo>
                    <a:pt x="8456735" y="193103"/>
                  </a:lnTo>
                  <a:lnTo>
                    <a:pt x="8455381" y="201739"/>
                  </a:lnTo>
                  <a:lnTo>
                    <a:pt x="8451418" y="216978"/>
                  </a:lnTo>
                  <a:lnTo>
                    <a:pt x="8418907" y="225614"/>
                  </a:lnTo>
                  <a:lnTo>
                    <a:pt x="8392390" y="238212"/>
                  </a:lnTo>
                  <a:lnTo>
                    <a:pt x="8397030" y="251488"/>
                  </a:lnTo>
                  <a:lnTo>
                    <a:pt x="8434824" y="250844"/>
                  </a:lnTo>
                  <a:lnTo>
                    <a:pt x="8430185" y="264086"/>
                  </a:lnTo>
                  <a:lnTo>
                    <a:pt x="8412947" y="276718"/>
                  </a:lnTo>
                  <a:lnTo>
                    <a:pt x="8397030" y="290637"/>
                  </a:lnTo>
                  <a:lnTo>
                    <a:pt x="8422904" y="301271"/>
                  </a:lnTo>
                  <a:lnTo>
                    <a:pt x="8462019" y="304589"/>
                  </a:lnTo>
                  <a:lnTo>
                    <a:pt x="8501167" y="298595"/>
                  </a:lnTo>
                  <a:lnTo>
                    <a:pt x="8519726" y="285354"/>
                  </a:lnTo>
                  <a:lnTo>
                    <a:pt x="8531003" y="272722"/>
                  </a:lnTo>
                  <a:lnTo>
                    <a:pt x="8549596" y="262122"/>
                  </a:lnTo>
                  <a:lnTo>
                    <a:pt x="8570795" y="252165"/>
                  </a:lnTo>
                  <a:lnTo>
                    <a:pt x="8579431" y="240210"/>
                  </a:lnTo>
                  <a:lnTo>
                    <a:pt x="8597346" y="223616"/>
                  </a:lnTo>
                  <a:lnTo>
                    <a:pt x="8618580" y="220297"/>
                  </a:lnTo>
                  <a:lnTo>
                    <a:pt x="8657052" y="218977"/>
                  </a:lnTo>
                  <a:lnTo>
                    <a:pt x="8690850" y="214980"/>
                  </a:lnTo>
                  <a:lnTo>
                    <a:pt x="8725359" y="209697"/>
                  </a:lnTo>
                  <a:lnTo>
                    <a:pt x="8741954" y="196422"/>
                  </a:lnTo>
                  <a:lnTo>
                    <a:pt x="8751876" y="183790"/>
                  </a:lnTo>
                  <a:lnTo>
                    <a:pt x="8775108" y="171192"/>
                  </a:lnTo>
                  <a:lnTo>
                    <a:pt x="8808262" y="162590"/>
                  </a:lnTo>
                  <a:lnTo>
                    <a:pt x="8836778" y="155952"/>
                  </a:lnTo>
                  <a:lnTo>
                    <a:pt x="8855370" y="144641"/>
                  </a:lnTo>
                  <a:lnTo>
                    <a:pt x="8874606" y="138681"/>
                  </a:lnTo>
                  <a:lnTo>
                    <a:pt x="8899125" y="133364"/>
                  </a:lnTo>
                  <a:lnTo>
                    <a:pt x="8932956" y="136683"/>
                  </a:lnTo>
                  <a:lnTo>
                    <a:pt x="8963469" y="133364"/>
                  </a:lnTo>
                  <a:lnTo>
                    <a:pt x="8996658" y="129401"/>
                  </a:lnTo>
                  <a:lnTo>
                    <a:pt x="9033776" y="131365"/>
                  </a:lnTo>
                  <a:lnTo>
                    <a:pt x="9058327" y="122087"/>
                  </a:lnTo>
                  <a:lnTo>
                    <a:pt x="9075565" y="99532"/>
                  </a:lnTo>
                  <a:lnTo>
                    <a:pt x="9088164" y="108811"/>
                  </a:lnTo>
                  <a:lnTo>
                    <a:pt x="9104081" y="124762"/>
                  </a:lnTo>
                  <a:lnTo>
                    <a:pt x="9132629" y="131365"/>
                  </a:lnTo>
                  <a:lnTo>
                    <a:pt x="9165107" y="134041"/>
                  </a:lnTo>
                  <a:lnTo>
                    <a:pt x="9197618" y="130045"/>
                  </a:lnTo>
                  <a:lnTo>
                    <a:pt x="9232127" y="132720"/>
                  </a:lnTo>
                  <a:lnTo>
                    <a:pt x="9263961" y="133364"/>
                  </a:lnTo>
                  <a:lnTo>
                    <a:pt x="9285161" y="130045"/>
                  </a:lnTo>
                  <a:lnTo>
                    <a:pt x="9313710" y="132043"/>
                  </a:lnTo>
                  <a:lnTo>
                    <a:pt x="9339550" y="139358"/>
                  </a:lnTo>
                  <a:lnTo>
                    <a:pt x="9370063" y="134718"/>
                  </a:lnTo>
                  <a:lnTo>
                    <a:pt x="9406570" y="134718"/>
                  </a:lnTo>
                  <a:lnTo>
                    <a:pt x="9437726" y="130045"/>
                  </a:lnTo>
                  <a:lnTo>
                    <a:pt x="9472879" y="134718"/>
                  </a:lnTo>
                  <a:lnTo>
                    <a:pt x="9495434" y="123407"/>
                  </a:lnTo>
                  <a:lnTo>
                    <a:pt x="9512672" y="112130"/>
                  </a:lnTo>
                  <a:lnTo>
                    <a:pt x="9535904" y="102851"/>
                  </a:lnTo>
                  <a:lnTo>
                    <a:pt x="9578337" y="77621"/>
                  </a:lnTo>
                  <a:lnTo>
                    <a:pt x="9600249" y="82260"/>
                  </a:lnTo>
                  <a:lnTo>
                    <a:pt x="9626123" y="91574"/>
                  </a:lnTo>
                  <a:lnTo>
                    <a:pt x="9648643" y="103528"/>
                  </a:lnTo>
                  <a:lnTo>
                    <a:pt x="9691788" y="124084"/>
                  </a:lnTo>
                  <a:lnTo>
                    <a:pt x="9724943" y="124762"/>
                  </a:lnTo>
                  <a:lnTo>
                    <a:pt x="9756099" y="124762"/>
                  </a:lnTo>
                  <a:lnTo>
                    <a:pt x="9792606" y="120766"/>
                  </a:lnTo>
                  <a:lnTo>
                    <a:pt x="9829080" y="116126"/>
                  </a:lnTo>
                  <a:lnTo>
                    <a:pt x="9856918" y="106847"/>
                  </a:lnTo>
                  <a:lnTo>
                    <a:pt x="9880149" y="96890"/>
                  </a:lnTo>
                  <a:lnTo>
                    <a:pt x="9917943" y="95535"/>
                  </a:lnTo>
                  <a:lnTo>
                    <a:pt x="9943174" y="88254"/>
                  </a:lnTo>
                  <a:lnTo>
                    <a:pt x="9969691" y="94892"/>
                  </a:lnTo>
                  <a:lnTo>
                    <a:pt x="9986929" y="105492"/>
                  </a:lnTo>
                  <a:lnTo>
                    <a:pt x="10010804" y="116126"/>
                  </a:lnTo>
                  <a:lnTo>
                    <a:pt x="10047955" y="114805"/>
                  </a:lnTo>
                  <a:lnTo>
                    <a:pt x="10071187" y="123407"/>
                  </a:lnTo>
                  <a:lnTo>
                    <a:pt x="10111623" y="132043"/>
                  </a:lnTo>
                  <a:lnTo>
                    <a:pt x="10154091" y="135362"/>
                  </a:lnTo>
                  <a:lnTo>
                    <a:pt x="10189243" y="132720"/>
                  </a:lnTo>
                  <a:lnTo>
                    <a:pt x="10215760" y="122087"/>
                  </a:lnTo>
                  <a:lnTo>
                    <a:pt x="10238315" y="111487"/>
                  </a:lnTo>
                  <a:lnTo>
                    <a:pt x="10268828" y="108811"/>
                  </a:lnTo>
                  <a:lnTo>
                    <a:pt x="10299341" y="113451"/>
                  </a:lnTo>
                  <a:lnTo>
                    <a:pt x="10334494" y="116769"/>
                  </a:lnTo>
                  <a:lnTo>
                    <a:pt x="10366328" y="111487"/>
                  </a:lnTo>
                  <a:lnTo>
                    <a:pt x="10396841" y="111487"/>
                  </a:lnTo>
                  <a:lnTo>
                    <a:pt x="10426710" y="114805"/>
                  </a:lnTo>
                  <a:lnTo>
                    <a:pt x="10457867" y="118124"/>
                  </a:lnTo>
                  <a:lnTo>
                    <a:pt x="10488380" y="112130"/>
                  </a:lnTo>
                  <a:lnTo>
                    <a:pt x="10524853" y="106847"/>
                  </a:lnTo>
                  <a:lnTo>
                    <a:pt x="10559362" y="105492"/>
                  </a:lnTo>
                  <a:lnTo>
                    <a:pt x="10597834" y="105492"/>
                  </a:lnTo>
                  <a:lnTo>
                    <a:pt x="10628990" y="102173"/>
                  </a:lnTo>
                  <a:lnTo>
                    <a:pt x="10659503" y="99532"/>
                  </a:lnTo>
                  <a:lnTo>
                    <a:pt x="10668817" y="82938"/>
                  </a:lnTo>
                  <a:lnTo>
                    <a:pt x="10670138" y="69019"/>
                  </a:lnTo>
                  <a:lnTo>
                    <a:pt x="10691337" y="78298"/>
                  </a:lnTo>
                  <a:lnTo>
                    <a:pt x="10697332" y="93571"/>
                  </a:lnTo>
                  <a:lnTo>
                    <a:pt x="10708609" y="107491"/>
                  </a:lnTo>
                  <a:lnTo>
                    <a:pt x="10722528" y="118768"/>
                  </a:lnTo>
                  <a:lnTo>
                    <a:pt x="10751043" y="124762"/>
                  </a:lnTo>
                  <a:lnTo>
                    <a:pt x="10789515" y="122764"/>
                  </a:lnTo>
                  <a:lnTo>
                    <a:pt x="10833946" y="122087"/>
                  </a:lnTo>
                  <a:lnTo>
                    <a:pt x="10864459" y="120088"/>
                  </a:lnTo>
                  <a:lnTo>
                    <a:pt x="10908926" y="120088"/>
                  </a:lnTo>
                  <a:lnTo>
                    <a:pt x="10940760" y="119445"/>
                  </a:lnTo>
                  <a:lnTo>
                    <a:pt x="10985191" y="120766"/>
                  </a:lnTo>
                  <a:lnTo>
                    <a:pt x="11022985" y="123407"/>
                  </a:lnTo>
                  <a:lnTo>
                    <a:pt x="11046895" y="134041"/>
                  </a:lnTo>
                  <a:lnTo>
                    <a:pt x="11040257" y="146639"/>
                  </a:lnTo>
                  <a:lnTo>
                    <a:pt x="11062134" y="156596"/>
                  </a:lnTo>
                  <a:lnTo>
                    <a:pt x="11098608" y="164554"/>
                  </a:lnTo>
                  <a:lnTo>
                    <a:pt x="11136436" y="173190"/>
                  </a:lnTo>
                  <a:lnTo>
                    <a:pt x="11180190" y="179150"/>
                  </a:lnTo>
                  <a:lnTo>
                    <a:pt x="11225978" y="184467"/>
                  </a:lnTo>
                  <a:lnTo>
                    <a:pt x="11260453" y="189784"/>
                  </a:lnTo>
                  <a:lnTo>
                    <a:pt x="11298924" y="190462"/>
                  </a:lnTo>
                  <a:lnTo>
                    <a:pt x="11320836" y="179150"/>
                  </a:lnTo>
                  <a:lnTo>
                    <a:pt x="11350671" y="188463"/>
                  </a:lnTo>
                  <a:lnTo>
                    <a:pt x="11376544" y="199064"/>
                  </a:lnTo>
                  <a:lnTo>
                    <a:pt x="11406381" y="207022"/>
                  </a:lnTo>
                  <a:lnTo>
                    <a:pt x="11447528" y="210341"/>
                  </a:lnTo>
                  <a:lnTo>
                    <a:pt x="11486642" y="214337"/>
                  </a:lnTo>
                  <a:lnTo>
                    <a:pt x="11503236" y="227612"/>
                  </a:lnTo>
                  <a:lnTo>
                    <a:pt x="11541709" y="235571"/>
                  </a:lnTo>
                  <a:lnTo>
                    <a:pt x="11567548" y="247525"/>
                  </a:lnTo>
                  <a:lnTo>
                    <a:pt x="11605376" y="252808"/>
                  </a:lnTo>
                  <a:lnTo>
                    <a:pt x="11644491" y="252165"/>
                  </a:lnTo>
                  <a:lnTo>
                    <a:pt x="11680999" y="254163"/>
                  </a:lnTo>
                  <a:lnTo>
                    <a:pt x="11721435" y="253486"/>
                  </a:lnTo>
                  <a:lnTo>
                    <a:pt x="11761904" y="256127"/>
                  </a:lnTo>
                  <a:lnTo>
                    <a:pt x="11799732" y="260767"/>
                  </a:lnTo>
                  <a:lnTo>
                    <a:pt x="11834884" y="268759"/>
                  </a:lnTo>
                  <a:lnTo>
                    <a:pt x="11870038" y="275397"/>
                  </a:lnTo>
                  <a:lnTo>
                    <a:pt x="11893913" y="285354"/>
                  </a:lnTo>
                  <a:lnTo>
                    <a:pt x="11889916" y="298595"/>
                  </a:lnTo>
                  <a:lnTo>
                    <a:pt x="11872002" y="310550"/>
                  </a:lnTo>
                  <a:lnTo>
                    <a:pt x="11856762" y="325823"/>
                  </a:lnTo>
                  <a:lnTo>
                    <a:pt x="11844807" y="337778"/>
                  </a:lnTo>
                  <a:lnTo>
                    <a:pt x="11828890" y="351697"/>
                  </a:lnTo>
                  <a:lnTo>
                    <a:pt x="11784459" y="357014"/>
                  </a:lnTo>
                  <a:lnTo>
                    <a:pt x="11764545" y="368934"/>
                  </a:lnTo>
                  <a:lnTo>
                    <a:pt x="11720791" y="376249"/>
                  </a:lnTo>
                  <a:lnTo>
                    <a:pt x="11705518" y="389525"/>
                  </a:lnTo>
                  <a:lnTo>
                    <a:pt x="11682320" y="402123"/>
                  </a:lnTo>
                  <a:lnTo>
                    <a:pt x="11657767" y="412757"/>
                  </a:lnTo>
                  <a:lnTo>
                    <a:pt x="11643848" y="426675"/>
                  </a:lnTo>
                  <a:lnTo>
                    <a:pt x="11635212" y="439307"/>
                  </a:lnTo>
                  <a:lnTo>
                    <a:pt x="11631893" y="454547"/>
                  </a:lnTo>
                  <a:lnTo>
                    <a:pt x="11632570" y="467179"/>
                  </a:lnTo>
                  <a:lnTo>
                    <a:pt x="11651807" y="480421"/>
                  </a:lnTo>
                  <a:lnTo>
                    <a:pt x="11659088" y="493053"/>
                  </a:lnTo>
                  <a:lnTo>
                    <a:pt x="11675005" y="505007"/>
                  </a:lnTo>
                  <a:lnTo>
                    <a:pt x="11738029" y="509647"/>
                  </a:lnTo>
                  <a:lnTo>
                    <a:pt x="11751304" y="524243"/>
                  </a:lnTo>
                  <a:lnTo>
                    <a:pt x="11690278" y="529526"/>
                  </a:lnTo>
                  <a:lnTo>
                    <a:pt x="11638530" y="536841"/>
                  </a:lnTo>
                  <a:lnTo>
                    <a:pt x="11574185" y="538162"/>
                  </a:lnTo>
                  <a:lnTo>
                    <a:pt x="11545671" y="557398"/>
                  </a:lnTo>
                  <a:lnTo>
                    <a:pt x="11539710" y="573349"/>
                  </a:lnTo>
                  <a:lnTo>
                    <a:pt x="11525114" y="585947"/>
                  </a:lnTo>
                  <a:lnTo>
                    <a:pt x="11507199" y="598545"/>
                  </a:lnTo>
                  <a:lnTo>
                    <a:pt x="11552308" y="609856"/>
                  </a:lnTo>
                  <a:lnTo>
                    <a:pt x="11569546" y="623775"/>
                  </a:lnTo>
                  <a:lnTo>
                    <a:pt x="11598738" y="636373"/>
                  </a:lnTo>
                  <a:lnTo>
                    <a:pt x="11639851" y="647650"/>
                  </a:lnTo>
                  <a:lnTo>
                    <a:pt x="11686959" y="658284"/>
                  </a:lnTo>
                  <a:lnTo>
                    <a:pt x="11738029" y="668884"/>
                  </a:lnTo>
                  <a:lnTo>
                    <a:pt x="11815649" y="679518"/>
                  </a:lnTo>
                  <a:lnTo>
                    <a:pt x="11832887" y="696112"/>
                  </a:lnTo>
                  <a:lnTo>
                    <a:pt x="11930386" y="703393"/>
                  </a:lnTo>
                  <a:lnTo>
                    <a:pt x="11936922" y="706001"/>
                  </a:lnTo>
                  <a:lnTo>
                    <a:pt x="11962220" y="716025"/>
                  </a:lnTo>
                  <a:lnTo>
                    <a:pt x="12055757" y="707389"/>
                  </a:lnTo>
                  <a:lnTo>
                    <a:pt x="12133344" y="718024"/>
                  </a:lnTo>
                  <a:lnTo>
                    <a:pt x="12191695" y="72615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4" name="Forma libre: forma 163">
              <a:extLst>
                <a:ext uri="{FF2B5EF4-FFF2-40B4-BE49-F238E27FC236}">
                  <a16:creationId xmlns:a16="http://schemas.microsoft.com/office/drawing/2014/main" id="{5992E179-D4BE-4646-C8BD-D4F0B8DFE31D}"/>
                </a:ext>
              </a:extLst>
            </p:cNvPr>
            <p:cNvSpPr/>
            <p:nvPr/>
          </p:nvSpPr>
          <p:spPr>
            <a:xfrm>
              <a:off x="7204343" y="2220938"/>
              <a:ext cx="62448" cy="22757"/>
            </a:xfrm>
            <a:custGeom>
              <a:avLst/>
              <a:gdLst>
                <a:gd name="csX0" fmla="*/ 0 w 62448"/>
                <a:gd name="csY0" fmla="*/ 18017 h 22757"/>
                <a:gd name="csX1" fmla="*/ 2371 w 62448"/>
                <a:gd name="csY1" fmla="*/ 17813 h 22757"/>
                <a:gd name="csX2" fmla="*/ 7282 w 62448"/>
                <a:gd name="csY2" fmla="*/ 9652 h 22757"/>
                <a:gd name="csX3" fmla="*/ 31665 w 62448"/>
                <a:gd name="csY3" fmla="*/ 10126 h 22757"/>
                <a:gd name="csX4" fmla="*/ 62449 w 62448"/>
                <a:gd name="csY4" fmla="*/ 0 h 22757"/>
                <a:gd name="csX5" fmla="*/ 39589 w 62448"/>
                <a:gd name="csY5" fmla="*/ 14427 h 22757"/>
                <a:gd name="csX6" fmla="*/ 42061 w 62448"/>
                <a:gd name="csY6" fmla="*/ 20760 h 22757"/>
                <a:gd name="csX7" fmla="*/ 38404 w 62448"/>
                <a:gd name="csY7" fmla="*/ 19574 h 22757"/>
                <a:gd name="csX8" fmla="*/ 31936 w 62448"/>
                <a:gd name="csY8" fmla="*/ 22148 h 22757"/>
                <a:gd name="csX9" fmla="*/ 26890 w 62448"/>
                <a:gd name="csY9" fmla="*/ 21437 h 22757"/>
                <a:gd name="csX10" fmla="*/ 25196 w 62448"/>
                <a:gd name="csY10" fmla="*/ 22758 h 22757"/>
                <a:gd name="csX11" fmla="*/ 24519 w 62448"/>
                <a:gd name="csY11" fmla="*/ 19337 h 22757"/>
                <a:gd name="csX12" fmla="*/ 22081 w 62448"/>
                <a:gd name="csY12" fmla="*/ 17238 h 22757"/>
                <a:gd name="csX13" fmla="*/ 15544 w 62448"/>
                <a:gd name="csY13" fmla="*/ 16899 h 22757"/>
                <a:gd name="csX14" fmla="*/ 6367 w 62448"/>
                <a:gd name="csY14" fmla="*/ 19778 h 22757"/>
                <a:gd name="csX15" fmla="*/ 0 w 62448"/>
                <a:gd name="csY15" fmla="*/ 18017 h 227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62448" h="22757">
                  <a:moveTo>
                    <a:pt x="0" y="18017"/>
                  </a:moveTo>
                  <a:lnTo>
                    <a:pt x="2371" y="17813"/>
                  </a:lnTo>
                  <a:lnTo>
                    <a:pt x="7282" y="9652"/>
                  </a:lnTo>
                  <a:lnTo>
                    <a:pt x="31665" y="10126"/>
                  </a:lnTo>
                  <a:lnTo>
                    <a:pt x="62449" y="0"/>
                  </a:lnTo>
                  <a:lnTo>
                    <a:pt x="39589" y="14427"/>
                  </a:lnTo>
                  <a:lnTo>
                    <a:pt x="42061" y="20760"/>
                  </a:lnTo>
                  <a:lnTo>
                    <a:pt x="38404" y="19574"/>
                  </a:lnTo>
                  <a:lnTo>
                    <a:pt x="31936" y="22148"/>
                  </a:lnTo>
                  <a:lnTo>
                    <a:pt x="26890" y="21437"/>
                  </a:lnTo>
                  <a:lnTo>
                    <a:pt x="25196" y="22758"/>
                  </a:lnTo>
                  <a:lnTo>
                    <a:pt x="24519" y="19337"/>
                  </a:lnTo>
                  <a:lnTo>
                    <a:pt x="22081" y="17238"/>
                  </a:lnTo>
                  <a:lnTo>
                    <a:pt x="15544" y="16899"/>
                  </a:lnTo>
                  <a:lnTo>
                    <a:pt x="6367" y="19778"/>
                  </a:lnTo>
                  <a:lnTo>
                    <a:pt x="0" y="1801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5" name="Forma libre: forma 164">
              <a:extLst>
                <a:ext uri="{FF2B5EF4-FFF2-40B4-BE49-F238E27FC236}">
                  <a16:creationId xmlns:a16="http://schemas.microsoft.com/office/drawing/2014/main" id="{81A73DE7-4F1C-0F4B-4F40-98CE31A26A98}"/>
                </a:ext>
              </a:extLst>
            </p:cNvPr>
            <p:cNvSpPr/>
            <p:nvPr/>
          </p:nvSpPr>
          <p:spPr>
            <a:xfrm>
              <a:off x="7188257" y="2237837"/>
              <a:ext cx="59197" cy="20353"/>
            </a:xfrm>
            <a:custGeom>
              <a:avLst/>
              <a:gdLst>
                <a:gd name="csX0" fmla="*/ 16086 w 59197"/>
                <a:gd name="csY0" fmla="*/ 1118 h 20353"/>
                <a:gd name="csX1" fmla="*/ 22453 w 59197"/>
                <a:gd name="csY1" fmla="*/ 2879 h 20353"/>
                <a:gd name="csX2" fmla="*/ 31630 w 59197"/>
                <a:gd name="csY2" fmla="*/ 0 h 20353"/>
                <a:gd name="csX3" fmla="*/ 38167 w 59197"/>
                <a:gd name="csY3" fmla="*/ 339 h 20353"/>
                <a:gd name="csX4" fmla="*/ 40605 w 59197"/>
                <a:gd name="csY4" fmla="*/ 2438 h 20353"/>
                <a:gd name="csX5" fmla="*/ 41282 w 59197"/>
                <a:gd name="csY5" fmla="*/ 5859 h 20353"/>
                <a:gd name="csX6" fmla="*/ 42976 w 59197"/>
                <a:gd name="csY6" fmla="*/ 4538 h 20353"/>
                <a:gd name="csX7" fmla="*/ 48022 w 59197"/>
                <a:gd name="csY7" fmla="*/ 5249 h 20353"/>
                <a:gd name="csX8" fmla="*/ 54490 w 59197"/>
                <a:gd name="csY8" fmla="*/ 2675 h 20353"/>
                <a:gd name="csX9" fmla="*/ 58147 w 59197"/>
                <a:gd name="csY9" fmla="*/ 3861 h 20353"/>
                <a:gd name="csX10" fmla="*/ 59197 w 59197"/>
                <a:gd name="csY10" fmla="*/ 6604 h 20353"/>
                <a:gd name="csX11" fmla="*/ 24485 w 59197"/>
                <a:gd name="csY11" fmla="*/ 20353 h 20353"/>
                <a:gd name="csX12" fmla="*/ 7891 w 59197"/>
                <a:gd name="csY12" fmla="*/ 15951 h 20353"/>
                <a:gd name="csX13" fmla="*/ 0 w 59197"/>
                <a:gd name="csY13" fmla="*/ 2371 h 20353"/>
                <a:gd name="csX14" fmla="*/ 16086 w 59197"/>
                <a:gd name="csY14" fmla="*/ 1118 h 20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9197" h="20353">
                  <a:moveTo>
                    <a:pt x="16086" y="1118"/>
                  </a:moveTo>
                  <a:lnTo>
                    <a:pt x="22453" y="2879"/>
                  </a:lnTo>
                  <a:lnTo>
                    <a:pt x="31630" y="0"/>
                  </a:lnTo>
                  <a:lnTo>
                    <a:pt x="38167" y="339"/>
                  </a:lnTo>
                  <a:lnTo>
                    <a:pt x="40605" y="2438"/>
                  </a:lnTo>
                  <a:lnTo>
                    <a:pt x="41282" y="5859"/>
                  </a:lnTo>
                  <a:lnTo>
                    <a:pt x="42976" y="4538"/>
                  </a:lnTo>
                  <a:lnTo>
                    <a:pt x="48022" y="5249"/>
                  </a:lnTo>
                  <a:lnTo>
                    <a:pt x="54490" y="2675"/>
                  </a:lnTo>
                  <a:lnTo>
                    <a:pt x="58147" y="3861"/>
                  </a:lnTo>
                  <a:lnTo>
                    <a:pt x="59197" y="6604"/>
                  </a:lnTo>
                  <a:lnTo>
                    <a:pt x="24485" y="20353"/>
                  </a:lnTo>
                  <a:lnTo>
                    <a:pt x="7891" y="15951"/>
                  </a:lnTo>
                  <a:lnTo>
                    <a:pt x="0" y="2371"/>
                  </a:lnTo>
                  <a:lnTo>
                    <a:pt x="16086" y="111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6" name="Forma libre: forma 165">
              <a:extLst>
                <a:ext uri="{FF2B5EF4-FFF2-40B4-BE49-F238E27FC236}">
                  <a16:creationId xmlns:a16="http://schemas.microsoft.com/office/drawing/2014/main" id="{AC66A1EF-C1C0-5C7E-B71E-3C1FE7F6471E}"/>
                </a:ext>
              </a:extLst>
            </p:cNvPr>
            <p:cNvSpPr/>
            <p:nvPr/>
          </p:nvSpPr>
          <p:spPr>
            <a:xfrm>
              <a:off x="5519451" y="2217958"/>
              <a:ext cx="538297" cy="485602"/>
            </a:xfrm>
            <a:custGeom>
              <a:avLst/>
              <a:gdLst>
                <a:gd name="csX0" fmla="*/ 502908 w 538297"/>
                <a:gd name="csY0" fmla="*/ 20049 h 485602"/>
                <a:gd name="csX1" fmla="*/ 515675 w 538297"/>
                <a:gd name="csY1" fmla="*/ 41723 h 485602"/>
                <a:gd name="csX2" fmla="*/ 517707 w 538297"/>
                <a:gd name="csY2" fmla="*/ 62313 h 485602"/>
                <a:gd name="csX3" fmla="*/ 529391 w 538297"/>
                <a:gd name="csY3" fmla="*/ 98075 h 485602"/>
                <a:gd name="csX4" fmla="*/ 538297 w 538297"/>
                <a:gd name="csY4" fmla="*/ 105255 h 485602"/>
                <a:gd name="csX5" fmla="*/ 532100 w 538297"/>
                <a:gd name="csY5" fmla="*/ 118429 h 485602"/>
                <a:gd name="csX6" fmla="*/ 487769 w 538297"/>
                <a:gd name="csY6" fmla="*/ 124152 h 485602"/>
                <a:gd name="csX7" fmla="*/ 472462 w 538297"/>
                <a:gd name="csY7" fmla="*/ 136682 h 485602"/>
                <a:gd name="csX8" fmla="*/ 452888 w 538297"/>
                <a:gd name="csY8" fmla="*/ 139629 h 485602"/>
                <a:gd name="csX9" fmla="*/ 451431 w 538297"/>
                <a:gd name="csY9" fmla="*/ 164689 h 485602"/>
                <a:gd name="csX10" fmla="*/ 411809 w 538297"/>
                <a:gd name="csY10" fmla="*/ 178100 h 485602"/>
                <a:gd name="csX11" fmla="*/ 398872 w 538297"/>
                <a:gd name="csY11" fmla="*/ 195067 h 485602"/>
                <a:gd name="csX12" fmla="*/ 371136 w 538297"/>
                <a:gd name="csY12" fmla="*/ 204143 h 485602"/>
                <a:gd name="csX13" fmla="*/ 337337 w 538297"/>
                <a:gd name="csY13" fmla="*/ 209325 h 485602"/>
                <a:gd name="csX14" fmla="*/ 282644 w 538297"/>
                <a:gd name="csY14" fmla="*/ 234318 h 485602"/>
                <a:gd name="csX15" fmla="*/ 282915 w 538297"/>
                <a:gd name="csY15" fmla="*/ 274449 h 485602"/>
                <a:gd name="csX16" fmla="*/ 277768 w 538297"/>
                <a:gd name="csY16" fmla="*/ 274449 h 485602"/>
                <a:gd name="csX17" fmla="*/ 278547 w 538297"/>
                <a:gd name="csY17" fmla="*/ 292567 h 485602"/>
                <a:gd name="csX18" fmla="*/ 257618 w 538297"/>
                <a:gd name="csY18" fmla="*/ 293684 h 485602"/>
                <a:gd name="csX19" fmla="*/ 246713 w 538297"/>
                <a:gd name="csY19" fmla="*/ 301372 h 485602"/>
                <a:gd name="csX20" fmla="*/ 231338 w 538297"/>
                <a:gd name="csY20" fmla="*/ 301372 h 485602"/>
                <a:gd name="csX21" fmla="*/ 219078 w 538297"/>
                <a:gd name="csY21" fmla="*/ 296969 h 485602"/>
                <a:gd name="csX22" fmla="*/ 190563 w 538297"/>
                <a:gd name="csY22" fmla="*/ 300627 h 485602"/>
                <a:gd name="csX23" fmla="*/ 179557 w 538297"/>
                <a:gd name="csY23" fmla="*/ 327008 h 485602"/>
                <a:gd name="csX24" fmla="*/ 168957 w 538297"/>
                <a:gd name="csY24" fmla="*/ 329481 h 485602"/>
                <a:gd name="csX25" fmla="*/ 153040 w 538297"/>
                <a:gd name="csY25" fmla="*/ 372185 h 485602"/>
                <a:gd name="csX26" fmla="*/ 105966 w 538297"/>
                <a:gd name="csY26" fmla="*/ 408727 h 485602"/>
                <a:gd name="csX27" fmla="*/ 94791 w 538297"/>
                <a:gd name="csY27" fmla="*/ 455495 h 485602"/>
                <a:gd name="csX28" fmla="*/ 80906 w 538297"/>
                <a:gd name="csY28" fmla="*/ 470701 h 485602"/>
                <a:gd name="csX29" fmla="*/ 76841 w 538297"/>
                <a:gd name="csY29" fmla="*/ 482893 h 485602"/>
                <a:gd name="csX30" fmla="*/ 576 w 538297"/>
                <a:gd name="csY30" fmla="*/ 485602 h 485602"/>
                <a:gd name="csX31" fmla="*/ 0 w 538297"/>
                <a:gd name="csY31" fmla="*/ 485568 h 485602"/>
                <a:gd name="csX32" fmla="*/ 1592 w 538297"/>
                <a:gd name="csY32" fmla="*/ 469854 h 485602"/>
                <a:gd name="csX33" fmla="*/ 14596 w 538297"/>
                <a:gd name="csY33" fmla="*/ 460643 h 485602"/>
                <a:gd name="csX34" fmla="*/ 25671 w 538297"/>
                <a:gd name="csY34" fmla="*/ 442999 h 485602"/>
                <a:gd name="csX35" fmla="*/ 23503 w 538297"/>
                <a:gd name="csY35" fmla="*/ 431518 h 485602"/>
                <a:gd name="csX36" fmla="*/ 35119 w 538297"/>
                <a:gd name="csY36" fmla="*/ 407643 h 485602"/>
                <a:gd name="csX37" fmla="*/ 53982 w 538297"/>
                <a:gd name="csY37" fmla="*/ 386104 h 485602"/>
                <a:gd name="csX38" fmla="*/ 65395 w 538297"/>
                <a:gd name="csY38" fmla="*/ 380652 h 485602"/>
                <a:gd name="csX39" fmla="*/ 74336 w 538297"/>
                <a:gd name="csY39" fmla="*/ 360874 h 485602"/>
                <a:gd name="csX40" fmla="*/ 75149 w 538297"/>
                <a:gd name="csY40" fmla="*/ 342857 h 485602"/>
                <a:gd name="csX41" fmla="*/ 87374 w 538297"/>
                <a:gd name="csY41" fmla="*/ 321928 h 485602"/>
                <a:gd name="csX42" fmla="*/ 109929 w 538297"/>
                <a:gd name="csY42" fmla="*/ 309567 h 485602"/>
                <a:gd name="csX43" fmla="*/ 131400 w 538297"/>
                <a:gd name="csY43" fmla="*/ 274990 h 485602"/>
                <a:gd name="csX44" fmla="*/ 132009 w 538297"/>
                <a:gd name="csY44" fmla="*/ 274516 h 485602"/>
                <a:gd name="csX45" fmla="*/ 149044 w 538297"/>
                <a:gd name="csY45" fmla="*/ 261512 h 485602"/>
                <a:gd name="csX46" fmla="*/ 180539 w 538297"/>
                <a:gd name="csY46" fmla="*/ 257753 h 485602"/>
                <a:gd name="csX47" fmla="*/ 207225 w 538297"/>
                <a:gd name="csY47" fmla="*/ 234622 h 485602"/>
                <a:gd name="csX48" fmla="*/ 224192 w 538297"/>
                <a:gd name="csY48" fmla="*/ 225580 h 485602"/>
                <a:gd name="csX49" fmla="*/ 252470 w 538297"/>
                <a:gd name="csY49" fmla="*/ 197302 h 485602"/>
                <a:gd name="csX50" fmla="*/ 244003 w 538297"/>
                <a:gd name="csY50" fmla="*/ 155173 h 485602"/>
                <a:gd name="csX51" fmla="*/ 256872 w 538297"/>
                <a:gd name="csY51" fmla="*/ 126049 h 485602"/>
                <a:gd name="csX52" fmla="*/ 261411 w 538297"/>
                <a:gd name="csY52" fmla="*/ 108201 h 485602"/>
                <a:gd name="csX53" fmla="*/ 283220 w 538297"/>
                <a:gd name="csY53" fmla="*/ 85342 h 485602"/>
                <a:gd name="csX54" fmla="*/ 317187 w 538297"/>
                <a:gd name="csY54" fmla="*/ 69865 h 485602"/>
                <a:gd name="csX55" fmla="*/ 342282 w 538297"/>
                <a:gd name="csY55" fmla="*/ 55879 h 485602"/>
                <a:gd name="csX56" fmla="*/ 364938 w 538297"/>
                <a:gd name="csY56" fmla="*/ 20794 h 485602"/>
                <a:gd name="csX57" fmla="*/ 375572 w 538297"/>
                <a:gd name="csY57" fmla="*/ 0 h 485602"/>
                <a:gd name="csX58" fmla="*/ 400497 w 538297"/>
                <a:gd name="csY58" fmla="*/ 169 h 485602"/>
                <a:gd name="csX59" fmla="*/ 420918 w 538297"/>
                <a:gd name="csY59" fmla="*/ 14528 h 485602"/>
                <a:gd name="csX60" fmla="*/ 453125 w 538297"/>
                <a:gd name="csY60" fmla="*/ 12192 h 485602"/>
                <a:gd name="csX61" fmla="*/ 488210 w 538297"/>
                <a:gd name="csY61" fmla="*/ 19676 h 485602"/>
                <a:gd name="csX62" fmla="*/ 502908 w 538297"/>
                <a:gd name="csY62" fmla="*/ 20049 h 485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538297" h="485602">
                  <a:moveTo>
                    <a:pt x="502908" y="20049"/>
                  </a:moveTo>
                  <a:lnTo>
                    <a:pt x="515675" y="41723"/>
                  </a:lnTo>
                  <a:lnTo>
                    <a:pt x="517707" y="62313"/>
                  </a:lnTo>
                  <a:lnTo>
                    <a:pt x="529391" y="98075"/>
                  </a:lnTo>
                  <a:lnTo>
                    <a:pt x="538297" y="105255"/>
                  </a:lnTo>
                  <a:lnTo>
                    <a:pt x="532100" y="118429"/>
                  </a:lnTo>
                  <a:lnTo>
                    <a:pt x="487769" y="124152"/>
                  </a:lnTo>
                  <a:lnTo>
                    <a:pt x="472462" y="136682"/>
                  </a:lnTo>
                  <a:lnTo>
                    <a:pt x="452888" y="139629"/>
                  </a:lnTo>
                  <a:lnTo>
                    <a:pt x="451431" y="164689"/>
                  </a:lnTo>
                  <a:lnTo>
                    <a:pt x="411809" y="178100"/>
                  </a:lnTo>
                  <a:lnTo>
                    <a:pt x="398872" y="195067"/>
                  </a:lnTo>
                  <a:lnTo>
                    <a:pt x="371136" y="204143"/>
                  </a:lnTo>
                  <a:lnTo>
                    <a:pt x="337337" y="209325"/>
                  </a:lnTo>
                  <a:lnTo>
                    <a:pt x="282644" y="234318"/>
                  </a:lnTo>
                  <a:lnTo>
                    <a:pt x="282915" y="274449"/>
                  </a:lnTo>
                  <a:lnTo>
                    <a:pt x="277768" y="274449"/>
                  </a:lnTo>
                  <a:lnTo>
                    <a:pt x="278547" y="292567"/>
                  </a:lnTo>
                  <a:lnTo>
                    <a:pt x="257618" y="293684"/>
                  </a:lnTo>
                  <a:lnTo>
                    <a:pt x="246713" y="301372"/>
                  </a:lnTo>
                  <a:lnTo>
                    <a:pt x="231338" y="301372"/>
                  </a:lnTo>
                  <a:lnTo>
                    <a:pt x="219078" y="296969"/>
                  </a:lnTo>
                  <a:lnTo>
                    <a:pt x="190563" y="300627"/>
                  </a:lnTo>
                  <a:lnTo>
                    <a:pt x="179557" y="327008"/>
                  </a:lnTo>
                  <a:lnTo>
                    <a:pt x="168957" y="329481"/>
                  </a:lnTo>
                  <a:lnTo>
                    <a:pt x="153040" y="372185"/>
                  </a:lnTo>
                  <a:lnTo>
                    <a:pt x="105966" y="408727"/>
                  </a:lnTo>
                  <a:lnTo>
                    <a:pt x="94791" y="455495"/>
                  </a:lnTo>
                  <a:lnTo>
                    <a:pt x="80906" y="470701"/>
                  </a:lnTo>
                  <a:lnTo>
                    <a:pt x="76841" y="482893"/>
                  </a:lnTo>
                  <a:lnTo>
                    <a:pt x="576" y="485602"/>
                  </a:lnTo>
                  <a:lnTo>
                    <a:pt x="0" y="485568"/>
                  </a:lnTo>
                  <a:lnTo>
                    <a:pt x="1592" y="469854"/>
                  </a:lnTo>
                  <a:lnTo>
                    <a:pt x="14596" y="460643"/>
                  </a:lnTo>
                  <a:lnTo>
                    <a:pt x="25671" y="442999"/>
                  </a:lnTo>
                  <a:lnTo>
                    <a:pt x="23503" y="431518"/>
                  </a:lnTo>
                  <a:lnTo>
                    <a:pt x="35119" y="407643"/>
                  </a:lnTo>
                  <a:lnTo>
                    <a:pt x="53982" y="386104"/>
                  </a:lnTo>
                  <a:lnTo>
                    <a:pt x="65395" y="380652"/>
                  </a:lnTo>
                  <a:lnTo>
                    <a:pt x="74336" y="360874"/>
                  </a:lnTo>
                  <a:lnTo>
                    <a:pt x="75149" y="342857"/>
                  </a:lnTo>
                  <a:lnTo>
                    <a:pt x="87374" y="321928"/>
                  </a:lnTo>
                  <a:lnTo>
                    <a:pt x="109929" y="309567"/>
                  </a:lnTo>
                  <a:lnTo>
                    <a:pt x="131400" y="274990"/>
                  </a:lnTo>
                  <a:lnTo>
                    <a:pt x="132009" y="274516"/>
                  </a:lnTo>
                  <a:lnTo>
                    <a:pt x="149044" y="261512"/>
                  </a:lnTo>
                  <a:lnTo>
                    <a:pt x="180539" y="257753"/>
                  </a:lnTo>
                  <a:lnTo>
                    <a:pt x="207225" y="234622"/>
                  </a:lnTo>
                  <a:lnTo>
                    <a:pt x="224192" y="225580"/>
                  </a:lnTo>
                  <a:lnTo>
                    <a:pt x="252470" y="197302"/>
                  </a:lnTo>
                  <a:lnTo>
                    <a:pt x="244003" y="155173"/>
                  </a:lnTo>
                  <a:lnTo>
                    <a:pt x="256872" y="126049"/>
                  </a:lnTo>
                  <a:lnTo>
                    <a:pt x="261411" y="108201"/>
                  </a:lnTo>
                  <a:lnTo>
                    <a:pt x="283220" y="85342"/>
                  </a:lnTo>
                  <a:lnTo>
                    <a:pt x="317187" y="69865"/>
                  </a:lnTo>
                  <a:lnTo>
                    <a:pt x="342282" y="55879"/>
                  </a:lnTo>
                  <a:lnTo>
                    <a:pt x="364938" y="20794"/>
                  </a:lnTo>
                  <a:lnTo>
                    <a:pt x="375572" y="0"/>
                  </a:lnTo>
                  <a:lnTo>
                    <a:pt x="400497" y="169"/>
                  </a:lnTo>
                  <a:lnTo>
                    <a:pt x="420918" y="14528"/>
                  </a:lnTo>
                  <a:lnTo>
                    <a:pt x="453125" y="12192"/>
                  </a:lnTo>
                  <a:lnTo>
                    <a:pt x="488210" y="19676"/>
                  </a:lnTo>
                  <a:lnTo>
                    <a:pt x="502908" y="2004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7" name="Forma libre: forma 166">
              <a:extLst>
                <a:ext uri="{FF2B5EF4-FFF2-40B4-BE49-F238E27FC236}">
                  <a16:creationId xmlns:a16="http://schemas.microsoft.com/office/drawing/2014/main" id="{137AF757-0D74-78FE-FB83-9D4A2FFA5A2B}"/>
                </a:ext>
              </a:extLst>
            </p:cNvPr>
            <p:cNvSpPr/>
            <p:nvPr/>
          </p:nvSpPr>
          <p:spPr>
            <a:xfrm>
              <a:off x="6932333" y="2359314"/>
              <a:ext cx="412011" cy="324637"/>
            </a:xfrm>
            <a:custGeom>
              <a:avLst/>
              <a:gdLst>
                <a:gd name="csX0" fmla="*/ 412012 w 412011"/>
                <a:gd name="csY0" fmla="*/ 324638 h 324637"/>
                <a:gd name="csX1" fmla="*/ 277700 w 412011"/>
                <a:gd name="csY1" fmla="*/ 324638 h 324637"/>
                <a:gd name="csX2" fmla="*/ 146301 w 412011"/>
                <a:gd name="csY2" fmla="*/ 324638 h 324637"/>
                <a:gd name="csX3" fmla="*/ 10160 w 412011"/>
                <a:gd name="csY3" fmla="*/ 324638 h 324637"/>
                <a:gd name="csX4" fmla="*/ 10160 w 412011"/>
                <a:gd name="csY4" fmla="*/ 199910 h 324637"/>
                <a:gd name="csX5" fmla="*/ 10160 w 412011"/>
                <a:gd name="csY5" fmla="*/ 79483 h 324637"/>
                <a:gd name="csX6" fmla="*/ 0 w 412011"/>
                <a:gd name="csY6" fmla="*/ 52221 h 324637"/>
                <a:gd name="csX7" fmla="*/ 8737 w 412011"/>
                <a:gd name="csY7" fmla="*/ 31292 h 324637"/>
                <a:gd name="csX8" fmla="*/ 3488 w 412011"/>
                <a:gd name="csY8" fmla="*/ 16831 h 324637"/>
                <a:gd name="csX9" fmla="*/ 15747 w 412011"/>
                <a:gd name="csY9" fmla="*/ 576 h 324637"/>
                <a:gd name="csX10" fmla="*/ 60789 w 412011"/>
                <a:gd name="csY10" fmla="*/ 0 h 324637"/>
                <a:gd name="csX11" fmla="*/ 93402 w 412011"/>
                <a:gd name="csY11" fmla="*/ 8974 h 324637"/>
                <a:gd name="csX12" fmla="*/ 126997 w 412011"/>
                <a:gd name="csY12" fmla="*/ 18965 h 324637"/>
                <a:gd name="csX13" fmla="*/ 142711 w 412011"/>
                <a:gd name="csY13" fmla="*/ 24248 h 324637"/>
                <a:gd name="csX14" fmla="*/ 168753 w 412011"/>
                <a:gd name="csY14" fmla="*/ 13512 h 324637"/>
                <a:gd name="csX15" fmla="*/ 182706 w 412011"/>
                <a:gd name="csY15" fmla="*/ 3827 h 324637"/>
                <a:gd name="csX16" fmla="*/ 212576 w 412011"/>
                <a:gd name="csY16" fmla="*/ 1016 h 324637"/>
                <a:gd name="csX17" fmla="*/ 236655 w 412011"/>
                <a:gd name="csY17" fmla="*/ 5283 h 324637"/>
                <a:gd name="csX18" fmla="*/ 245866 w 412011"/>
                <a:gd name="csY18" fmla="*/ 22081 h 324637"/>
                <a:gd name="csX19" fmla="*/ 253723 w 412011"/>
                <a:gd name="csY19" fmla="*/ 11040 h 324637"/>
                <a:gd name="csX20" fmla="*/ 280883 w 412011"/>
                <a:gd name="csY20" fmla="*/ 19033 h 324637"/>
                <a:gd name="csX21" fmla="*/ 307265 w 412011"/>
                <a:gd name="csY21" fmla="*/ 20963 h 324637"/>
                <a:gd name="csX22" fmla="*/ 323927 w 412011"/>
                <a:gd name="csY22" fmla="*/ 12429 h 324637"/>
                <a:gd name="csX23" fmla="*/ 323927 w 412011"/>
                <a:gd name="csY23" fmla="*/ 12429 h 324637"/>
                <a:gd name="csX24" fmla="*/ 342824 w 412011"/>
                <a:gd name="csY24" fmla="*/ 61805 h 324637"/>
                <a:gd name="csX25" fmla="*/ 346211 w 412011"/>
                <a:gd name="csY25" fmla="*/ 70610 h 324637"/>
                <a:gd name="csX26" fmla="*/ 336694 w 412011"/>
                <a:gd name="csY26" fmla="*/ 84224 h 324637"/>
                <a:gd name="csX27" fmla="*/ 329413 w 412011"/>
                <a:gd name="csY27" fmla="*/ 109793 h 324637"/>
                <a:gd name="csX28" fmla="*/ 320201 w 412011"/>
                <a:gd name="csY28" fmla="*/ 127437 h 324637"/>
                <a:gd name="csX29" fmla="*/ 312277 w 412011"/>
                <a:gd name="csY29" fmla="*/ 133330 h 324637"/>
                <a:gd name="csX30" fmla="*/ 300999 w 412011"/>
                <a:gd name="csY30" fmla="*/ 122425 h 324637"/>
                <a:gd name="csX31" fmla="*/ 285726 w 412011"/>
                <a:gd name="csY31" fmla="*/ 107287 h 324637"/>
                <a:gd name="csX32" fmla="*/ 261546 w 412011"/>
                <a:gd name="csY32" fmla="*/ 58757 h 324637"/>
                <a:gd name="csX33" fmla="*/ 258058 w 412011"/>
                <a:gd name="csY33" fmla="*/ 61839 h 324637"/>
                <a:gd name="csX34" fmla="*/ 272112 w 412011"/>
                <a:gd name="csY34" fmla="*/ 97567 h 324637"/>
                <a:gd name="csX35" fmla="*/ 292906 w 412011"/>
                <a:gd name="csY35" fmla="*/ 131603 h 324637"/>
                <a:gd name="csX36" fmla="*/ 318508 w 412011"/>
                <a:gd name="csY36" fmla="*/ 184366 h 324637"/>
                <a:gd name="csX37" fmla="*/ 331005 w 412011"/>
                <a:gd name="csY37" fmla="*/ 202755 h 324637"/>
                <a:gd name="csX38" fmla="*/ 341876 w 412011"/>
                <a:gd name="csY38" fmla="*/ 221889 h 324637"/>
                <a:gd name="csX39" fmla="*/ 372253 w 412011"/>
                <a:gd name="csY39" fmla="*/ 259378 h 324637"/>
                <a:gd name="csX40" fmla="*/ 365548 w 412011"/>
                <a:gd name="csY40" fmla="*/ 265305 h 324637"/>
                <a:gd name="csX41" fmla="*/ 366632 w 412011"/>
                <a:gd name="csY41" fmla="*/ 287318 h 324637"/>
                <a:gd name="csX42" fmla="*/ 406085 w 412011"/>
                <a:gd name="csY42" fmla="*/ 317695 h 324637"/>
                <a:gd name="csX43" fmla="*/ 412012 w 412011"/>
                <a:gd name="csY43" fmla="*/ 324638 h 3246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412011" h="324637">
                  <a:moveTo>
                    <a:pt x="412012" y="324638"/>
                  </a:moveTo>
                  <a:lnTo>
                    <a:pt x="277700" y="324638"/>
                  </a:lnTo>
                  <a:lnTo>
                    <a:pt x="146301" y="324638"/>
                  </a:lnTo>
                  <a:lnTo>
                    <a:pt x="10160" y="324638"/>
                  </a:lnTo>
                  <a:lnTo>
                    <a:pt x="10160" y="199910"/>
                  </a:lnTo>
                  <a:lnTo>
                    <a:pt x="10160" y="79483"/>
                  </a:lnTo>
                  <a:lnTo>
                    <a:pt x="0" y="52221"/>
                  </a:lnTo>
                  <a:lnTo>
                    <a:pt x="8737" y="31292"/>
                  </a:lnTo>
                  <a:lnTo>
                    <a:pt x="3488" y="16831"/>
                  </a:lnTo>
                  <a:lnTo>
                    <a:pt x="15747" y="576"/>
                  </a:lnTo>
                  <a:lnTo>
                    <a:pt x="60789" y="0"/>
                  </a:lnTo>
                  <a:lnTo>
                    <a:pt x="93402" y="8974"/>
                  </a:lnTo>
                  <a:lnTo>
                    <a:pt x="126997" y="18965"/>
                  </a:lnTo>
                  <a:lnTo>
                    <a:pt x="142711" y="24248"/>
                  </a:lnTo>
                  <a:lnTo>
                    <a:pt x="168753" y="13512"/>
                  </a:lnTo>
                  <a:lnTo>
                    <a:pt x="182706" y="3827"/>
                  </a:lnTo>
                  <a:lnTo>
                    <a:pt x="212576" y="1016"/>
                  </a:lnTo>
                  <a:lnTo>
                    <a:pt x="236655" y="5283"/>
                  </a:lnTo>
                  <a:lnTo>
                    <a:pt x="245866" y="22081"/>
                  </a:lnTo>
                  <a:lnTo>
                    <a:pt x="253723" y="11040"/>
                  </a:lnTo>
                  <a:lnTo>
                    <a:pt x="280883" y="19033"/>
                  </a:lnTo>
                  <a:lnTo>
                    <a:pt x="307265" y="20963"/>
                  </a:lnTo>
                  <a:lnTo>
                    <a:pt x="323927" y="12429"/>
                  </a:lnTo>
                  <a:lnTo>
                    <a:pt x="323927" y="12429"/>
                  </a:lnTo>
                  <a:lnTo>
                    <a:pt x="342824" y="61805"/>
                  </a:lnTo>
                  <a:lnTo>
                    <a:pt x="346211" y="70610"/>
                  </a:lnTo>
                  <a:lnTo>
                    <a:pt x="336694" y="84224"/>
                  </a:lnTo>
                  <a:lnTo>
                    <a:pt x="329413" y="109793"/>
                  </a:lnTo>
                  <a:lnTo>
                    <a:pt x="320201" y="127437"/>
                  </a:lnTo>
                  <a:lnTo>
                    <a:pt x="312277" y="133330"/>
                  </a:lnTo>
                  <a:lnTo>
                    <a:pt x="300999" y="122425"/>
                  </a:lnTo>
                  <a:lnTo>
                    <a:pt x="285726" y="107287"/>
                  </a:lnTo>
                  <a:lnTo>
                    <a:pt x="261546" y="58757"/>
                  </a:lnTo>
                  <a:lnTo>
                    <a:pt x="258058" y="61839"/>
                  </a:lnTo>
                  <a:lnTo>
                    <a:pt x="272112" y="97567"/>
                  </a:lnTo>
                  <a:lnTo>
                    <a:pt x="292906" y="131603"/>
                  </a:lnTo>
                  <a:lnTo>
                    <a:pt x="318508" y="184366"/>
                  </a:lnTo>
                  <a:lnTo>
                    <a:pt x="331005" y="202755"/>
                  </a:lnTo>
                  <a:lnTo>
                    <a:pt x="341876" y="221889"/>
                  </a:lnTo>
                  <a:lnTo>
                    <a:pt x="372253" y="259378"/>
                  </a:lnTo>
                  <a:lnTo>
                    <a:pt x="365548" y="265305"/>
                  </a:lnTo>
                  <a:lnTo>
                    <a:pt x="366632" y="287318"/>
                  </a:lnTo>
                  <a:lnTo>
                    <a:pt x="406085" y="317695"/>
                  </a:lnTo>
                  <a:lnTo>
                    <a:pt x="412012" y="32463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8" name="Forma libre: forma 167">
              <a:extLst>
                <a:ext uri="{FF2B5EF4-FFF2-40B4-BE49-F238E27FC236}">
                  <a16:creationId xmlns:a16="http://schemas.microsoft.com/office/drawing/2014/main" id="{241C8DD9-FF80-D5A8-CFB5-2AAA5606DE8B}"/>
                </a:ext>
              </a:extLst>
            </p:cNvPr>
            <p:cNvSpPr/>
            <p:nvPr/>
          </p:nvSpPr>
          <p:spPr>
            <a:xfrm>
              <a:off x="6411443" y="2306788"/>
              <a:ext cx="536637" cy="459118"/>
            </a:xfrm>
            <a:custGeom>
              <a:avLst/>
              <a:gdLst>
                <a:gd name="csX0" fmla="*/ 531050 w 536637"/>
                <a:gd name="csY0" fmla="*/ 377164 h 459118"/>
                <a:gd name="csX1" fmla="*/ 531050 w 536637"/>
                <a:gd name="csY1" fmla="*/ 444794 h 459118"/>
                <a:gd name="csX2" fmla="*/ 492104 w 536637"/>
                <a:gd name="csY2" fmla="*/ 444895 h 459118"/>
                <a:gd name="csX3" fmla="*/ 491698 w 536637"/>
                <a:gd name="csY3" fmla="*/ 459119 h 459118"/>
                <a:gd name="csX4" fmla="*/ 356607 w 536637"/>
                <a:gd name="csY4" fmla="*/ 394266 h 459118"/>
                <a:gd name="csX5" fmla="*/ 221550 w 536637"/>
                <a:gd name="csY5" fmla="*/ 329413 h 459118"/>
                <a:gd name="csX6" fmla="*/ 187346 w 536637"/>
                <a:gd name="csY6" fmla="*/ 347938 h 459118"/>
                <a:gd name="csX7" fmla="*/ 163402 w 536637"/>
                <a:gd name="csY7" fmla="*/ 360536 h 459118"/>
                <a:gd name="csX8" fmla="*/ 144336 w 536637"/>
                <a:gd name="csY8" fmla="*/ 341909 h 459118"/>
                <a:gd name="csX9" fmla="*/ 90794 w 536637"/>
                <a:gd name="csY9" fmla="*/ 327313 h 459118"/>
                <a:gd name="csX10" fmla="*/ 75927 w 536637"/>
                <a:gd name="csY10" fmla="*/ 306113 h 459118"/>
                <a:gd name="csX11" fmla="*/ 49173 w 536637"/>
                <a:gd name="csY11" fmla="*/ 290365 h 459118"/>
                <a:gd name="csX12" fmla="*/ 33358 w 536637"/>
                <a:gd name="csY12" fmla="*/ 296597 h 459118"/>
                <a:gd name="csX13" fmla="*/ 21302 w 536637"/>
                <a:gd name="csY13" fmla="*/ 277700 h 459118"/>
                <a:gd name="csX14" fmla="*/ 20048 w 536637"/>
                <a:gd name="csY14" fmla="*/ 263205 h 459118"/>
                <a:gd name="csX15" fmla="*/ 0 w 536637"/>
                <a:gd name="csY15" fmla="*/ 238517 h 459118"/>
                <a:gd name="csX16" fmla="*/ 13445 w 536637"/>
                <a:gd name="csY16" fmla="*/ 224361 h 459118"/>
                <a:gd name="csX17" fmla="*/ 10498 w 536637"/>
                <a:gd name="csY17" fmla="*/ 203060 h 459118"/>
                <a:gd name="csX18" fmla="*/ 14799 w 536637"/>
                <a:gd name="csY18" fmla="*/ 184535 h 459118"/>
                <a:gd name="csX19" fmla="*/ 12361 w 536637"/>
                <a:gd name="csY19" fmla="*/ 169092 h 459118"/>
                <a:gd name="csX20" fmla="*/ 18321 w 536637"/>
                <a:gd name="csY20" fmla="*/ 141458 h 459118"/>
                <a:gd name="csX21" fmla="*/ 16493 w 536637"/>
                <a:gd name="csY21" fmla="*/ 125710 h 459118"/>
                <a:gd name="csX22" fmla="*/ 5520 w 536637"/>
                <a:gd name="csY22" fmla="*/ 95806 h 459118"/>
                <a:gd name="csX23" fmla="*/ 22047 w 536637"/>
                <a:gd name="csY23" fmla="*/ 87983 h 459118"/>
                <a:gd name="csX24" fmla="*/ 24993 w 536637"/>
                <a:gd name="csY24" fmla="*/ 73658 h 459118"/>
                <a:gd name="csX25" fmla="*/ 21369 w 536637"/>
                <a:gd name="csY25" fmla="*/ 59638 h 459118"/>
                <a:gd name="csX26" fmla="*/ 44635 w 536637"/>
                <a:gd name="csY26" fmla="*/ 46599 h 459118"/>
                <a:gd name="csX27" fmla="*/ 55066 w 536637"/>
                <a:gd name="csY27" fmla="*/ 35728 h 459118"/>
                <a:gd name="csX28" fmla="*/ 71559 w 536637"/>
                <a:gd name="csY28" fmla="*/ 26009 h 459118"/>
                <a:gd name="csX29" fmla="*/ 73489 w 536637"/>
                <a:gd name="csY29" fmla="*/ 0 h 459118"/>
                <a:gd name="csX30" fmla="*/ 113247 w 536637"/>
                <a:gd name="csY30" fmla="*/ 11650 h 459118"/>
                <a:gd name="csX31" fmla="*/ 127471 w 536637"/>
                <a:gd name="csY31" fmla="*/ 8737 h 459118"/>
                <a:gd name="csX32" fmla="*/ 155783 w 536637"/>
                <a:gd name="csY32" fmla="*/ 14393 h 459118"/>
                <a:gd name="csX33" fmla="*/ 200723 w 536637"/>
                <a:gd name="csY33" fmla="*/ 29531 h 459118"/>
                <a:gd name="csX34" fmla="*/ 216572 w 536637"/>
                <a:gd name="csY34" fmla="*/ 59638 h 459118"/>
                <a:gd name="csX35" fmla="*/ 246983 w 536637"/>
                <a:gd name="csY35" fmla="*/ 66208 h 459118"/>
                <a:gd name="csX36" fmla="*/ 294700 w 536637"/>
                <a:gd name="csY36" fmla="*/ 80364 h 459118"/>
                <a:gd name="csX37" fmla="*/ 330767 w 536637"/>
                <a:gd name="csY37" fmla="*/ 97229 h 459118"/>
                <a:gd name="csX38" fmla="*/ 347294 w 536637"/>
                <a:gd name="csY38" fmla="*/ 88424 h 459118"/>
                <a:gd name="csX39" fmla="*/ 363516 w 536637"/>
                <a:gd name="csY39" fmla="*/ 72845 h 459118"/>
                <a:gd name="csX40" fmla="*/ 355625 w 536637"/>
                <a:gd name="csY40" fmla="*/ 46904 h 459118"/>
                <a:gd name="csX41" fmla="*/ 366259 w 536637"/>
                <a:gd name="csY41" fmla="*/ 30445 h 459118"/>
                <a:gd name="csX42" fmla="*/ 390676 w 536637"/>
                <a:gd name="csY42" fmla="*/ 14562 h 459118"/>
                <a:gd name="csX43" fmla="*/ 413976 w 536637"/>
                <a:gd name="csY43" fmla="*/ 9957 h 459118"/>
                <a:gd name="csX44" fmla="*/ 459796 w 536637"/>
                <a:gd name="csY44" fmla="*/ 16865 h 459118"/>
                <a:gd name="csX45" fmla="*/ 471344 w 536637"/>
                <a:gd name="csY45" fmla="*/ 32037 h 459118"/>
                <a:gd name="csX46" fmla="*/ 483942 w 536637"/>
                <a:gd name="csY46" fmla="*/ 32173 h 459118"/>
                <a:gd name="csX47" fmla="*/ 494746 w 536637"/>
                <a:gd name="csY47" fmla="*/ 37930 h 459118"/>
                <a:gd name="csX48" fmla="*/ 528375 w 536637"/>
                <a:gd name="csY48" fmla="*/ 41926 h 459118"/>
                <a:gd name="csX49" fmla="*/ 536638 w 536637"/>
                <a:gd name="csY49" fmla="*/ 53102 h 459118"/>
                <a:gd name="csX50" fmla="*/ 524378 w 536637"/>
                <a:gd name="csY50" fmla="*/ 69357 h 459118"/>
                <a:gd name="csX51" fmla="*/ 529627 w 536637"/>
                <a:gd name="csY51" fmla="*/ 83818 h 459118"/>
                <a:gd name="csX52" fmla="*/ 520890 w 536637"/>
                <a:gd name="csY52" fmla="*/ 104747 h 459118"/>
                <a:gd name="csX53" fmla="*/ 531050 w 536637"/>
                <a:gd name="csY53" fmla="*/ 132009 h 459118"/>
                <a:gd name="csX54" fmla="*/ 531050 w 536637"/>
                <a:gd name="csY54" fmla="*/ 252436 h 459118"/>
                <a:gd name="csX55" fmla="*/ 531050 w 536637"/>
                <a:gd name="csY55" fmla="*/ 377164 h 4591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</a:cxnLst>
              <a:rect l="l" t="t" r="r" b="b"/>
              <a:pathLst>
                <a:path w="536637" h="459118">
                  <a:moveTo>
                    <a:pt x="531050" y="377164"/>
                  </a:moveTo>
                  <a:lnTo>
                    <a:pt x="531050" y="444794"/>
                  </a:lnTo>
                  <a:lnTo>
                    <a:pt x="492104" y="444895"/>
                  </a:lnTo>
                  <a:lnTo>
                    <a:pt x="491698" y="459119"/>
                  </a:lnTo>
                  <a:lnTo>
                    <a:pt x="356607" y="394266"/>
                  </a:lnTo>
                  <a:lnTo>
                    <a:pt x="221550" y="329413"/>
                  </a:lnTo>
                  <a:lnTo>
                    <a:pt x="187346" y="347938"/>
                  </a:lnTo>
                  <a:lnTo>
                    <a:pt x="163402" y="360536"/>
                  </a:lnTo>
                  <a:lnTo>
                    <a:pt x="144336" y="341909"/>
                  </a:lnTo>
                  <a:lnTo>
                    <a:pt x="90794" y="327313"/>
                  </a:lnTo>
                  <a:lnTo>
                    <a:pt x="75927" y="306113"/>
                  </a:lnTo>
                  <a:lnTo>
                    <a:pt x="49173" y="290365"/>
                  </a:lnTo>
                  <a:lnTo>
                    <a:pt x="33358" y="296597"/>
                  </a:lnTo>
                  <a:lnTo>
                    <a:pt x="21302" y="277700"/>
                  </a:lnTo>
                  <a:lnTo>
                    <a:pt x="20048" y="263205"/>
                  </a:lnTo>
                  <a:lnTo>
                    <a:pt x="0" y="238517"/>
                  </a:lnTo>
                  <a:lnTo>
                    <a:pt x="13445" y="224361"/>
                  </a:lnTo>
                  <a:lnTo>
                    <a:pt x="10498" y="203060"/>
                  </a:lnTo>
                  <a:lnTo>
                    <a:pt x="14799" y="184535"/>
                  </a:lnTo>
                  <a:lnTo>
                    <a:pt x="12361" y="169092"/>
                  </a:lnTo>
                  <a:lnTo>
                    <a:pt x="18321" y="141458"/>
                  </a:lnTo>
                  <a:lnTo>
                    <a:pt x="16493" y="125710"/>
                  </a:lnTo>
                  <a:lnTo>
                    <a:pt x="5520" y="95806"/>
                  </a:lnTo>
                  <a:lnTo>
                    <a:pt x="22047" y="87983"/>
                  </a:lnTo>
                  <a:lnTo>
                    <a:pt x="24993" y="73658"/>
                  </a:lnTo>
                  <a:lnTo>
                    <a:pt x="21369" y="59638"/>
                  </a:lnTo>
                  <a:lnTo>
                    <a:pt x="44635" y="46599"/>
                  </a:lnTo>
                  <a:lnTo>
                    <a:pt x="55066" y="35728"/>
                  </a:lnTo>
                  <a:lnTo>
                    <a:pt x="71559" y="26009"/>
                  </a:lnTo>
                  <a:lnTo>
                    <a:pt x="73489" y="0"/>
                  </a:lnTo>
                  <a:lnTo>
                    <a:pt x="113247" y="11650"/>
                  </a:lnTo>
                  <a:lnTo>
                    <a:pt x="127471" y="8737"/>
                  </a:lnTo>
                  <a:lnTo>
                    <a:pt x="155783" y="14393"/>
                  </a:lnTo>
                  <a:lnTo>
                    <a:pt x="200723" y="29531"/>
                  </a:lnTo>
                  <a:lnTo>
                    <a:pt x="216572" y="59638"/>
                  </a:lnTo>
                  <a:lnTo>
                    <a:pt x="246983" y="66208"/>
                  </a:lnTo>
                  <a:lnTo>
                    <a:pt x="294700" y="80364"/>
                  </a:lnTo>
                  <a:lnTo>
                    <a:pt x="330767" y="97229"/>
                  </a:lnTo>
                  <a:lnTo>
                    <a:pt x="347294" y="88424"/>
                  </a:lnTo>
                  <a:lnTo>
                    <a:pt x="363516" y="72845"/>
                  </a:lnTo>
                  <a:lnTo>
                    <a:pt x="355625" y="46904"/>
                  </a:lnTo>
                  <a:lnTo>
                    <a:pt x="366259" y="30445"/>
                  </a:lnTo>
                  <a:lnTo>
                    <a:pt x="390676" y="14562"/>
                  </a:lnTo>
                  <a:lnTo>
                    <a:pt x="413976" y="9957"/>
                  </a:lnTo>
                  <a:lnTo>
                    <a:pt x="459796" y="16865"/>
                  </a:lnTo>
                  <a:lnTo>
                    <a:pt x="471344" y="32037"/>
                  </a:lnTo>
                  <a:lnTo>
                    <a:pt x="483942" y="32173"/>
                  </a:lnTo>
                  <a:lnTo>
                    <a:pt x="494746" y="37930"/>
                  </a:lnTo>
                  <a:lnTo>
                    <a:pt x="528375" y="41926"/>
                  </a:lnTo>
                  <a:lnTo>
                    <a:pt x="536638" y="53102"/>
                  </a:lnTo>
                  <a:lnTo>
                    <a:pt x="524378" y="69357"/>
                  </a:lnTo>
                  <a:lnTo>
                    <a:pt x="529627" y="83818"/>
                  </a:lnTo>
                  <a:lnTo>
                    <a:pt x="520890" y="104747"/>
                  </a:lnTo>
                  <a:lnTo>
                    <a:pt x="531050" y="132009"/>
                  </a:lnTo>
                  <a:lnTo>
                    <a:pt x="531050" y="252436"/>
                  </a:lnTo>
                  <a:lnTo>
                    <a:pt x="531050" y="37716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9" name="Forma libre: forma 168">
              <a:extLst>
                <a:ext uri="{FF2B5EF4-FFF2-40B4-BE49-F238E27FC236}">
                  <a16:creationId xmlns:a16="http://schemas.microsoft.com/office/drawing/2014/main" id="{20A837CB-F477-67DC-60D6-BB6D5BA5C2E8}"/>
                </a:ext>
              </a:extLst>
            </p:cNvPr>
            <p:cNvSpPr/>
            <p:nvPr/>
          </p:nvSpPr>
          <p:spPr>
            <a:xfrm>
              <a:off x="7211861" y="2922401"/>
              <a:ext cx="502399" cy="390710"/>
            </a:xfrm>
            <a:custGeom>
              <a:avLst/>
              <a:gdLst>
                <a:gd name="csX0" fmla="*/ 502400 w 502399"/>
                <a:gd name="csY0" fmla="*/ 235571 h 390710"/>
                <a:gd name="csX1" fmla="*/ 406729 w 502399"/>
                <a:gd name="csY1" fmla="*/ 337202 h 390710"/>
                <a:gd name="csX2" fmla="*/ 362601 w 502399"/>
                <a:gd name="csY2" fmla="*/ 338692 h 390710"/>
                <a:gd name="csX3" fmla="*/ 332427 w 502399"/>
                <a:gd name="csY3" fmla="*/ 362568 h 390710"/>
                <a:gd name="csX4" fmla="*/ 310719 w 502399"/>
                <a:gd name="csY4" fmla="*/ 363211 h 390710"/>
                <a:gd name="csX5" fmla="*/ 301440 w 502399"/>
                <a:gd name="csY5" fmla="*/ 373879 h 390710"/>
                <a:gd name="csX6" fmla="*/ 278309 w 502399"/>
                <a:gd name="csY6" fmla="*/ 373879 h 390710"/>
                <a:gd name="csX7" fmla="*/ 264628 w 502399"/>
                <a:gd name="csY7" fmla="*/ 362432 h 390710"/>
                <a:gd name="csX8" fmla="*/ 233708 w 502399"/>
                <a:gd name="csY8" fmla="*/ 376588 h 390710"/>
                <a:gd name="csX9" fmla="*/ 223684 w 502399"/>
                <a:gd name="csY9" fmla="*/ 390710 h 390710"/>
                <a:gd name="csX10" fmla="*/ 201129 w 502399"/>
                <a:gd name="csY10" fmla="*/ 388035 h 390710"/>
                <a:gd name="csX11" fmla="*/ 193611 w 502399"/>
                <a:gd name="csY11" fmla="*/ 384140 h 390710"/>
                <a:gd name="csX12" fmla="*/ 185686 w 502399"/>
                <a:gd name="csY12" fmla="*/ 385055 h 390710"/>
                <a:gd name="csX13" fmla="*/ 174985 w 502399"/>
                <a:gd name="csY13" fmla="*/ 384716 h 390710"/>
                <a:gd name="csX14" fmla="*/ 132111 w 502399"/>
                <a:gd name="csY14" fmla="*/ 355964 h 390710"/>
                <a:gd name="csX15" fmla="*/ 108540 w 502399"/>
                <a:gd name="csY15" fmla="*/ 355964 h 390710"/>
                <a:gd name="csX16" fmla="*/ 96958 w 502399"/>
                <a:gd name="csY16" fmla="*/ 344822 h 390710"/>
                <a:gd name="csX17" fmla="*/ 96958 w 502399"/>
                <a:gd name="csY17" fmla="*/ 325823 h 390710"/>
                <a:gd name="csX18" fmla="*/ 79382 w 502399"/>
                <a:gd name="csY18" fmla="*/ 320134 h 390710"/>
                <a:gd name="csX19" fmla="*/ 59367 w 502399"/>
                <a:gd name="csY19" fmla="*/ 283288 h 390710"/>
                <a:gd name="csX20" fmla="*/ 43890 w 502399"/>
                <a:gd name="csY20" fmla="*/ 275431 h 390710"/>
                <a:gd name="csX21" fmla="*/ 37964 w 502399"/>
                <a:gd name="csY21" fmla="*/ 261884 h 390710"/>
                <a:gd name="csX22" fmla="*/ 20794 w 502399"/>
                <a:gd name="csY22" fmla="*/ 245392 h 390710"/>
                <a:gd name="csX23" fmla="*/ 0 w 502399"/>
                <a:gd name="csY23" fmla="*/ 242953 h 390710"/>
                <a:gd name="csX24" fmla="*/ 11548 w 502399"/>
                <a:gd name="csY24" fmla="*/ 223650 h 390710"/>
                <a:gd name="csX25" fmla="*/ 29531 w 502399"/>
                <a:gd name="csY25" fmla="*/ 222837 h 390710"/>
                <a:gd name="csX26" fmla="*/ 34577 w 502399"/>
                <a:gd name="csY26" fmla="*/ 212474 h 390710"/>
                <a:gd name="csX27" fmla="*/ 34137 w 502399"/>
                <a:gd name="csY27" fmla="*/ 182029 h 390710"/>
                <a:gd name="csX28" fmla="*/ 44127 w 502399"/>
                <a:gd name="csY28" fmla="*/ 146605 h 390710"/>
                <a:gd name="csX29" fmla="*/ 60180 w 502399"/>
                <a:gd name="csY29" fmla="*/ 137123 h 390710"/>
                <a:gd name="csX30" fmla="*/ 63600 w 502399"/>
                <a:gd name="csY30" fmla="*/ 123272 h 390710"/>
                <a:gd name="csX31" fmla="*/ 78095 w 502399"/>
                <a:gd name="csY31" fmla="*/ 97398 h 390710"/>
                <a:gd name="csX32" fmla="*/ 98550 w 502399"/>
                <a:gd name="csY32" fmla="*/ 80634 h 390710"/>
                <a:gd name="csX33" fmla="*/ 112299 w 502399"/>
                <a:gd name="csY33" fmla="*/ 47277 h 390710"/>
                <a:gd name="csX34" fmla="*/ 117718 w 502399"/>
                <a:gd name="csY34" fmla="*/ 18186 h 390710"/>
                <a:gd name="csX35" fmla="*/ 157137 w 502399"/>
                <a:gd name="csY35" fmla="*/ 25264 h 390710"/>
                <a:gd name="csX36" fmla="*/ 167704 w 502399"/>
                <a:gd name="csY36" fmla="*/ 0 h 390710"/>
                <a:gd name="csX37" fmla="*/ 188260 w 502399"/>
                <a:gd name="csY37" fmla="*/ 15375 h 390710"/>
                <a:gd name="csX38" fmla="*/ 208106 w 502399"/>
                <a:gd name="csY38" fmla="*/ 7383 h 390710"/>
                <a:gd name="csX39" fmla="*/ 216301 w 502399"/>
                <a:gd name="csY39" fmla="*/ 14461 h 390710"/>
                <a:gd name="csX40" fmla="*/ 239499 w 502399"/>
                <a:gd name="csY40" fmla="*/ 14867 h 390710"/>
                <a:gd name="csX41" fmla="*/ 268997 w 502399"/>
                <a:gd name="csY41" fmla="*/ 28447 h 390710"/>
                <a:gd name="csX42" fmla="*/ 277734 w 502399"/>
                <a:gd name="csY42" fmla="*/ 40165 h 390710"/>
                <a:gd name="csX43" fmla="*/ 292770 w 502399"/>
                <a:gd name="csY43" fmla="*/ 51036 h 390710"/>
                <a:gd name="csX44" fmla="*/ 306689 w 502399"/>
                <a:gd name="csY44" fmla="*/ 70881 h 390710"/>
                <a:gd name="csX45" fmla="*/ 318271 w 502399"/>
                <a:gd name="csY45" fmla="*/ 81854 h 390710"/>
                <a:gd name="csX46" fmla="*/ 306350 w 502399"/>
                <a:gd name="csY46" fmla="*/ 96822 h 390710"/>
                <a:gd name="csX47" fmla="*/ 294904 w 502399"/>
                <a:gd name="csY47" fmla="*/ 112706 h 390710"/>
                <a:gd name="csX48" fmla="*/ 297545 w 502399"/>
                <a:gd name="csY48" fmla="*/ 122052 h 390710"/>
                <a:gd name="csX49" fmla="*/ 298087 w 502399"/>
                <a:gd name="csY49" fmla="*/ 132348 h 390710"/>
                <a:gd name="csX50" fmla="*/ 316984 w 502399"/>
                <a:gd name="csY50" fmla="*/ 132923 h 390710"/>
                <a:gd name="csX51" fmla="*/ 325146 w 502399"/>
                <a:gd name="csY51" fmla="*/ 130519 h 390710"/>
                <a:gd name="csX52" fmla="*/ 332664 w 502399"/>
                <a:gd name="csY52" fmla="*/ 136547 h 390710"/>
                <a:gd name="csX53" fmla="*/ 325282 w 502399"/>
                <a:gd name="csY53" fmla="*/ 148536 h 390710"/>
                <a:gd name="csX54" fmla="*/ 337778 w 502399"/>
                <a:gd name="csY54" fmla="*/ 167195 h 390710"/>
                <a:gd name="csX55" fmla="*/ 350274 w 502399"/>
                <a:gd name="csY55" fmla="*/ 183519 h 390710"/>
                <a:gd name="csX56" fmla="*/ 363211 w 502399"/>
                <a:gd name="csY56" fmla="*/ 195575 h 390710"/>
                <a:gd name="csX57" fmla="*/ 473918 w 502399"/>
                <a:gd name="csY57" fmla="*/ 235774 h 390710"/>
                <a:gd name="csX58" fmla="*/ 502400 w 502399"/>
                <a:gd name="csY58" fmla="*/ 235571 h 390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</a:cxnLst>
              <a:rect l="l" t="t" r="r" b="b"/>
              <a:pathLst>
                <a:path w="502399" h="390710">
                  <a:moveTo>
                    <a:pt x="502400" y="235571"/>
                  </a:moveTo>
                  <a:lnTo>
                    <a:pt x="406729" y="337202"/>
                  </a:lnTo>
                  <a:lnTo>
                    <a:pt x="362601" y="338692"/>
                  </a:lnTo>
                  <a:lnTo>
                    <a:pt x="332427" y="362568"/>
                  </a:lnTo>
                  <a:lnTo>
                    <a:pt x="310719" y="363211"/>
                  </a:lnTo>
                  <a:lnTo>
                    <a:pt x="301440" y="373879"/>
                  </a:lnTo>
                  <a:lnTo>
                    <a:pt x="278309" y="373879"/>
                  </a:lnTo>
                  <a:lnTo>
                    <a:pt x="264628" y="362432"/>
                  </a:lnTo>
                  <a:lnTo>
                    <a:pt x="233708" y="376588"/>
                  </a:lnTo>
                  <a:lnTo>
                    <a:pt x="223684" y="390710"/>
                  </a:lnTo>
                  <a:lnTo>
                    <a:pt x="201129" y="388035"/>
                  </a:lnTo>
                  <a:lnTo>
                    <a:pt x="193611" y="384140"/>
                  </a:lnTo>
                  <a:lnTo>
                    <a:pt x="185686" y="385055"/>
                  </a:lnTo>
                  <a:lnTo>
                    <a:pt x="174985" y="384716"/>
                  </a:lnTo>
                  <a:lnTo>
                    <a:pt x="132111" y="355964"/>
                  </a:lnTo>
                  <a:lnTo>
                    <a:pt x="108540" y="355964"/>
                  </a:lnTo>
                  <a:lnTo>
                    <a:pt x="96958" y="344822"/>
                  </a:lnTo>
                  <a:lnTo>
                    <a:pt x="96958" y="325823"/>
                  </a:lnTo>
                  <a:lnTo>
                    <a:pt x="79382" y="320134"/>
                  </a:lnTo>
                  <a:lnTo>
                    <a:pt x="59367" y="283288"/>
                  </a:lnTo>
                  <a:lnTo>
                    <a:pt x="43890" y="275431"/>
                  </a:lnTo>
                  <a:lnTo>
                    <a:pt x="37964" y="261884"/>
                  </a:lnTo>
                  <a:lnTo>
                    <a:pt x="20794" y="245392"/>
                  </a:lnTo>
                  <a:lnTo>
                    <a:pt x="0" y="242953"/>
                  </a:lnTo>
                  <a:lnTo>
                    <a:pt x="11548" y="223650"/>
                  </a:lnTo>
                  <a:lnTo>
                    <a:pt x="29531" y="222837"/>
                  </a:lnTo>
                  <a:lnTo>
                    <a:pt x="34577" y="212474"/>
                  </a:lnTo>
                  <a:lnTo>
                    <a:pt x="34137" y="182029"/>
                  </a:lnTo>
                  <a:lnTo>
                    <a:pt x="44127" y="146605"/>
                  </a:lnTo>
                  <a:lnTo>
                    <a:pt x="60180" y="137123"/>
                  </a:lnTo>
                  <a:lnTo>
                    <a:pt x="63600" y="123272"/>
                  </a:lnTo>
                  <a:lnTo>
                    <a:pt x="78095" y="97398"/>
                  </a:lnTo>
                  <a:lnTo>
                    <a:pt x="98550" y="80634"/>
                  </a:lnTo>
                  <a:lnTo>
                    <a:pt x="112299" y="47277"/>
                  </a:lnTo>
                  <a:lnTo>
                    <a:pt x="117718" y="18186"/>
                  </a:lnTo>
                  <a:lnTo>
                    <a:pt x="157137" y="25264"/>
                  </a:lnTo>
                  <a:lnTo>
                    <a:pt x="167704" y="0"/>
                  </a:lnTo>
                  <a:lnTo>
                    <a:pt x="188260" y="15375"/>
                  </a:lnTo>
                  <a:lnTo>
                    <a:pt x="208106" y="7383"/>
                  </a:lnTo>
                  <a:lnTo>
                    <a:pt x="216301" y="14461"/>
                  </a:lnTo>
                  <a:lnTo>
                    <a:pt x="239499" y="14867"/>
                  </a:lnTo>
                  <a:lnTo>
                    <a:pt x="268997" y="28447"/>
                  </a:lnTo>
                  <a:lnTo>
                    <a:pt x="277734" y="40165"/>
                  </a:lnTo>
                  <a:lnTo>
                    <a:pt x="292770" y="51036"/>
                  </a:lnTo>
                  <a:lnTo>
                    <a:pt x="306689" y="70881"/>
                  </a:lnTo>
                  <a:lnTo>
                    <a:pt x="318271" y="81854"/>
                  </a:lnTo>
                  <a:lnTo>
                    <a:pt x="306350" y="96822"/>
                  </a:lnTo>
                  <a:lnTo>
                    <a:pt x="294904" y="112706"/>
                  </a:lnTo>
                  <a:lnTo>
                    <a:pt x="297545" y="122052"/>
                  </a:lnTo>
                  <a:lnTo>
                    <a:pt x="298087" y="132348"/>
                  </a:lnTo>
                  <a:lnTo>
                    <a:pt x="316984" y="132923"/>
                  </a:lnTo>
                  <a:lnTo>
                    <a:pt x="325146" y="130519"/>
                  </a:lnTo>
                  <a:lnTo>
                    <a:pt x="332664" y="136547"/>
                  </a:lnTo>
                  <a:lnTo>
                    <a:pt x="325282" y="148536"/>
                  </a:lnTo>
                  <a:lnTo>
                    <a:pt x="337778" y="167195"/>
                  </a:lnTo>
                  <a:lnTo>
                    <a:pt x="350274" y="183519"/>
                  </a:lnTo>
                  <a:lnTo>
                    <a:pt x="363211" y="195575"/>
                  </a:lnTo>
                  <a:lnTo>
                    <a:pt x="473918" y="235774"/>
                  </a:lnTo>
                  <a:lnTo>
                    <a:pt x="502400" y="23557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0" name="Forma libre: forma 169">
              <a:extLst>
                <a:ext uri="{FF2B5EF4-FFF2-40B4-BE49-F238E27FC236}">
                  <a16:creationId xmlns:a16="http://schemas.microsoft.com/office/drawing/2014/main" id="{08A285EE-AE78-4E37-C720-7D6B7F686536}"/>
                </a:ext>
              </a:extLst>
            </p:cNvPr>
            <p:cNvSpPr/>
            <p:nvPr/>
          </p:nvSpPr>
          <p:spPr>
            <a:xfrm>
              <a:off x="7506765" y="2998904"/>
              <a:ext cx="56081" cy="60043"/>
            </a:xfrm>
            <a:custGeom>
              <a:avLst/>
              <a:gdLst>
                <a:gd name="csX0" fmla="*/ 23367 w 56081"/>
                <a:gd name="csY0" fmla="*/ 5351 h 60043"/>
                <a:gd name="csX1" fmla="*/ 37862 w 56081"/>
                <a:gd name="csY1" fmla="*/ 8297 h 60043"/>
                <a:gd name="csX2" fmla="*/ 48055 w 56081"/>
                <a:gd name="csY2" fmla="*/ 0 h 60043"/>
                <a:gd name="csX3" fmla="*/ 56081 w 56081"/>
                <a:gd name="csY3" fmla="*/ 10498 h 60043"/>
                <a:gd name="csX4" fmla="*/ 54998 w 56081"/>
                <a:gd name="csY4" fmla="*/ 24553 h 60043"/>
                <a:gd name="csX5" fmla="*/ 35695 w 56081"/>
                <a:gd name="csY5" fmla="*/ 32647 h 60043"/>
                <a:gd name="csX6" fmla="*/ 50223 w 56081"/>
                <a:gd name="csY6" fmla="*/ 41926 h 60043"/>
                <a:gd name="csX7" fmla="*/ 37760 w 56081"/>
                <a:gd name="csY7" fmla="*/ 60044 h 60043"/>
                <a:gd name="csX8" fmla="*/ 30242 w 56081"/>
                <a:gd name="csY8" fmla="*/ 54016 h 60043"/>
                <a:gd name="csX9" fmla="*/ 22080 w 56081"/>
                <a:gd name="csY9" fmla="*/ 56420 h 60043"/>
                <a:gd name="csX10" fmla="*/ 3183 w 56081"/>
                <a:gd name="csY10" fmla="*/ 55845 h 60043"/>
                <a:gd name="csX11" fmla="*/ 2642 w 56081"/>
                <a:gd name="csY11" fmla="*/ 45549 h 60043"/>
                <a:gd name="csX12" fmla="*/ 0 w 56081"/>
                <a:gd name="csY12" fmla="*/ 36203 h 60043"/>
                <a:gd name="csX13" fmla="*/ 11447 w 56081"/>
                <a:gd name="csY13" fmla="*/ 20319 h 60043"/>
                <a:gd name="csX14" fmla="*/ 23367 w 56081"/>
                <a:gd name="csY14" fmla="*/ 5351 h 600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6081" h="60043">
                  <a:moveTo>
                    <a:pt x="23367" y="5351"/>
                  </a:moveTo>
                  <a:lnTo>
                    <a:pt x="37862" y="8297"/>
                  </a:lnTo>
                  <a:lnTo>
                    <a:pt x="48055" y="0"/>
                  </a:lnTo>
                  <a:lnTo>
                    <a:pt x="56081" y="10498"/>
                  </a:lnTo>
                  <a:lnTo>
                    <a:pt x="54998" y="24553"/>
                  </a:lnTo>
                  <a:lnTo>
                    <a:pt x="35695" y="32647"/>
                  </a:lnTo>
                  <a:lnTo>
                    <a:pt x="50223" y="41926"/>
                  </a:lnTo>
                  <a:lnTo>
                    <a:pt x="37760" y="60044"/>
                  </a:lnTo>
                  <a:lnTo>
                    <a:pt x="30242" y="54016"/>
                  </a:lnTo>
                  <a:lnTo>
                    <a:pt x="22080" y="56420"/>
                  </a:lnTo>
                  <a:lnTo>
                    <a:pt x="3183" y="55845"/>
                  </a:lnTo>
                  <a:lnTo>
                    <a:pt x="2642" y="45549"/>
                  </a:lnTo>
                  <a:lnTo>
                    <a:pt x="0" y="36203"/>
                  </a:lnTo>
                  <a:lnTo>
                    <a:pt x="11447" y="20319"/>
                  </a:lnTo>
                  <a:lnTo>
                    <a:pt x="23367" y="5351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1" name="Forma libre: forma 170">
              <a:extLst>
                <a:ext uri="{FF2B5EF4-FFF2-40B4-BE49-F238E27FC236}">
                  <a16:creationId xmlns:a16="http://schemas.microsoft.com/office/drawing/2014/main" id="{E9680C99-5EB3-CE15-D9AE-FC22CE88FA4C}"/>
                </a:ext>
              </a:extLst>
            </p:cNvPr>
            <p:cNvSpPr/>
            <p:nvPr/>
          </p:nvSpPr>
          <p:spPr>
            <a:xfrm>
              <a:off x="7537143" y="3040830"/>
              <a:ext cx="216368" cy="117344"/>
            </a:xfrm>
            <a:custGeom>
              <a:avLst/>
              <a:gdLst>
                <a:gd name="csX0" fmla="*/ 216368 w 216368"/>
                <a:gd name="csY0" fmla="*/ 1727 h 117344"/>
                <a:gd name="csX1" fmla="*/ 216368 w 216368"/>
                <a:gd name="csY1" fmla="*/ 1727 h 117344"/>
                <a:gd name="csX2" fmla="*/ 216165 w 216368"/>
                <a:gd name="csY2" fmla="*/ 2303 h 117344"/>
                <a:gd name="csX3" fmla="*/ 216030 w 216368"/>
                <a:gd name="csY3" fmla="*/ 16255 h 117344"/>
                <a:gd name="csX4" fmla="*/ 216030 w 216368"/>
                <a:gd name="csY4" fmla="*/ 50392 h 117344"/>
                <a:gd name="csX5" fmla="*/ 216030 w 216368"/>
                <a:gd name="csY5" fmla="*/ 68070 h 117344"/>
                <a:gd name="csX6" fmla="*/ 200756 w 216368"/>
                <a:gd name="csY6" fmla="*/ 88864 h 117344"/>
                <a:gd name="csX7" fmla="*/ 177118 w 216368"/>
                <a:gd name="csY7" fmla="*/ 117142 h 117344"/>
                <a:gd name="csX8" fmla="*/ 148637 w 216368"/>
                <a:gd name="csY8" fmla="*/ 117345 h 117344"/>
                <a:gd name="csX9" fmla="*/ 37930 w 216368"/>
                <a:gd name="csY9" fmla="*/ 77146 h 117344"/>
                <a:gd name="csX10" fmla="*/ 24993 w 216368"/>
                <a:gd name="csY10" fmla="*/ 65090 h 117344"/>
                <a:gd name="csX11" fmla="*/ 12496 w 216368"/>
                <a:gd name="csY11" fmla="*/ 48767 h 117344"/>
                <a:gd name="csX12" fmla="*/ 0 w 216368"/>
                <a:gd name="csY12" fmla="*/ 30107 h 117344"/>
                <a:gd name="csX13" fmla="*/ 7382 w 216368"/>
                <a:gd name="csY13" fmla="*/ 18118 h 117344"/>
                <a:gd name="csX14" fmla="*/ 19845 w 216368"/>
                <a:gd name="csY14" fmla="*/ 0 h 117344"/>
                <a:gd name="csX15" fmla="*/ 30885 w 216368"/>
                <a:gd name="csY15" fmla="*/ 6231 h 117344"/>
                <a:gd name="csX16" fmla="*/ 37523 w 216368"/>
                <a:gd name="csY16" fmla="*/ 20252 h 117344"/>
                <a:gd name="csX17" fmla="*/ 52796 w 216368"/>
                <a:gd name="csY17" fmla="*/ 34408 h 117344"/>
                <a:gd name="csX18" fmla="*/ 69594 w 216368"/>
                <a:gd name="csY18" fmla="*/ 34543 h 117344"/>
                <a:gd name="csX19" fmla="*/ 101530 w 216368"/>
                <a:gd name="csY19" fmla="*/ 25873 h 117344"/>
                <a:gd name="csX20" fmla="*/ 138376 w 216368"/>
                <a:gd name="csY20" fmla="*/ 21843 h 117344"/>
                <a:gd name="csX21" fmla="*/ 168211 w 216368"/>
                <a:gd name="csY21" fmla="*/ 11345 h 117344"/>
                <a:gd name="csX22" fmla="*/ 185009 w 216368"/>
                <a:gd name="csY22" fmla="*/ 9110 h 117344"/>
                <a:gd name="csX23" fmla="*/ 197099 w 216368"/>
                <a:gd name="csY23" fmla="*/ 2946 h 117344"/>
                <a:gd name="csX24" fmla="*/ 216368 w 216368"/>
                <a:gd name="csY24" fmla="*/ 1727 h 117344"/>
                <a:gd name="csX25" fmla="*/ 216368 w 216368"/>
                <a:gd name="csY25" fmla="*/ 1727 h 1173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16368" h="117344">
                  <a:moveTo>
                    <a:pt x="216368" y="1727"/>
                  </a:moveTo>
                  <a:lnTo>
                    <a:pt x="216368" y="1727"/>
                  </a:lnTo>
                  <a:lnTo>
                    <a:pt x="216165" y="2303"/>
                  </a:lnTo>
                  <a:lnTo>
                    <a:pt x="216030" y="16255"/>
                  </a:lnTo>
                  <a:lnTo>
                    <a:pt x="216030" y="50392"/>
                  </a:lnTo>
                  <a:lnTo>
                    <a:pt x="216030" y="68070"/>
                  </a:lnTo>
                  <a:lnTo>
                    <a:pt x="200756" y="88864"/>
                  </a:lnTo>
                  <a:lnTo>
                    <a:pt x="177118" y="117142"/>
                  </a:lnTo>
                  <a:lnTo>
                    <a:pt x="148637" y="117345"/>
                  </a:lnTo>
                  <a:lnTo>
                    <a:pt x="37930" y="77146"/>
                  </a:lnTo>
                  <a:lnTo>
                    <a:pt x="24993" y="65090"/>
                  </a:lnTo>
                  <a:lnTo>
                    <a:pt x="12496" y="48767"/>
                  </a:lnTo>
                  <a:lnTo>
                    <a:pt x="0" y="30107"/>
                  </a:lnTo>
                  <a:lnTo>
                    <a:pt x="7382" y="18118"/>
                  </a:lnTo>
                  <a:lnTo>
                    <a:pt x="19845" y="0"/>
                  </a:lnTo>
                  <a:lnTo>
                    <a:pt x="30885" y="6231"/>
                  </a:lnTo>
                  <a:lnTo>
                    <a:pt x="37523" y="20252"/>
                  </a:lnTo>
                  <a:lnTo>
                    <a:pt x="52796" y="34408"/>
                  </a:lnTo>
                  <a:lnTo>
                    <a:pt x="69594" y="34543"/>
                  </a:lnTo>
                  <a:lnTo>
                    <a:pt x="101530" y="25873"/>
                  </a:lnTo>
                  <a:lnTo>
                    <a:pt x="138376" y="21843"/>
                  </a:lnTo>
                  <a:lnTo>
                    <a:pt x="168211" y="11345"/>
                  </a:lnTo>
                  <a:lnTo>
                    <a:pt x="185009" y="9110"/>
                  </a:lnTo>
                  <a:lnTo>
                    <a:pt x="197099" y="2946"/>
                  </a:lnTo>
                  <a:lnTo>
                    <a:pt x="216368" y="1727"/>
                  </a:lnTo>
                  <a:lnTo>
                    <a:pt x="216368" y="172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2" name="Forma libre: forma 171">
              <a:extLst>
                <a:ext uri="{FF2B5EF4-FFF2-40B4-BE49-F238E27FC236}">
                  <a16:creationId xmlns:a16="http://schemas.microsoft.com/office/drawing/2014/main" id="{4A86EB1C-6330-B4C3-9990-66D85E5FC02F}"/>
                </a:ext>
              </a:extLst>
            </p:cNvPr>
            <p:cNvSpPr/>
            <p:nvPr/>
          </p:nvSpPr>
          <p:spPr>
            <a:xfrm>
              <a:off x="7097564" y="3285070"/>
              <a:ext cx="184805" cy="192798"/>
            </a:xfrm>
            <a:custGeom>
              <a:avLst/>
              <a:gdLst>
                <a:gd name="csX0" fmla="*/ 146470 w 184805"/>
                <a:gd name="csY0" fmla="*/ 176102 h 192798"/>
                <a:gd name="csX1" fmla="*/ 77451 w 184805"/>
                <a:gd name="csY1" fmla="*/ 178710 h 192798"/>
                <a:gd name="csX2" fmla="*/ 40335 w 184805"/>
                <a:gd name="csY2" fmla="*/ 178304 h 192798"/>
                <a:gd name="csX3" fmla="*/ 28448 w 184805"/>
                <a:gd name="csY3" fmla="*/ 182368 h 192798"/>
                <a:gd name="csX4" fmla="*/ 8230 w 184805"/>
                <a:gd name="csY4" fmla="*/ 192798 h 192798"/>
                <a:gd name="csX5" fmla="*/ 0 w 184805"/>
                <a:gd name="csY5" fmla="*/ 189344 h 192798"/>
                <a:gd name="csX6" fmla="*/ 305 w 184805"/>
                <a:gd name="csY6" fmla="*/ 163809 h 192798"/>
                <a:gd name="csX7" fmla="*/ 8162 w 184805"/>
                <a:gd name="csY7" fmla="*/ 150872 h 192798"/>
                <a:gd name="csX8" fmla="*/ 10059 w 184805"/>
                <a:gd name="csY8" fmla="*/ 123712 h 192798"/>
                <a:gd name="csX9" fmla="*/ 17170 w 184805"/>
                <a:gd name="csY9" fmla="*/ 107964 h 192798"/>
                <a:gd name="csX10" fmla="*/ 30141 w 184805"/>
                <a:gd name="csY10" fmla="*/ 90286 h 192798"/>
                <a:gd name="csX11" fmla="*/ 43145 w 184805"/>
                <a:gd name="csY11" fmla="*/ 81312 h 192798"/>
                <a:gd name="csX12" fmla="*/ 54016 w 184805"/>
                <a:gd name="csY12" fmla="*/ 69289 h 192798"/>
                <a:gd name="csX13" fmla="*/ 40436 w 184805"/>
                <a:gd name="csY13" fmla="*/ 64684 h 192798"/>
                <a:gd name="csX14" fmla="*/ 42502 w 184805"/>
                <a:gd name="csY14" fmla="*/ 25094 h 192798"/>
                <a:gd name="csX15" fmla="*/ 42502 w 184805"/>
                <a:gd name="csY15" fmla="*/ 25094 h 192798"/>
                <a:gd name="csX16" fmla="*/ 56455 w 184805"/>
                <a:gd name="csY16" fmla="*/ 15849 h 192798"/>
                <a:gd name="csX17" fmla="*/ 77959 w 184805"/>
                <a:gd name="csY17" fmla="*/ 23435 h 192798"/>
                <a:gd name="csX18" fmla="*/ 105221 w 184805"/>
                <a:gd name="csY18" fmla="*/ 15511 h 192798"/>
                <a:gd name="csX19" fmla="*/ 129063 w 184805"/>
                <a:gd name="csY19" fmla="*/ 15578 h 192798"/>
                <a:gd name="csX20" fmla="*/ 149890 w 184805"/>
                <a:gd name="csY20" fmla="*/ 0 h 192798"/>
                <a:gd name="csX21" fmla="*/ 165943 w 184805"/>
                <a:gd name="csY21" fmla="*/ 23503 h 192798"/>
                <a:gd name="csX22" fmla="*/ 169905 w 184805"/>
                <a:gd name="csY22" fmla="*/ 40503 h 192798"/>
                <a:gd name="csX23" fmla="*/ 184806 w 184805"/>
                <a:gd name="csY23" fmla="*/ 79382 h 192798"/>
                <a:gd name="csX24" fmla="*/ 172479 w 184805"/>
                <a:gd name="csY24" fmla="*/ 104070 h 192798"/>
                <a:gd name="csX25" fmla="*/ 155817 w 184805"/>
                <a:gd name="csY25" fmla="*/ 126489 h 192798"/>
                <a:gd name="csX26" fmla="*/ 146131 w 184805"/>
                <a:gd name="csY26" fmla="*/ 140204 h 192798"/>
                <a:gd name="csX27" fmla="*/ 146470 w 184805"/>
                <a:gd name="csY27" fmla="*/ 176102 h 192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84805" h="192798">
                  <a:moveTo>
                    <a:pt x="146470" y="176102"/>
                  </a:moveTo>
                  <a:lnTo>
                    <a:pt x="77451" y="178710"/>
                  </a:lnTo>
                  <a:lnTo>
                    <a:pt x="40335" y="178304"/>
                  </a:lnTo>
                  <a:lnTo>
                    <a:pt x="28448" y="182368"/>
                  </a:lnTo>
                  <a:lnTo>
                    <a:pt x="8230" y="192798"/>
                  </a:lnTo>
                  <a:lnTo>
                    <a:pt x="0" y="189344"/>
                  </a:lnTo>
                  <a:lnTo>
                    <a:pt x="305" y="163809"/>
                  </a:lnTo>
                  <a:lnTo>
                    <a:pt x="8162" y="150872"/>
                  </a:lnTo>
                  <a:lnTo>
                    <a:pt x="10059" y="123712"/>
                  </a:lnTo>
                  <a:lnTo>
                    <a:pt x="17170" y="107964"/>
                  </a:lnTo>
                  <a:lnTo>
                    <a:pt x="30141" y="90286"/>
                  </a:lnTo>
                  <a:lnTo>
                    <a:pt x="43145" y="81312"/>
                  </a:lnTo>
                  <a:lnTo>
                    <a:pt x="54016" y="69289"/>
                  </a:lnTo>
                  <a:lnTo>
                    <a:pt x="40436" y="64684"/>
                  </a:lnTo>
                  <a:lnTo>
                    <a:pt x="42502" y="25094"/>
                  </a:lnTo>
                  <a:lnTo>
                    <a:pt x="42502" y="25094"/>
                  </a:lnTo>
                  <a:lnTo>
                    <a:pt x="56455" y="15849"/>
                  </a:lnTo>
                  <a:lnTo>
                    <a:pt x="77959" y="23435"/>
                  </a:lnTo>
                  <a:lnTo>
                    <a:pt x="105221" y="15511"/>
                  </a:lnTo>
                  <a:lnTo>
                    <a:pt x="129063" y="15578"/>
                  </a:lnTo>
                  <a:lnTo>
                    <a:pt x="149890" y="0"/>
                  </a:lnTo>
                  <a:lnTo>
                    <a:pt x="165943" y="23503"/>
                  </a:lnTo>
                  <a:lnTo>
                    <a:pt x="169905" y="40503"/>
                  </a:lnTo>
                  <a:lnTo>
                    <a:pt x="184806" y="79382"/>
                  </a:lnTo>
                  <a:lnTo>
                    <a:pt x="172479" y="104070"/>
                  </a:lnTo>
                  <a:lnTo>
                    <a:pt x="155817" y="126489"/>
                  </a:lnTo>
                  <a:lnTo>
                    <a:pt x="146131" y="140204"/>
                  </a:lnTo>
                  <a:lnTo>
                    <a:pt x="146470" y="17610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3" name="Forma libre: forma 172">
              <a:extLst>
                <a:ext uri="{FF2B5EF4-FFF2-40B4-BE49-F238E27FC236}">
                  <a16:creationId xmlns:a16="http://schemas.microsoft.com/office/drawing/2014/main" id="{644B7C8B-5530-7618-B64F-6DB8AE1D80CC}"/>
                </a:ext>
              </a:extLst>
            </p:cNvPr>
            <p:cNvSpPr/>
            <p:nvPr/>
          </p:nvSpPr>
          <p:spPr>
            <a:xfrm>
              <a:off x="7078802" y="3467437"/>
              <a:ext cx="60653" cy="60382"/>
            </a:xfrm>
            <a:custGeom>
              <a:avLst/>
              <a:gdLst>
                <a:gd name="csX0" fmla="*/ 47209 w 60653"/>
                <a:gd name="csY0" fmla="*/ 0 h 60382"/>
                <a:gd name="csX1" fmla="*/ 60654 w 60653"/>
                <a:gd name="csY1" fmla="*/ 19100 h 60382"/>
                <a:gd name="csX2" fmla="*/ 58690 w 60653"/>
                <a:gd name="csY2" fmla="*/ 39013 h 60382"/>
                <a:gd name="csX3" fmla="*/ 48936 w 60653"/>
                <a:gd name="csY3" fmla="*/ 43314 h 60382"/>
                <a:gd name="csX4" fmla="*/ 48936 w 60653"/>
                <a:gd name="csY4" fmla="*/ 43314 h 60382"/>
                <a:gd name="csX5" fmla="*/ 30920 w 60653"/>
                <a:gd name="csY5" fmla="*/ 41079 h 60382"/>
                <a:gd name="csX6" fmla="*/ 20557 w 60653"/>
                <a:gd name="csY6" fmla="*/ 60383 h 60382"/>
                <a:gd name="csX7" fmla="*/ 0 w 60653"/>
                <a:gd name="csY7" fmla="*/ 57707 h 60382"/>
                <a:gd name="csX8" fmla="*/ 3116 w 60653"/>
                <a:gd name="csY8" fmla="*/ 39183 h 60382"/>
                <a:gd name="csX9" fmla="*/ 7790 w 60653"/>
                <a:gd name="csY9" fmla="*/ 36575 h 60382"/>
                <a:gd name="csX10" fmla="*/ 9043 w 60653"/>
                <a:gd name="csY10" fmla="*/ 16425 h 60382"/>
                <a:gd name="csX11" fmla="*/ 18762 w 60653"/>
                <a:gd name="csY11" fmla="*/ 6976 h 60382"/>
                <a:gd name="csX12" fmla="*/ 26991 w 60653"/>
                <a:gd name="csY12" fmla="*/ 10431 h 60382"/>
                <a:gd name="csX13" fmla="*/ 47209 w 60653"/>
                <a:gd name="csY13" fmla="*/ 0 h 60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0653" h="60382">
                  <a:moveTo>
                    <a:pt x="47209" y="0"/>
                  </a:moveTo>
                  <a:lnTo>
                    <a:pt x="60654" y="19100"/>
                  </a:lnTo>
                  <a:lnTo>
                    <a:pt x="58690" y="39013"/>
                  </a:lnTo>
                  <a:lnTo>
                    <a:pt x="48936" y="43314"/>
                  </a:lnTo>
                  <a:lnTo>
                    <a:pt x="48936" y="43314"/>
                  </a:lnTo>
                  <a:lnTo>
                    <a:pt x="30920" y="41079"/>
                  </a:lnTo>
                  <a:lnTo>
                    <a:pt x="20557" y="60383"/>
                  </a:lnTo>
                  <a:lnTo>
                    <a:pt x="0" y="57707"/>
                  </a:lnTo>
                  <a:lnTo>
                    <a:pt x="3116" y="39183"/>
                  </a:lnTo>
                  <a:lnTo>
                    <a:pt x="7790" y="36575"/>
                  </a:lnTo>
                  <a:lnTo>
                    <a:pt x="9043" y="16425"/>
                  </a:lnTo>
                  <a:lnTo>
                    <a:pt x="18762" y="6976"/>
                  </a:lnTo>
                  <a:lnTo>
                    <a:pt x="26991" y="10431"/>
                  </a:lnTo>
                  <a:lnTo>
                    <a:pt x="47209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4" name="Forma libre: forma 173">
              <a:extLst>
                <a:ext uri="{FF2B5EF4-FFF2-40B4-BE49-F238E27FC236}">
                  <a16:creationId xmlns:a16="http://schemas.microsoft.com/office/drawing/2014/main" id="{4940A775-946A-737C-0428-9C5BD5D500F8}"/>
                </a:ext>
              </a:extLst>
            </p:cNvPr>
            <p:cNvSpPr/>
            <p:nvPr/>
          </p:nvSpPr>
          <p:spPr>
            <a:xfrm>
              <a:off x="6629234" y="1897113"/>
              <a:ext cx="130383" cy="87509"/>
            </a:xfrm>
            <a:custGeom>
              <a:avLst/>
              <a:gdLst>
                <a:gd name="csX0" fmla="*/ 95163 w 130383"/>
                <a:gd name="csY0" fmla="*/ 87509 h 87509"/>
                <a:gd name="csX1" fmla="*/ 65192 w 130383"/>
                <a:gd name="csY1" fmla="*/ 74674 h 87509"/>
                <a:gd name="csX2" fmla="*/ 52390 w 130383"/>
                <a:gd name="csY2" fmla="*/ 60552 h 87509"/>
                <a:gd name="csX3" fmla="*/ 39488 w 130383"/>
                <a:gd name="csY3" fmla="*/ 53034 h 87509"/>
                <a:gd name="csX4" fmla="*/ 23909 w 130383"/>
                <a:gd name="csY4" fmla="*/ 40402 h 87509"/>
                <a:gd name="csX5" fmla="*/ 16594 w 130383"/>
                <a:gd name="csY5" fmla="*/ 29904 h 87509"/>
                <a:gd name="csX6" fmla="*/ 0 w 130383"/>
                <a:gd name="csY6" fmla="*/ 14054 h 87509"/>
                <a:gd name="csX7" fmla="*/ 7078 w 130383"/>
                <a:gd name="csY7" fmla="*/ 0 h 87509"/>
                <a:gd name="csX8" fmla="*/ 19236 w 130383"/>
                <a:gd name="csY8" fmla="*/ 7789 h 87509"/>
                <a:gd name="csX9" fmla="*/ 26585 w 130383"/>
                <a:gd name="csY9" fmla="*/ 745 h 87509"/>
                <a:gd name="csX10" fmla="*/ 42400 w 130383"/>
                <a:gd name="csY10" fmla="*/ 0 h 87509"/>
                <a:gd name="csX11" fmla="*/ 71525 w 130383"/>
                <a:gd name="csY11" fmla="*/ 5622 h 87509"/>
                <a:gd name="csX12" fmla="*/ 94926 w 130383"/>
                <a:gd name="csY12" fmla="*/ 5148 h 87509"/>
                <a:gd name="csX13" fmla="*/ 110233 w 130383"/>
                <a:gd name="csY13" fmla="*/ 12666 h 87509"/>
                <a:gd name="csX14" fmla="*/ 110233 w 130383"/>
                <a:gd name="csY14" fmla="*/ 12666 h 87509"/>
                <a:gd name="csX15" fmla="*/ 122526 w 130383"/>
                <a:gd name="csY15" fmla="*/ 12564 h 87509"/>
                <a:gd name="csX16" fmla="*/ 114060 w 130383"/>
                <a:gd name="csY16" fmla="*/ 27465 h 87509"/>
                <a:gd name="csX17" fmla="*/ 130384 w 130383"/>
                <a:gd name="csY17" fmla="*/ 40504 h 87509"/>
                <a:gd name="csX18" fmla="*/ 125439 w 130383"/>
                <a:gd name="csY18" fmla="*/ 56420 h 87509"/>
                <a:gd name="csX19" fmla="*/ 117480 w 130383"/>
                <a:gd name="csY19" fmla="*/ 57911 h 87509"/>
                <a:gd name="csX20" fmla="*/ 111148 w 130383"/>
                <a:gd name="csY20" fmla="*/ 60992 h 87509"/>
                <a:gd name="csX21" fmla="*/ 100107 w 130383"/>
                <a:gd name="csY21" fmla="*/ 68883 h 87509"/>
                <a:gd name="csX22" fmla="*/ 95163 w 130383"/>
                <a:gd name="csY22" fmla="*/ 87509 h 875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0383" h="87509">
                  <a:moveTo>
                    <a:pt x="95163" y="87509"/>
                  </a:moveTo>
                  <a:lnTo>
                    <a:pt x="65192" y="74674"/>
                  </a:lnTo>
                  <a:lnTo>
                    <a:pt x="52390" y="60552"/>
                  </a:lnTo>
                  <a:lnTo>
                    <a:pt x="39488" y="53034"/>
                  </a:lnTo>
                  <a:lnTo>
                    <a:pt x="23909" y="40402"/>
                  </a:lnTo>
                  <a:lnTo>
                    <a:pt x="16594" y="29904"/>
                  </a:lnTo>
                  <a:lnTo>
                    <a:pt x="0" y="14054"/>
                  </a:lnTo>
                  <a:lnTo>
                    <a:pt x="7078" y="0"/>
                  </a:lnTo>
                  <a:lnTo>
                    <a:pt x="19236" y="7789"/>
                  </a:lnTo>
                  <a:lnTo>
                    <a:pt x="26585" y="745"/>
                  </a:lnTo>
                  <a:lnTo>
                    <a:pt x="42400" y="0"/>
                  </a:lnTo>
                  <a:lnTo>
                    <a:pt x="71525" y="5622"/>
                  </a:lnTo>
                  <a:lnTo>
                    <a:pt x="94926" y="5148"/>
                  </a:lnTo>
                  <a:lnTo>
                    <a:pt x="110233" y="12666"/>
                  </a:lnTo>
                  <a:lnTo>
                    <a:pt x="110233" y="12666"/>
                  </a:lnTo>
                  <a:lnTo>
                    <a:pt x="122526" y="12564"/>
                  </a:lnTo>
                  <a:lnTo>
                    <a:pt x="114060" y="27465"/>
                  </a:lnTo>
                  <a:lnTo>
                    <a:pt x="130384" y="40504"/>
                  </a:lnTo>
                  <a:lnTo>
                    <a:pt x="125439" y="56420"/>
                  </a:lnTo>
                  <a:lnTo>
                    <a:pt x="117480" y="57911"/>
                  </a:lnTo>
                  <a:lnTo>
                    <a:pt x="111148" y="60992"/>
                  </a:lnTo>
                  <a:lnTo>
                    <a:pt x="100107" y="68883"/>
                  </a:lnTo>
                  <a:lnTo>
                    <a:pt x="95163" y="87509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5" name="Forma libre: forma 174">
              <a:extLst>
                <a:ext uri="{FF2B5EF4-FFF2-40B4-BE49-F238E27FC236}">
                  <a16:creationId xmlns:a16="http://schemas.microsoft.com/office/drawing/2014/main" id="{972C8C5F-FFCE-4E64-E20E-DA8E66735F26}"/>
                </a:ext>
              </a:extLst>
            </p:cNvPr>
            <p:cNvSpPr/>
            <p:nvPr/>
          </p:nvSpPr>
          <p:spPr>
            <a:xfrm>
              <a:off x="6788843" y="1995798"/>
              <a:ext cx="84291" cy="50019"/>
            </a:xfrm>
            <a:custGeom>
              <a:avLst/>
              <a:gdLst>
                <a:gd name="csX0" fmla="*/ 64955 w 84291"/>
                <a:gd name="csY0" fmla="*/ 0 h 50019"/>
                <a:gd name="csX1" fmla="*/ 81888 w 84291"/>
                <a:gd name="csY1" fmla="*/ 10871 h 50019"/>
                <a:gd name="csX2" fmla="*/ 84292 w 84291"/>
                <a:gd name="csY2" fmla="*/ 33256 h 50019"/>
                <a:gd name="csX3" fmla="*/ 77857 w 84291"/>
                <a:gd name="csY3" fmla="*/ 34374 h 50019"/>
                <a:gd name="csX4" fmla="*/ 72270 w 84291"/>
                <a:gd name="csY4" fmla="*/ 40300 h 50019"/>
                <a:gd name="csX5" fmla="*/ 53914 w 84291"/>
                <a:gd name="csY5" fmla="*/ 39623 h 50019"/>
                <a:gd name="csX6" fmla="*/ 41011 w 84291"/>
                <a:gd name="csY6" fmla="*/ 47040 h 50019"/>
                <a:gd name="csX7" fmla="*/ 18863 w 84291"/>
                <a:gd name="csY7" fmla="*/ 50020 h 50019"/>
                <a:gd name="csX8" fmla="*/ 4809 w 84291"/>
                <a:gd name="csY8" fmla="*/ 41790 h 50019"/>
                <a:gd name="csX9" fmla="*/ 0 w 84291"/>
                <a:gd name="csY9" fmla="*/ 27262 h 50019"/>
                <a:gd name="csX10" fmla="*/ 4301 w 84291"/>
                <a:gd name="csY10" fmla="*/ 15748 h 50019"/>
                <a:gd name="csX11" fmla="*/ 4301 w 84291"/>
                <a:gd name="csY11" fmla="*/ 15748 h 50019"/>
                <a:gd name="csX12" fmla="*/ 8602 w 84291"/>
                <a:gd name="csY12" fmla="*/ 16019 h 50019"/>
                <a:gd name="csX13" fmla="*/ 10126 w 84291"/>
                <a:gd name="csY13" fmla="*/ 9076 h 50019"/>
                <a:gd name="csX14" fmla="*/ 30141 w 84291"/>
                <a:gd name="csY14" fmla="*/ 3827 h 50019"/>
                <a:gd name="csX15" fmla="*/ 37726 w 84291"/>
                <a:gd name="csY15" fmla="*/ 2540 h 50019"/>
                <a:gd name="csX16" fmla="*/ 49241 w 84291"/>
                <a:gd name="csY16" fmla="*/ 542 h 50019"/>
                <a:gd name="csX17" fmla="*/ 64955 w 84291"/>
                <a:gd name="csY17" fmla="*/ 0 h 50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4291" h="50019">
                  <a:moveTo>
                    <a:pt x="64955" y="0"/>
                  </a:moveTo>
                  <a:lnTo>
                    <a:pt x="81888" y="10871"/>
                  </a:lnTo>
                  <a:lnTo>
                    <a:pt x="84292" y="33256"/>
                  </a:lnTo>
                  <a:lnTo>
                    <a:pt x="77857" y="34374"/>
                  </a:lnTo>
                  <a:lnTo>
                    <a:pt x="72270" y="40300"/>
                  </a:lnTo>
                  <a:lnTo>
                    <a:pt x="53914" y="39623"/>
                  </a:lnTo>
                  <a:lnTo>
                    <a:pt x="41011" y="47040"/>
                  </a:lnTo>
                  <a:lnTo>
                    <a:pt x="18863" y="50020"/>
                  </a:lnTo>
                  <a:lnTo>
                    <a:pt x="4809" y="41790"/>
                  </a:lnTo>
                  <a:lnTo>
                    <a:pt x="0" y="27262"/>
                  </a:lnTo>
                  <a:lnTo>
                    <a:pt x="4301" y="15748"/>
                  </a:lnTo>
                  <a:lnTo>
                    <a:pt x="4301" y="15748"/>
                  </a:lnTo>
                  <a:lnTo>
                    <a:pt x="8602" y="16019"/>
                  </a:lnTo>
                  <a:lnTo>
                    <a:pt x="10126" y="9076"/>
                  </a:lnTo>
                  <a:lnTo>
                    <a:pt x="30141" y="3827"/>
                  </a:lnTo>
                  <a:lnTo>
                    <a:pt x="37726" y="2540"/>
                  </a:lnTo>
                  <a:lnTo>
                    <a:pt x="49241" y="542"/>
                  </a:lnTo>
                  <a:lnTo>
                    <a:pt x="64955" y="0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6" name="Forma libre: forma 175">
              <a:extLst>
                <a:ext uri="{FF2B5EF4-FFF2-40B4-BE49-F238E27FC236}">
                  <a16:creationId xmlns:a16="http://schemas.microsoft.com/office/drawing/2014/main" id="{C89FA140-8A4B-30A4-AD20-456F6139170A}"/>
                </a:ext>
              </a:extLst>
            </p:cNvPr>
            <p:cNvSpPr/>
            <p:nvPr/>
          </p:nvSpPr>
          <p:spPr>
            <a:xfrm>
              <a:off x="6733540" y="1865347"/>
              <a:ext cx="140746" cy="132991"/>
            </a:xfrm>
            <a:custGeom>
              <a:avLst/>
              <a:gdLst>
                <a:gd name="csX0" fmla="*/ 0 w 140746"/>
                <a:gd name="csY0" fmla="*/ 8907 h 132991"/>
                <a:gd name="csX1" fmla="*/ 0 w 140746"/>
                <a:gd name="csY1" fmla="*/ 8907 h 132991"/>
                <a:gd name="csX2" fmla="*/ 25941 w 140746"/>
                <a:gd name="csY2" fmla="*/ 0 h 132991"/>
                <a:gd name="csX3" fmla="*/ 47073 w 140746"/>
                <a:gd name="csY3" fmla="*/ 1524 h 132991"/>
                <a:gd name="csX4" fmla="*/ 65428 w 140746"/>
                <a:gd name="csY4" fmla="*/ 14799 h 132991"/>
                <a:gd name="csX5" fmla="*/ 69221 w 140746"/>
                <a:gd name="csY5" fmla="*/ 25603 h 132991"/>
                <a:gd name="csX6" fmla="*/ 89880 w 140746"/>
                <a:gd name="csY6" fmla="*/ 33561 h 132991"/>
                <a:gd name="csX7" fmla="*/ 92521 w 140746"/>
                <a:gd name="csY7" fmla="*/ 47514 h 132991"/>
                <a:gd name="csX8" fmla="*/ 112265 w 140746"/>
                <a:gd name="csY8" fmla="*/ 57369 h 132991"/>
                <a:gd name="csX9" fmla="*/ 122899 w 140746"/>
                <a:gd name="csY9" fmla="*/ 49749 h 132991"/>
                <a:gd name="csX10" fmla="*/ 131264 w 140746"/>
                <a:gd name="csY10" fmla="*/ 53982 h 132991"/>
                <a:gd name="csX11" fmla="*/ 123407 w 140746"/>
                <a:gd name="csY11" fmla="*/ 59705 h 132991"/>
                <a:gd name="csX12" fmla="*/ 129604 w 140746"/>
                <a:gd name="csY12" fmla="*/ 65598 h 132991"/>
                <a:gd name="csX13" fmla="*/ 121240 w 140746"/>
                <a:gd name="csY13" fmla="*/ 73286 h 132991"/>
                <a:gd name="csX14" fmla="*/ 124287 w 140746"/>
                <a:gd name="csY14" fmla="*/ 85647 h 132991"/>
                <a:gd name="csX15" fmla="*/ 140746 w 140746"/>
                <a:gd name="csY15" fmla="*/ 100277 h 132991"/>
                <a:gd name="csX16" fmla="*/ 127843 w 140746"/>
                <a:gd name="csY16" fmla="*/ 110843 h 132991"/>
                <a:gd name="csX17" fmla="*/ 122154 w 140746"/>
                <a:gd name="csY17" fmla="*/ 121646 h 132991"/>
                <a:gd name="csX18" fmla="*/ 125811 w 140746"/>
                <a:gd name="csY18" fmla="*/ 125676 h 132991"/>
                <a:gd name="csX19" fmla="*/ 120257 w 140746"/>
                <a:gd name="csY19" fmla="*/ 130451 h 132991"/>
                <a:gd name="csX20" fmla="*/ 104544 w 140746"/>
                <a:gd name="csY20" fmla="*/ 130993 h 132991"/>
                <a:gd name="csX21" fmla="*/ 93029 w 140746"/>
                <a:gd name="csY21" fmla="*/ 132991 h 132991"/>
                <a:gd name="csX22" fmla="*/ 91878 w 140746"/>
                <a:gd name="csY22" fmla="*/ 130451 h 132991"/>
                <a:gd name="csX23" fmla="*/ 95942 w 140746"/>
                <a:gd name="csY23" fmla="*/ 126421 h 132991"/>
                <a:gd name="csX24" fmla="*/ 99735 w 140746"/>
                <a:gd name="csY24" fmla="*/ 118158 h 132991"/>
                <a:gd name="csX25" fmla="*/ 94926 w 140746"/>
                <a:gd name="csY25" fmla="*/ 118361 h 132991"/>
                <a:gd name="csX26" fmla="*/ 88356 w 140746"/>
                <a:gd name="csY26" fmla="*/ 112062 h 132991"/>
                <a:gd name="csX27" fmla="*/ 82768 w 140746"/>
                <a:gd name="csY27" fmla="*/ 110470 h 132991"/>
                <a:gd name="csX28" fmla="*/ 78332 w 140746"/>
                <a:gd name="csY28" fmla="*/ 105086 h 132991"/>
                <a:gd name="csX29" fmla="*/ 72033 w 140746"/>
                <a:gd name="csY29" fmla="*/ 102986 h 132991"/>
                <a:gd name="csX30" fmla="*/ 67190 w 140746"/>
                <a:gd name="csY30" fmla="*/ 98211 h 132991"/>
                <a:gd name="csX31" fmla="*/ 61128 w 140746"/>
                <a:gd name="csY31" fmla="*/ 100074 h 132991"/>
                <a:gd name="csX32" fmla="*/ 56454 w 140746"/>
                <a:gd name="csY32" fmla="*/ 111317 h 132991"/>
                <a:gd name="csX33" fmla="*/ 48360 w 140746"/>
                <a:gd name="csY33" fmla="*/ 113755 h 132991"/>
                <a:gd name="csX34" fmla="*/ 51137 w 140746"/>
                <a:gd name="csY34" fmla="*/ 110843 h 132991"/>
                <a:gd name="csX35" fmla="*/ 38234 w 140746"/>
                <a:gd name="csY35" fmla="*/ 103833 h 132991"/>
                <a:gd name="csX36" fmla="*/ 27093 w 140746"/>
                <a:gd name="csY36" fmla="*/ 100175 h 132991"/>
                <a:gd name="csX37" fmla="*/ 22148 w 140746"/>
                <a:gd name="csY37" fmla="*/ 95502 h 132991"/>
                <a:gd name="csX38" fmla="*/ 13174 w 140746"/>
                <a:gd name="csY38" fmla="*/ 89677 h 132991"/>
                <a:gd name="csX39" fmla="*/ 21132 w 140746"/>
                <a:gd name="csY39" fmla="*/ 88187 h 132991"/>
                <a:gd name="csX40" fmla="*/ 26077 w 140746"/>
                <a:gd name="csY40" fmla="*/ 72270 h 132991"/>
                <a:gd name="csX41" fmla="*/ 9753 w 140746"/>
                <a:gd name="csY41" fmla="*/ 59231 h 132991"/>
                <a:gd name="csX42" fmla="*/ 18220 w 140746"/>
                <a:gd name="csY42" fmla="*/ 44330 h 132991"/>
                <a:gd name="csX43" fmla="*/ 5927 w 140746"/>
                <a:gd name="csY43" fmla="*/ 44432 h 132991"/>
                <a:gd name="csX44" fmla="*/ 5927 w 140746"/>
                <a:gd name="csY44" fmla="*/ 44432 h 132991"/>
                <a:gd name="csX45" fmla="*/ 18965 w 140746"/>
                <a:gd name="csY45" fmla="*/ 31665 h 132991"/>
                <a:gd name="csX46" fmla="*/ 8229 w 140746"/>
                <a:gd name="csY46" fmla="*/ 22013 h 132991"/>
                <a:gd name="csX47" fmla="*/ 0 w 140746"/>
                <a:gd name="csY47" fmla="*/ 8907 h 1329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140746" h="132991">
                  <a:moveTo>
                    <a:pt x="0" y="8907"/>
                  </a:moveTo>
                  <a:lnTo>
                    <a:pt x="0" y="8907"/>
                  </a:lnTo>
                  <a:lnTo>
                    <a:pt x="25941" y="0"/>
                  </a:lnTo>
                  <a:lnTo>
                    <a:pt x="47073" y="1524"/>
                  </a:lnTo>
                  <a:lnTo>
                    <a:pt x="65428" y="14799"/>
                  </a:lnTo>
                  <a:lnTo>
                    <a:pt x="69221" y="25603"/>
                  </a:lnTo>
                  <a:lnTo>
                    <a:pt x="89880" y="33561"/>
                  </a:lnTo>
                  <a:lnTo>
                    <a:pt x="92521" y="47514"/>
                  </a:lnTo>
                  <a:lnTo>
                    <a:pt x="112265" y="57369"/>
                  </a:lnTo>
                  <a:lnTo>
                    <a:pt x="122899" y="49749"/>
                  </a:lnTo>
                  <a:lnTo>
                    <a:pt x="131264" y="53982"/>
                  </a:lnTo>
                  <a:lnTo>
                    <a:pt x="123407" y="59705"/>
                  </a:lnTo>
                  <a:lnTo>
                    <a:pt x="129604" y="65598"/>
                  </a:lnTo>
                  <a:lnTo>
                    <a:pt x="121240" y="73286"/>
                  </a:lnTo>
                  <a:lnTo>
                    <a:pt x="124287" y="85647"/>
                  </a:lnTo>
                  <a:lnTo>
                    <a:pt x="140746" y="100277"/>
                  </a:lnTo>
                  <a:lnTo>
                    <a:pt x="127843" y="110843"/>
                  </a:lnTo>
                  <a:lnTo>
                    <a:pt x="122154" y="121646"/>
                  </a:lnTo>
                  <a:lnTo>
                    <a:pt x="125811" y="125676"/>
                  </a:lnTo>
                  <a:lnTo>
                    <a:pt x="120257" y="130451"/>
                  </a:lnTo>
                  <a:lnTo>
                    <a:pt x="104544" y="130993"/>
                  </a:lnTo>
                  <a:lnTo>
                    <a:pt x="93029" y="132991"/>
                  </a:lnTo>
                  <a:lnTo>
                    <a:pt x="91878" y="130451"/>
                  </a:lnTo>
                  <a:lnTo>
                    <a:pt x="95942" y="126421"/>
                  </a:lnTo>
                  <a:lnTo>
                    <a:pt x="99735" y="118158"/>
                  </a:lnTo>
                  <a:lnTo>
                    <a:pt x="94926" y="118361"/>
                  </a:lnTo>
                  <a:lnTo>
                    <a:pt x="88356" y="112062"/>
                  </a:lnTo>
                  <a:lnTo>
                    <a:pt x="82768" y="110470"/>
                  </a:lnTo>
                  <a:lnTo>
                    <a:pt x="78332" y="105086"/>
                  </a:lnTo>
                  <a:lnTo>
                    <a:pt x="72033" y="102986"/>
                  </a:lnTo>
                  <a:lnTo>
                    <a:pt x="67190" y="98211"/>
                  </a:lnTo>
                  <a:lnTo>
                    <a:pt x="61128" y="100074"/>
                  </a:lnTo>
                  <a:lnTo>
                    <a:pt x="56454" y="111317"/>
                  </a:lnTo>
                  <a:lnTo>
                    <a:pt x="48360" y="113755"/>
                  </a:lnTo>
                  <a:lnTo>
                    <a:pt x="51137" y="110843"/>
                  </a:lnTo>
                  <a:lnTo>
                    <a:pt x="38234" y="103833"/>
                  </a:lnTo>
                  <a:lnTo>
                    <a:pt x="27093" y="100175"/>
                  </a:lnTo>
                  <a:lnTo>
                    <a:pt x="22148" y="95502"/>
                  </a:lnTo>
                  <a:lnTo>
                    <a:pt x="13174" y="89677"/>
                  </a:lnTo>
                  <a:lnTo>
                    <a:pt x="21132" y="88187"/>
                  </a:lnTo>
                  <a:lnTo>
                    <a:pt x="26077" y="72270"/>
                  </a:lnTo>
                  <a:lnTo>
                    <a:pt x="9753" y="59231"/>
                  </a:lnTo>
                  <a:lnTo>
                    <a:pt x="18220" y="44330"/>
                  </a:lnTo>
                  <a:lnTo>
                    <a:pt x="5927" y="44432"/>
                  </a:lnTo>
                  <a:lnTo>
                    <a:pt x="5927" y="44432"/>
                  </a:lnTo>
                  <a:lnTo>
                    <a:pt x="18965" y="31665"/>
                  </a:lnTo>
                  <a:lnTo>
                    <a:pt x="8229" y="22013"/>
                  </a:lnTo>
                  <a:lnTo>
                    <a:pt x="0" y="8907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7" name="Forma libre: forma 176">
              <a:extLst>
                <a:ext uri="{FF2B5EF4-FFF2-40B4-BE49-F238E27FC236}">
                  <a16:creationId xmlns:a16="http://schemas.microsoft.com/office/drawing/2014/main" id="{FF1D2925-4955-58E6-687C-C43E7080EB1F}"/>
                </a:ext>
              </a:extLst>
            </p:cNvPr>
            <p:cNvSpPr/>
            <p:nvPr/>
          </p:nvSpPr>
          <p:spPr>
            <a:xfrm>
              <a:off x="6720671" y="1955024"/>
              <a:ext cx="64006" cy="55743"/>
            </a:xfrm>
            <a:custGeom>
              <a:avLst/>
              <a:gdLst>
                <a:gd name="csX0" fmla="*/ 54897 w 64006"/>
                <a:gd name="csY0" fmla="*/ 31664 h 55743"/>
                <a:gd name="csX1" fmla="*/ 45787 w 64006"/>
                <a:gd name="csY1" fmla="*/ 34679 h 55743"/>
                <a:gd name="csX2" fmla="*/ 43620 w 64006"/>
                <a:gd name="csY2" fmla="*/ 28312 h 55743"/>
                <a:gd name="csX3" fmla="*/ 28922 w 64006"/>
                <a:gd name="csY3" fmla="*/ 44974 h 55743"/>
                <a:gd name="csX4" fmla="*/ 31224 w 64006"/>
                <a:gd name="csY4" fmla="*/ 55743 h 55743"/>
                <a:gd name="csX5" fmla="*/ 24113 w 64006"/>
                <a:gd name="csY5" fmla="*/ 53135 h 55743"/>
                <a:gd name="csX6" fmla="*/ 14630 w 64006"/>
                <a:gd name="csY6" fmla="*/ 42061 h 55743"/>
                <a:gd name="csX7" fmla="*/ 0 w 64006"/>
                <a:gd name="csY7" fmla="*/ 35356 h 55743"/>
                <a:gd name="csX8" fmla="*/ 3725 w 64006"/>
                <a:gd name="csY8" fmla="*/ 29599 h 55743"/>
                <a:gd name="csX9" fmla="*/ 8670 w 64006"/>
                <a:gd name="csY9" fmla="*/ 10972 h 55743"/>
                <a:gd name="csX10" fmla="*/ 19710 w 64006"/>
                <a:gd name="csY10" fmla="*/ 3082 h 55743"/>
                <a:gd name="csX11" fmla="*/ 26043 w 64006"/>
                <a:gd name="csY11" fmla="*/ 0 h 55743"/>
                <a:gd name="csX12" fmla="*/ 35017 w 64006"/>
                <a:gd name="csY12" fmla="*/ 5825 h 55743"/>
                <a:gd name="csX13" fmla="*/ 39962 w 64006"/>
                <a:gd name="csY13" fmla="*/ 10498 h 55743"/>
                <a:gd name="csX14" fmla="*/ 51104 w 64006"/>
                <a:gd name="csY14" fmla="*/ 14156 h 55743"/>
                <a:gd name="csX15" fmla="*/ 64006 w 64006"/>
                <a:gd name="csY15" fmla="*/ 21166 h 55743"/>
                <a:gd name="csX16" fmla="*/ 61229 w 64006"/>
                <a:gd name="csY16" fmla="*/ 24079 h 55743"/>
                <a:gd name="csX17" fmla="*/ 54897 w 64006"/>
                <a:gd name="csY17" fmla="*/ 31664 h 55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4006" h="55743">
                  <a:moveTo>
                    <a:pt x="54897" y="31664"/>
                  </a:moveTo>
                  <a:lnTo>
                    <a:pt x="45787" y="34679"/>
                  </a:lnTo>
                  <a:lnTo>
                    <a:pt x="43620" y="28312"/>
                  </a:lnTo>
                  <a:lnTo>
                    <a:pt x="28922" y="44974"/>
                  </a:lnTo>
                  <a:lnTo>
                    <a:pt x="31224" y="55743"/>
                  </a:lnTo>
                  <a:lnTo>
                    <a:pt x="24113" y="53135"/>
                  </a:lnTo>
                  <a:lnTo>
                    <a:pt x="14630" y="42061"/>
                  </a:lnTo>
                  <a:lnTo>
                    <a:pt x="0" y="35356"/>
                  </a:lnTo>
                  <a:lnTo>
                    <a:pt x="3725" y="29599"/>
                  </a:lnTo>
                  <a:lnTo>
                    <a:pt x="8670" y="10972"/>
                  </a:lnTo>
                  <a:lnTo>
                    <a:pt x="19710" y="3082"/>
                  </a:lnTo>
                  <a:lnTo>
                    <a:pt x="26043" y="0"/>
                  </a:lnTo>
                  <a:lnTo>
                    <a:pt x="35017" y="5825"/>
                  </a:lnTo>
                  <a:lnTo>
                    <a:pt x="39962" y="10498"/>
                  </a:lnTo>
                  <a:lnTo>
                    <a:pt x="51104" y="14156"/>
                  </a:lnTo>
                  <a:lnTo>
                    <a:pt x="64006" y="21166"/>
                  </a:lnTo>
                  <a:lnTo>
                    <a:pt x="61229" y="24079"/>
                  </a:lnTo>
                  <a:lnTo>
                    <a:pt x="54897" y="31664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8" name="Forma libre: forma 177">
              <a:extLst>
                <a:ext uri="{FF2B5EF4-FFF2-40B4-BE49-F238E27FC236}">
                  <a16:creationId xmlns:a16="http://schemas.microsoft.com/office/drawing/2014/main" id="{40F253D0-5C3E-BCA6-18A2-B97F41F61765}"/>
                </a:ext>
              </a:extLst>
            </p:cNvPr>
            <p:cNvSpPr/>
            <p:nvPr/>
          </p:nvSpPr>
          <p:spPr>
            <a:xfrm>
              <a:off x="6775568" y="1963558"/>
              <a:ext cx="57707" cy="48258"/>
            </a:xfrm>
            <a:custGeom>
              <a:avLst/>
              <a:gdLst>
                <a:gd name="csX0" fmla="*/ 17576 w 57707"/>
                <a:gd name="csY0" fmla="*/ 47988 h 48258"/>
                <a:gd name="csX1" fmla="*/ 15307 w 57707"/>
                <a:gd name="csY1" fmla="*/ 35695 h 48258"/>
                <a:gd name="csX2" fmla="*/ 7213 w 57707"/>
                <a:gd name="csY2" fmla="*/ 32240 h 48258"/>
                <a:gd name="csX3" fmla="*/ 0 w 57707"/>
                <a:gd name="csY3" fmla="*/ 23130 h 48258"/>
                <a:gd name="csX4" fmla="*/ 6333 w 57707"/>
                <a:gd name="csY4" fmla="*/ 15544 h 48258"/>
                <a:gd name="csX5" fmla="*/ 14427 w 57707"/>
                <a:gd name="csY5" fmla="*/ 13106 h 48258"/>
                <a:gd name="csX6" fmla="*/ 19100 w 57707"/>
                <a:gd name="csY6" fmla="*/ 1863 h 48258"/>
                <a:gd name="csX7" fmla="*/ 25162 w 57707"/>
                <a:gd name="csY7" fmla="*/ 0 h 48258"/>
                <a:gd name="csX8" fmla="*/ 30005 w 57707"/>
                <a:gd name="csY8" fmla="*/ 4775 h 48258"/>
                <a:gd name="csX9" fmla="*/ 36304 w 57707"/>
                <a:gd name="csY9" fmla="*/ 6875 h 48258"/>
                <a:gd name="csX10" fmla="*/ 40741 w 57707"/>
                <a:gd name="csY10" fmla="*/ 12259 h 48258"/>
                <a:gd name="csX11" fmla="*/ 46328 w 57707"/>
                <a:gd name="csY11" fmla="*/ 13851 h 48258"/>
                <a:gd name="csX12" fmla="*/ 52898 w 57707"/>
                <a:gd name="csY12" fmla="*/ 20150 h 48258"/>
                <a:gd name="csX13" fmla="*/ 57707 w 57707"/>
                <a:gd name="csY13" fmla="*/ 19947 h 48258"/>
                <a:gd name="csX14" fmla="*/ 53914 w 57707"/>
                <a:gd name="csY14" fmla="*/ 28210 h 48258"/>
                <a:gd name="csX15" fmla="*/ 49850 w 57707"/>
                <a:gd name="csY15" fmla="*/ 32240 h 48258"/>
                <a:gd name="csX16" fmla="*/ 51002 w 57707"/>
                <a:gd name="csY16" fmla="*/ 34780 h 48258"/>
                <a:gd name="csX17" fmla="*/ 43416 w 57707"/>
                <a:gd name="csY17" fmla="*/ 36067 h 48258"/>
                <a:gd name="csX18" fmla="*/ 23401 w 57707"/>
                <a:gd name="csY18" fmla="*/ 41316 h 48258"/>
                <a:gd name="csX19" fmla="*/ 21877 w 57707"/>
                <a:gd name="csY19" fmla="*/ 48259 h 48258"/>
                <a:gd name="csX20" fmla="*/ 17576 w 57707"/>
                <a:gd name="csY20" fmla="*/ 47988 h 48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57707" h="48258">
                  <a:moveTo>
                    <a:pt x="17576" y="47988"/>
                  </a:moveTo>
                  <a:lnTo>
                    <a:pt x="15307" y="35695"/>
                  </a:lnTo>
                  <a:lnTo>
                    <a:pt x="7213" y="32240"/>
                  </a:lnTo>
                  <a:lnTo>
                    <a:pt x="0" y="23130"/>
                  </a:lnTo>
                  <a:lnTo>
                    <a:pt x="6333" y="15544"/>
                  </a:lnTo>
                  <a:lnTo>
                    <a:pt x="14427" y="13106"/>
                  </a:lnTo>
                  <a:lnTo>
                    <a:pt x="19100" y="1863"/>
                  </a:lnTo>
                  <a:lnTo>
                    <a:pt x="25162" y="0"/>
                  </a:lnTo>
                  <a:lnTo>
                    <a:pt x="30005" y="4775"/>
                  </a:lnTo>
                  <a:lnTo>
                    <a:pt x="36304" y="6875"/>
                  </a:lnTo>
                  <a:lnTo>
                    <a:pt x="40741" y="12259"/>
                  </a:lnTo>
                  <a:lnTo>
                    <a:pt x="46328" y="13851"/>
                  </a:lnTo>
                  <a:lnTo>
                    <a:pt x="52898" y="20150"/>
                  </a:lnTo>
                  <a:lnTo>
                    <a:pt x="57707" y="19947"/>
                  </a:lnTo>
                  <a:lnTo>
                    <a:pt x="53914" y="28210"/>
                  </a:lnTo>
                  <a:lnTo>
                    <a:pt x="49850" y="32240"/>
                  </a:lnTo>
                  <a:lnTo>
                    <a:pt x="51002" y="34780"/>
                  </a:lnTo>
                  <a:lnTo>
                    <a:pt x="43416" y="36067"/>
                  </a:lnTo>
                  <a:lnTo>
                    <a:pt x="23401" y="41316"/>
                  </a:lnTo>
                  <a:lnTo>
                    <a:pt x="21877" y="48259"/>
                  </a:lnTo>
                  <a:lnTo>
                    <a:pt x="17576" y="47988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9" name="Forma libre: forma 178">
              <a:extLst>
                <a:ext uri="{FF2B5EF4-FFF2-40B4-BE49-F238E27FC236}">
                  <a16:creationId xmlns:a16="http://schemas.microsoft.com/office/drawing/2014/main" id="{2CCABC51-5886-D0BE-9D5F-0CF8559BBCF6}"/>
                </a:ext>
              </a:extLst>
            </p:cNvPr>
            <p:cNvSpPr/>
            <p:nvPr/>
          </p:nvSpPr>
          <p:spPr>
            <a:xfrm>
              <a:off x="3997860" y="3060201"/>
              <a:ext cx="35728" cy="30140"/>
            </a:xfrm>
            <a:custGeom>
              <a:avLst/>
              <a:gdLst>
                <a:gd name="csX0" fmla="*/ 9144 w 35728"/>
                <a:gd name="csY0" fmla="*/ 4402 h 30140"/>
                <a:gd name="csX1" fmla="*/ 28616 w 35728"/>
                <a:gd name="csY1" fmla="*/ 0 h 30140"/>
                <a:gd name="csX2" fmla="*/ 35728 w 35728"/>
                <a:gd name="csY2" fmla="*/ 1185 h 30140"/>
                <a:gd name="csX3" fmla="*/ 34374 w 35728"/>
                <a:gd name="csY3" fmla="*/ 26415 h 30140"/>
                <a:gd name="csX4" fmla="*/ 6096 w 35728"/>
                <a:gd name="csY4" fmla="*/ 30141 h 30140"/>
                <a:gd name="csX5" fmla="*/ 0 w 35728"/>
                <a:gd name="csY5" fmla="*/ 27093 h 30140"/>
                <a:gd name="csX6" fmla="*/ 9821 w 35728"/>
                <a:gd name="csY6" fmla="*/ 17780 h 30140"/>
                <a:gd name="csX7" fmla="*/ 9144 w 35728"/>
                <a:gd name="csY7" fmla="*/ 4402 h 30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5728" h="30140">
                  <a:moveTo>
                    <a:pt x="9144" y="4402"/>
                  </a:moveTo>
                  <a:lnTo>
                    <a:pt x="28616" y="0"/>
                  </a:lnTo>
                  <a:lnTo>
                    <a:pt x="35728" y="1185"/>
                  </a:lnTo>
                  <a:lnTo>
                    <a:pt x="34374" y="26415"/>
                  </a:lnTo>
                  <a:lnTo>
                    <a:pt x="6096" y="30141"/>
                  </a:lnTo>
                  <a:lnTo>
                    <a:pt x="0" y="27093"/>
                  </a:lnTo>
                  <a:lnTo>
                    <a:pt x="9821" y="17780"/>
                  </a:lnTo>
                  <a:lnTo>
                    <a:pt x="9144" y="4402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0" name="Forma libre: forma 179">
              <a:extLst>
                <a:ext uri="{FF2B5EF4-FFF2-40B4-BE49-F238E27FC236}">
                  <a16:creationId xmlns:a16="http://schemas.microsoft.com/office/drawing/2014/main" id="{AC244DE6-370D-6C4C-9821-CDCE071C8EA1}"/>
                </a:ext>
              </a:extLst>
            </p:cNvPr>
            <p:cNvSpPr/>
            <p:nvPr/>
          </p:nvSpPr>
          <p:spPr>
            <a:xfrm>
              <a:off x="6904800" y="3014211"/>
              <a:ext cx="386443" cy="295953"/>
            </a:xfrm>
            <a:custGeom>
              <a:avLst/>
              <a:gdLst>
                <a:gd name="csX0" fmla="*/ 235266 w 386443"/>
                <a:gd name="csY0" fmla="*/ 295953 h 295953"/>
                <a:gd name="csX1" fmla="*/ 205430 w 386443"/>
                <a:gd name="csY1" fmla="*/ 273433 h 295953"/>
                <a:gd name="csX2" fmla="*/ 197404 w 386443"/>
                <a:gd name="csY2" fmla="*/ 258972 h 295953"/>
                <a:gd name="csX3" fmla="*/ 178541 w 386443"/>
                <a:gd name="csY3" fmla="*/ 266152 h 295953"/>
                <a:gd name="csX4" fmla="*/ 162895 w 386443"/>
                <a:gd name="csY4" fmla="*/ 263916 h 295953"/>
                <a:gd name="csX5" fmla="*/ 153819 w 386443"/>
                <a:gd name="csY5" fmla="*/ 269606 h 295953"/>
                <a:gd name="csX6" fmla="*/ 138613 w 386443"/>
                <a:gd name="csY6" fmla="*/ 265508 h 295953"/>
                <a:gd name="csX7" fmla="*/ 118090 w 386443"/>
                <a:gd name="csY7" fmla="*/ 237535 h 295953"/>
                <a:gd name="csX8" fmla="*/ 112638 w 386443"/>
                <a:gd name="csY8" fmla="*/ 226799 h 295953"/>
                <a:gd name="csX9" fmla="*/ 87340 w 386443"/>
                <a:gd name="csY9" fmla="*/ 213389 h 295953"/>
                <a:gd name="csX10" fmla="*/ 78772 w 386443"/>
                <a:gd name="csY10" fmla="*/ 193069 h 295953"/>
                <a:gd name="csX11" fmla="*/ 64684 w 386443"/>
                <a:gd name="csY11" fmla="*/ 178439 h 295953"/>
                <a:gd name="csX12" fmla="*/ 41892 w 386443"/>
                <a:gd name="csY12" fmla="*/ 160795 h 295953"/>
                <a:gd name="csX13" fmla="*/ 41588 w 386443"/>
                <a:gd name="csY13" fmla="*/ 149789 h 295953"/>
                <a:gd name="csX14" fmla="*/ 23029 w 386443"/>
                <a:gd name="csY14" fmla="*/ 136107 h 295953"/>
                <a:gd name="csX15" fmla="*/ 0 w 386443"/>
                <a:gd name="csY15" fmla="*/ 122865 h 295953"/>
                <a:gd name="csX16" fmla="*/ 10397 w 386443"/>
                <a:gd name="csY16" fmla="*/ 119174 h 295953"/>
                <a:gd name="csX17" fmla="*/ 22013 w 386443"/>
                <a:gd name="csY17" fmla="*/ 112773 h 295953"/>
                <a:gd name="csX18" fmla="*/ 30750 w 386443"/>
                <a:gd name="csY18" fmla="*/ 82565 h 295953"/>
                <a:gd name="csX19" fmla="*/ 40064 w 386443"/>
                <a:gd name="csY19" fmla="*/ 66851 h 295953"/>
                <a:gd name="csX20" fmla="*/ 64481 w 386443"/>
                <a:gd name="csY20" fmla="*/ 62211 h 295953"/>
                <a:gd name="csX21" fmla="*/ 70272 w 386443"/>
                <a:gd name="csY21" fmla="*/ 71525 h 295953"/>
                <a:gd name="csX22" fmla="*/ 87713 w 386443"/>
                <a:gd name="csY22" fmla="*/ 91268 h 295953"/>
                <a:gd name="csX23" fmla="*/ 97026 w 386443"/>
                <a:gd name="csY23" fmla="*/ 94181 h 295953"/>
                <a:gd name="csX24" fmla="*/ 109252 w 386443"/>
                <a:gd name="csY24" fmla="*/ 88356 h 295953"/>
                <a:gd name="csX25" fmla="*/ 133669 w 386443"/>
                <a:gd name="csY25" fmla="*/ 89541 h 295953"/>
                <a:gd name="csX26" fmla="*/ 138308 w 386443"/>
                <a:gd name="csY26" fmla="*/ 96518 h 295953"/>
                <a:gd name="csX27" fmla="*/ 172038 w 386443"/>
                <a:gd name="csY27" fmla="*/ 96518 h 295953"/>
                <a:gd name="csX28" fmla="*/ 173190 w 386443"/>
                <a:gd name="csY28" fmla="*/ 89541 h 295953"/>
                <a:gd name="csX29" fmla="*/ 190631 w 386443"/>
                <a:gd name="csY29" fmla="*/ 83141 h 295953"/>
                <a:gd name="csX30" fmla="*/ 194119 w 386443"/>
                <a:gd name="csY30" fmla="*/ 73252 h 295953"/>
                <a:gd name="csX31" fmla="*/ 206920 w 386443"/>
                <a:gd name="csY31" fmla="*/ 66275 h 295953"/>
                <a:gd name="csX32" fmla="*/ 235401 w 386443"/>
                <a:gd name="csY32" fmla="*/ 86053 h 295953"/>
                <a:gd name="csX33" fmla="*/ 252842 w 386443"/>
                <a:gd name="csY33" fmla="*/ 82565 h 295953"/>
                <a:gd name="csX34" fmla="*/ 269708 w 386443"/>
                <a:gd name="csY34" fmla="*/ 58148 h 295953"/>
                <a:gd name="csX35" fmla="*/ 288300 w 386443"/>
                <a:gd name="csY35" fmla="*/ 39521 h 295953"/>
                <a:gd name="csX36" fmla="*/ 285387 w 386443"/>
                <a:gd name="csY36" fmla="*/ 19202 h 295953"/>
                <a:gd name="csX37" fmla="*/ 277260 w 386443"/>
                <a:gd name="csY37" fmla="*/ 9313 h 295953"/>
                <a:gd name="csX38" fmla="*/ 297613 w 386443"/>
                <a:gd name="csY38" fmla="*/ 7552 h 295953"/>
                <a:gd name="csX39" fmla="*/ 299916 w 386443"/>
                <a:gd name="csY39" fmla="*/ 0 h 295953"/>
                <a:gd name="csX40" fmla="*/ 315630 w 386443"/>
                <a:gd name="csY40" fmla="*/ 2337 h 295953"/>
                <a:gd name="csX41" fmla="*/ 311566 w 386443"/>
                <a:gd name="csY41" fmla="*/ 27330 h 295953"/>
                <a:gd name="csX42" fmla="*/ 315630 w 386443"/>
                <a:gd name="csY42" fmla="*/ 51747 h 295953"/>
                <a:gd name="csX43" fmla="*/ 333071 w 386443"/>
                <a:gd name="csY43" fmla="*/ 65124 h 295953"/>
                <a:gd name="csX44" fmla="*/ 337134 w 386443"/>
                <a:gd name="csY44" fmla="*/ 76740 h 295953"/>
                <a:gd name="csX45" fmla="*/ 336559 w 386443"/>
                <a:gd name="csY45" fmla="*/ 93605 h 295953"/>
                <a:gd name="csX46" fmla="*/ 341232 w 386443"/>
                <a:gd name="csY46" fmla="*/ 94283 h 295953"/>
                <a:gd name="csX47" fmla="*/ 341639 w 386443"/>
                <a:gd name="csY47" fmla="*/ 120664 h 295953"/>
                <a:gd name="csX48" fmla="*/ 336593 w 386443"/>
                <a:gd name="csY48" fmla="*/ 131027 h 295953"/>
                <a:gd name="csX49" fmla="*/ 318610 w 386443"/>
                <a:gd name="csY49" fmla="*/ 131840 h 295953"/>
                <a:gd name="csX50" fmla="*/ 307061 w 386443"/>
                <a:gd name="csY50" fmla="*/ 151143 h 295953"/>
                <a:gd name="csX51" fmla="*/ 327855 w 386443"/>
                <a:gd name="csY51" fmla="*/ 153582 h 295953"/>
                <a:gd name="csX52" fmla="*/ 345025 w 386443"/>
                <a:gd name="csY52" fmla="*/ 170074 h 295953"/>
                <a:gd name="csX53" fmla="*/ 350952 w 386443"/>
                <a:gd name="csY53" fmla="*/ 183621 h 295953"/>
                <a:gd name="csX54" fmla="*/ 366428 w 386443"/>
                <a:gd name="csY54" fmla="*/ 191477 h 295953"/>
                <a:gd name="csX55" fmla="*/ 386443 w 386443"/>
                <a:gd name="csY55" fmla="*/ 228324 h 295953"/>
                <a:gd name="csX56" fmla="*/ 363482 w 386443"/>
                <a:gd name="csY56" fmla="*/ 250641 h 295953"/>
                <a:gd name="csX57" fmla="*/ 342655 w 386443"/>
                <a:gd name="csY57" fmla="*/ 270859 h 295953"/>
                <a:gd name="csX58" fmla="*/ 321827 w 386443"/>
                <a:gd name="csY58" fmla="*/ 286437 h 295953"/>
                <a:gd name="csX59" fmla="*/ 297986 w 386443"/>
                <a:gd name="csY59" fmla="*/ 286369 h 295953"/>
                <a:gd name="csX60" fmla="*/ 270723 w 386443"/>
                <a:gd name="csY60" fmla="*/ 294294 h 295953"/>
                <a:gd name="csX61" fmla="*/ 249219 w 386443"/>
                <a:gd name="csY61" fmla="*/ 286708 h 295953"/>
                <a:gd name="csX62" fmla="*/ 235266 w 386443"/>
                <a:gd name="csY62" fmla="*/ 295953 h 2959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</a:cxnLst>
              <a:rect l="l" t="t" r="r" b="b"/>
              <a:pathLst>
                <a:path w="386443" h="295953">
                  <a:moveTo>
                    <a:pt x="235266" y="295953"/>
                  </a:moveTo>
                  <a:lnTo>
                    <a:pt x="205430" y="273433"/>
                  </a:lnTo>
                  <a:lnTo>
                    <a:pt x="197404" y="258972"/>
                  </a:lnTo>
                  <a:lnTo>
                    <a:pt x="178541" y="266152"/>
                  </a:lnTo>
                  <a:lnTo>
                    <a:pt x="162895" y="263916"/>
                  </a:lnTo>
                  <a:lnTo>
                    <a:pt x="153819" y="269606"/>
                  </a:lnTo>
                  <a:lnTo>
                    <a:pt x="138613" y="265508"/>
                  </a:lnTo>
                  <a:lnTo>
                    <a:pt x="118090" y="237535"/>
                  </a:lnTo>
                  <a:lnTo>
                    <a:pt x="112638" y="226799"/>
                  </a:lnTo>
                  <a:lnTo>
                    <a:pt x="87340" y="213389"/>
                  </a:lnTo>
                  <a:lnTo>
                    <a:pt x="78772" y="193069"/>
                  </a:lnTo>
                  <a:lnTo>
                    <a:pt x="64684" y="178439"/>
                  </a:lnTo>
                  <a:lnTo>
                    <a:pt x="41892" y="160795"/>
                  </a:lnTo>
                  <a:lnTo>
                    <a:pt x="41588" y="149789"/>
                  </a:lnTo>
                  <a:lnTo>
                    <a:pt x="23029" y="136107"/>
                  </a:lnTo>
                  <a:lnTo>
                    <a:pt x="0" y="122865"/>
                  </a:lnTo>
                  <a:lnTo>
                    <a:pt x="10397" y="119174"/>
                  </a:lnTo>
                  <a:lnTo>
                    <a:pt x="22013" y="112773"/>
                  </a:lnTo>
                  <a:lnTo>
                    <a:pt x="30750" y="82565"/>
                  </a:lnTo>
                  <a:lnTo>
                    <a:pt x="40064" y="66851"/>
                  </a:lnTo>
                  <a:lnTo>
                    <a:pt x="64481" y="62211"/>
                  </a:lnTo>
                  <a:lnTo>
                    <a:pt x="70272" y="71525"/>
                  </a:lnTo>
                  <a:lnTo>
                    <a:pt x="87713" y="91268"/>
                  </a:lnTo>
                  <a:lnTo>
                    <a:pt x="97026" y="94181"/>
                  </a:lnTo>
                  <a:lnTo>
                    <a:pt x="109252" y="88356"/>
                  </a:lnTo>
                  <a:lnTo>
                    <a:pt x="133669" y="89541"/>
                  </a:lnTo>
                  <a:lnTo>
                    <a:pt x="138308" y="96518"/>
                  </a:lnTo>
                  <a:lnTo>
                    <a:pt x="172038" y="96518"/>
                  </a:lnTo>
                  <a:lnTo>
                    <a:pt x="173190" y="89541"/>
                  </a:lnTo>
                  <a:lnTo>
                    <a:pt x="190631" y="83141"/>
                  </a:lnTo>
                  <a:lnTo>
                    <a:pt x="194119" y="73252"/>
                  </a:lnTo>
                  <a:lnTo>
                    <a:pt x="206920" y="66275"/>
                  </a:lnTo>
                  <a:lnTo>
                    <a:pt x="235401" y="86053"/>
                  </a:lnTo>
                  <a:lnTo>
                    <a:pt x="252842" y="82565"/>
                  </a:lnTo>
                  <a:lnTo>
                    <a:pt x="269708" y="58148"/>
                  </a:lnTo>
                  <a:lnTo>
                    <a:pt x="288300" y="39521"/>
                  </a:lnTo>
                  <a:lnTo>
                    <a:pt x="285387" y="19202"/>
                  </a:lnTo>
                  <a:lnTo>
                    <a:pt x="277260" y="9313"/>
                  </a:lnTo>
                  <a:lnTo>
                    <a:pt x="297613" y="7552"/>
                  </a:lnTo>
                  <a:lnTo>
                    <a:pt x="299916" y="0"/>
                  </a:lnTo>
                  <a:lnTo>
                    <a:pt x="315630" y="2337"/>
                  </a:lnTo>
                  <a:lnTo>
                    <a:pt x="311566" y="27330"/>
                  </a:lnTo>
                  <a:lnTo>
                    <a:pt x="315630" y="51747"/>
                  </a:lnTo>
                  <a:lnTo>
                    <a:pt x="333071" y="65124"/>
                  </a:lnTo>
                  <a:lnTo>
                    <a:pt x="337134" y="76740"/>
                  </a:lnTo>
                  <a:lnTo>
                    <a:pt x="336559" y="93605"/>
                  </a:lnTo>
                  <a:lnTo>
                    <a:pt x="341232" y="94283"/>
                  </a:lnTo>
                  <a:lnTo>
                    <a:pt x="341639" y="120664"/>
                  </a:lnTo>
                  <a:lnTo>
                    <a:pt x="336593" y="131027"/>
                  </a:lnTo>
                  <a:lnTo>
                    <a:pt x="318610" y="131840"/>
                  </a:lnTo>
                  <a:lnTo>
                    <a:pt x="307061" y="151143"/>
                  </a:lnTo>
                  <a:lnTo>
                    <a:pt x="327855" y="153582"/>
                  </a:lnTo>
                  <a:lnTo>
                    <a:pt x="345025" y="170074"/>
                  </a:lnTo>
                  <a:lnTo>
                    <a:pt x="350952" y="183621"/>
                  </a:lnTo>
                  <a:lnTo>
                    <a:pt x="366428" y="191477"/>
                  </a:lnTo>
                  <a:lnTo>
                    <a:pt x="386443" y="228324"/>
                  </a:lnTo>
                  <a:lnTo>
                    <a:pt x="363482" y="250641"/>
                  </a:lnTo>
                  <a:lnTo>
                    <a:pt x="342655" y="270859"/>
                  </a:lnTo>
                  <a:lnTo>
                    <a:pt x="321827" y="286437"/>
                  </a:lnTo>
                  <a:lnTo>
                    <a:pt x="297986" y="286369"/>
                  </a:lnTo>
                  <a:lnTo>
                    <a:pt x="270723" y="294294"/>
                  </a:lnTo>
                  <a:lnTo>
                    <a:pt x="249219" y="286708"/>
                  </a:lnTo>
                  <a:lnTo>
                    <a:pt x="235266" y="295953"/>
                  </a:lnTo>
                  <a:close/>
                </a:path>
              </a:pathLst>
            </a:custGeom>
            <a:solidFill>
              <a:srgbClr val="FFFFFF"/>
            </a:solidFill>
            <a:ln w="8460" cap="flat">
              <a:solidFill>
                <a:srgbClr val="222222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pic>
        <p:nvPicPr>
          <p:cNvPr id="182" name="Imagen 181" descr="Texto&#10;&#10;El contenido generado por IA puede ser incorrecto.">
            <a:extLst>
              <a:ext uri="{FF2B5EF4-FFF2-40B4-BE49-F238E27FC236}">
                <a16:creationId xmlns:a16="http://schemas.microsoft.com/office/drawing/2014/main" id="{0442E4BD-7320-6726-1B37-F4D41CFE8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627" y="1671496"/>
            <a:ext cx="1161508" cy="445345"/>
          </a:xfrm>
          <a:prstGeom prst="rect">
            <a:avLst/>
          </a:prstGeom>
        </p:spPr>
      </p:pic>
      <p:pic>
        <p:nvPicPr>
          <p:cNvPr id="184" name="Imagen 183" descr="Texto&#10;&#10;El contenido generado por IA puede ser incorrecto.">
            <a:extLst>
              <a:ext uri="{FF2B5EF4-FFF2-40B4-BE49-F238E27FC236}">
                <a16:creationId xmlns:a16="http://schemas.microsoft.com/office/drawing/2014/main" id="{892DCA91-36C7-D42E-C7DF-7795817D3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207" y="3609687"/>
            <a:ext cx="1045205" cy="4146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</Words>
  <Application>Microsoft Office PowerPoint</Application>
  <PresentationFormat>Panorámica</PresentationFormat>
  <Paragraphs>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Guinea</cp:lastModifiedBy>
  <cp:revision>2</cp:revision>
  <dcterms:created xsi:type="dcterms:W3CDTF">2025-12-22T22:03:38Z</dcterms:created>
  <dcterms:modified xsi:type="dcterms:W3CDTF">2025-12-22T22:14:41Z</dcterms:modified>
</cp:coreProperties>
</file>